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handoutMasterIdLst>
    <p:handoutMasterId r:id="rId12"/>
  </p:handoutMasterIdLst>
  <p:sldIdLst>
    <p:sldId id="280" r:id="rId2"/>
    <p:sldId id="258" r:id="rId3"/>
    <p:sldId id="260" r:id="rId4"/>
    <p:sldId id="259" r:id="rId5"/>
    <p:sldId id="256" r:id="rId6"/>
    <p:sldId id="257" r:id="rId7"/>
    <p:sldId id="277" r:id="rId8"/>
    <p:sldId id="278" r:id="rId9"/>
    <p:sldId id="279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9B3A"/>
    <a:srgbClr val="39C149"/>
    <a:srgbClr val="6DDD9A"/>
    <a:srgbClr val="113F29"/>
    <a:srgbClr val="A78815"/>
    <a:srgbClr val="52430A"/>
    <a:srgbClr val="64510C"/>
    <a:srgbClr val="56460A"/>
    <a:srgbClr val="154F33"/>
    <a:srgbClr val="71D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6BFEB-2A0E-610B-1FA0-53340D7CFCCE}" v="1242" dt="2025-11-23T13:40:19.515"/>
    <p1510:client id="{A88CAF45-01FB-7D24-2885-89E8AC6977C1}" v="455" dt="2025-11-24T16:47:14.958"/>
    <p1510:client id="{DBAC5A38-C27A-6F98-06D9-642940D7DA0F}" v="34" dt="2025-11-24T14:46:31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4EBF04-50DC-4B13-9DD2-B9B794A9F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ACFDA-6DAD-41B4-ADEC-232580D52F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D5106-F732-4F1E-AA31-5555285ECDB0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68351-78A8-4A41-9211-4D14D12D57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A545A-5065-475D-AED8-5859AA66AB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50F6F-D97E-4271-8CAE-D310A3A33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71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9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93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2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1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9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12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22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gradFill>
          <a:gsLst>
            <a:gs pos="0">
              <a:srgbClr val="71D9A7">
                <a:lumMod val="100000"/>
              </a:srgbClr>
            </a:gs>
            <a:gs pos="0">
              <a:srgbClr val="154F3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2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Blank">
    <p:bg>
      <p:bgPr>
        <a:gradFill>
          <a:gsLst>
            <a:gs pos="0">
              <a:srgbClr val="7030A0"/>
            </a:gs>
            <a:gs pos="100000">
              <a:srgbClr val="00206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23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bg>
      <p:bgPr>
        <a:gradFill>
          <a:gsLst>
            <a:gs pos="0">
              <a:srgbClr val="2D9B3A"/>
            </a:gs>
            <a:gs pos="82000">
              <a:srgbClr val="113F2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17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gradFill flip="none" rotWithShape="1">
          <a:gsLst>
            <a:gs pos="0">
              <a:schemeClr val="accent2">
                <a:lumMod val="75000"/>
              </a:schemeClr>
            </a:gs>
            <a:gs pos="61000">
              <a:schemeClr val="accent2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8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Pr>
        <a:gradFill rotWithShape="1">
          <a:gsLst>
            <a:gs pos="0">
              <a:schemeClr val="bg2">
                <a:tint val="92000"/>
                <a:hueMod val="96000"/>
                <a:satMod val="128000"/>
                <a:lumMod val="114000"/>
              </a:schemeClr>
            </a:gs>
            <a:gs pos="0">
              <a:schemeClr val="bg2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06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86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67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87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27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16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3705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03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469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130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119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2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00B1C61-1428-433D-AD19-CF484587390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798AA-6544-4512-8597-B5C3E9A33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91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32" r:id="rId8"/>
    <p:sldLayoutId id="2147483733" r:id="rId9"/>
    <p:sldLayoutId id="2147483738" r:id="rId10"/>
    <p:sldLayoutId id="2147483737" r:id="rId11"/>
    <p:sldLayoutId id="2147483734" r:id="rId12"/>
    <p:sldLayoutId id="2147483735" r:id="rId13"/>
    <p:sldLayoutId id="2147483736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01B940-8E14-DDBA-A1DA-F23DE2547310}"/>
              </a:ext>
            </a:extLst>
          </p:cNvPr>
          <p:cNvSpPr txBox="1"/>
          <p:nvPr/>
        </p:nvSpPr>
        <p:spPr>
          <a:xfrm>
            <a:off x="837269" y="2582568"/>
            <a:ext cx="10161915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u="sng" dirty="0">
                <a:latin typeface="Britannic Bold"/>
              </a:rPr>
              <a:t>Accounting &amp; Financial Analysis: Evaluating Financial health of a Company</a:t>
            </a:r>
          </a:p>
          <a:p>
            <a:endParaRPr lang="en-US" sz="2800" dirty="0">
              <a:latin typeface="Aptos"/>
            </a:endParaRPr>
          </a:p>
          <a:p>
            <a:r>
              <a:rPr lang="en-US" sz="2800" b="1" dirty="0">
                <a:latin typeface="Segoe UI Semilight"/>
                <a:cs typeface="Times New Roman"/>
              </a:rPr>
              <a:t>Course:</a:t>
            </a:r>
            <a:r>
              <a:rPr lang="en-US" sz="2800" dirty="0">
                <a:latin typeface="Segoe UI Semilight"/>
                <a:cs typeface="Times New Roman"/>
              </a:rPr>
              <a:t> AF 1001 – Fundamentals of Accounting</a:t>
            </a:r>
            <a:br>
              <a:rPr lang="en-US" sz="2800" dirty="0">
                <a:latin typeface="Segoe UI Semilight"/>
                <a:cs typeface="Times New Roman"/>
              </a:rPr>
            </a:br>
            <a:r>
              <a:rPr lang="en-US" sz="2800" b="1" dirty="0">
                <a:latin typeface="Segoe UI Semilight"/>
                <a:cs typeface="Times New Roman"/>
              </a:rPr>
              <a:t>Group Members:</a:t>
            </a:r>
            <a:r>
              <a:rPr lang="en-US" sz="2800" dirty="0">
                <a:latin typeface="Segoe UI Semilight"/>
                <a:cs typeface="Times New Roman"/>
              </a:rPr>
              <a:t> Huzaifa Saqib, Ahsan Ahmed, Zoraiz Kashif, Muhammad Hamza </a:t>
            </a:r>
            <a:endParaRPr lang="en-US"/>
          </a:p>
          <a:p>
            <a:r>
              <a:rPr lang="en-US" sz="2800" b="1" dirty="0">
                <a:latin typeface="Segoe UI Semilight"/>
                <a:cs typeface="Times New Roman"/>
              </a:rPr>
              <a:t>Tools Used: </a:t>
            </a:r>
            <a:r>
              <a:rPr lang="en-US" sz="2800" dirty="0">
                <a:latin typeface="Segoe UI Semilight"/>
                <a:cs typeface="Times New Roman"/>
              </a:rPr>
              <a:t>Excel, Power BI</a:t>
            </a:r>
          </a:p>
          <a:p>
            <a:r>
              <a:rPr lang="en-US" sz="2800" b="1" dirty="0">
                <a:latin typeface="Segoe UI Semilight"/>
                <a:ea typeface="Verdana"/>
                <a:cs typeface="Times New Roman"/>
              </a:rPr>
              <a:t>Data Source:</a:t>
            </a:r>
            <a:r>
              <a:rPr lang="en-US" sz="2800" dirty="0">
                <a:latin typeface="Segoe UI Semilight"/>
                <a:ea typeface="Verdana"/>
                <a:cs typeface="Times New Roman"/>
              </a:rPr>
              <a:t> Pakistan Stock Exchange (PSX)</a:t>
            </a:r>
            <a:endParaRPr lang="en-US">
              <a:latin typeface="Segoe UI Semilight"/>
              <a:cs typeface="Segoe UI Semilight"/>
            </a:endParaRPr>
          </a:p>
        </p:txBody>
      </p:sp>
      <p:pic>
        <p:nvPicPr>
          <p:cNvPr id="5" name="Picture 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250402F-7DA0-5F9C-71C6-14E543DD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315" b="-645"/>
          <a:stretch>
            <a:fillRect/>
          </a:stretch>
        </p:blipFill>
        <p:spPr>
          <a:xfrm>
            <a:off x="837482" y="221501"/>
            <a:ext cx="2374261" cy="22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7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108A-225A-48B2-B3BE-813E41BCFD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32856" y="860432"/>
            <a:ext cx="7126288" cy="5786438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Britannic Bold"/>
              </a:rPr>
              <a:t>Topic: </a:t>
            </a:r>
            <a:br>
              <a:rPr lang="en-US" sz="2800" b="1" dirty="0">
                <a:latin typeface="Britannic Bold" panose="020B0903060703020204" pitchFamily="34" charset="0"/>
              </a:rPr>
            </a:br>
            <a:r>
              <a:rPr lang="en-US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Financial Analysis</a:t>
            </a:r>
            <a:br>
              <a:rPr lang="en-US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/>
                <a:ea typeface="+mj-lt"/>
                <a:cs typeface="+mj-lt"/>
              </a:rPr>
              <a:t>Organization: </a:t>
            </a:r>
            <a:br>
              <a:rPr lang="en-US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</a:br>
            <a:r>
              <a:rPr lang="en-US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Systems Limited</a:t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1F98D54-8874-C78A-93ED-FD43B0AAA8A9}"/>
              </a:ext>
            </a:extLst>
          </p:cNvPr>
          <p:cNvSpPr/>
          <p:nvPr/>
        </p:nvSpPr>
        <p:spPr>
          <a:xfrm rot="5400000">
            <a:off x="2160677" y="979467"/>
            <a:ext cx="269951" cy="25304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583824B-1AEE-46A4-231C-4692A6CF1F85}"/>
              </a:ext>
            </a:extLst>
          </p:cNvPr>
          <p:cNvSpPr/>
          <p:nvPr/>
        </p:nvSpPr>
        <p:spPr>
          <a:xfrm rot="5400000">
            <a:off x="2158512" y="3613482"/>
            <a:ext cx="269951" cy="25304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737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4148">
        <p14:pan dir="u"/>
      </p:transition>
    </mc:Choice>
    <mc:Fallback xmlns="">
      <p:transition spd="slow" advTm="414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48FDE-32D6-A66E-38D6-38E9B2330C68}"/>
              </a:ext>
            </a:extLst>
          </p:cNvPr>
          <p:cNvSpPr txBox="1"/>
          <p:nvPr/>
        </p:nvSpPr>
        <p:spPr>
          <a:xfrm>
            <a:off x="1653397" y="999226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u="sng" dirty="0">
                <a:solidFill>
                  <a:srgbClr val="FFFFFF"/>
                </a:solidFill>
                <a:latin typeface="Britannic Bold"/>
                <a:ea typeface="Britannic Bold"/>
                <a:cs typeface="Britannic Bold"/>
              </a:rPr>
              <a:t>Project Objectives</a:t>
            </a:r>
            <a:endParaRPr lang="en-US" sz="4000" b="1">
              <a:latin typeface="Britannic Bold"/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D0323-4E09-30BD-CC13-26B4C921A71D}"/>
              </a:ext>
            </a:extLst>
          </p:cNvPr>
          <p:cNvSpPr txBox="1"/>
          <p:nvPr/>
        </p:nvSpPr>
        <p:spPr>
          <a:xfrm>
            <a:off x="1423359" y="2451340"/>
            <a:ext cx="8870830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,Sans-Serif"/>
              <a:buChar char="•"/>
            </a:pPr>
            <a:r>
              <a:rPr lang="en-US" sz="3200" baseline="0">
                <a:solidFill>
                  <a:srgbClr val="FFFFFF"/>
                </a:solidFill>
                <a:latin typeface="Times New Roman"/>
                <a:ea typeface="Arial"/>
                <a:cs typeface="Arial"/>
              </a:rPr>
              <a:t>Analyze Systems Limited’s financial performance</a:t>
            </a:r>
            <a:r>
              <a:rPr lang="en-US" sz="3200">
                <a:solidFill>
                  <a:srgbClr val="FFFFFF"/>
                </a:solidFill>
                <a:latin typeface="Times New Roman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3200" baseline="0">
                <a:solidFill>
                  <a:srgbClr val="FFFFFF"/>
                </a:solidFill>
                <a:latin typeface="Times New Roman"/>
                <a:ea typeface="Arial"/>
                <a:cs typeface="Arial"/>
              </a:rPr>
              <a:t>Review key ratios</a:t>
            </a:r>
            <a:r>
              <a:rPr lang="en-US" sz="3200">
                <a:solidFill>
                  <a:srgbClr val="FFFFFF"/>
                </a:solidFill>
                <a:latin typeface="Times New Roman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3200" baseline="0">
                <a:solidFill>
                  <a:srgbClr val="FFFFFF"/>
                </a:solidFill>
                <a:latin typeface="Times New Roman"/>
                <a:ea typeface="Arial"/>
                <a:cs typeface="Arial"/>
              </a:rPr>
              <a:t>Compare with NetSol Technologies</a:t>
            </a:r>
            <a:r>
              <a:rPr lang="en-US" sz="3200">
                <a:solidFill>
                  <a:srgbClr val="FFFFFF"/>
                </a:solidFill>
                <a:latin typeface="Times New Roman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3200" baseline="0">
                <a:solidFill>
                  <a:srgbClr val="FFFFFF"/>
                </a:solidFill>
                <a:latin typeface="Times New Roman"/>
                <a:ea typeface="Arial"/>
                <a:cs typeface="Arial"/>
              </a:rPr>
              <a:t>Identify trends and give recommendations</a:t>
            </a:r>
            <a:r>
              <a:rPr lang="en-US" sz="3200">
                <a:solidFill>
                  <a:srgbClr val="FFFFFF"/>
                </a:solidFill>
                <a:latin typeface="Times New Roman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603C47F-5CA7-83F1-4573-38A8756B4FD1}"/>
              </a:ext>
            </a:extLst>
          </p:cNvPr>
          <p:cNvSpPr/>
          <p:nvPr/>
        </p:nvSpPr>
        <p:spPr>
          <a:xfrm rot="5400000">
            <a:off x="1161747" y="1226585"/>
            <a:ext cx="269951" cy="25304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3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6BCF56-4DE2-4EDB-90B3-13ACFA28CBB9}"/>
              </a:ext>
            </a:extLst>
          </p:cNvPr>
          <p:cNvSpPr txBox="1"/>
          <p:nvPr/>
        </p:nvSpPr>
        <p:spPr>
          <a:xfrm>
            <a:off x="1451989" y="2202517"/>
            <a:ext cx="10482717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System Limited</a:t>
            </a:r>
            <a:r>
              <a:rPr lang="en-US" sz="3200" dirty="0">
                <a:latin typeface="Times New Roman"/>
                <a:cs typeface="Times New Roman"/>
              </a:rPr>
              <a:t> </a:t>
            </a:r>
            <a:r>
              <a:rPr lang="en-US" sz="3200" dirty="0">
                <a:latin typeface="Times New Roman"/>
                <a:ea typeface="+mn-lt"/>
                <a:cs typeface="Times New Roman"/>
              </a:rPr>
              <a:t>i</a:t>
            </a:r>
            <a:r>
              <a:rPr lang="en-US" sz="3200" dirty="0">
                <a:latin typeface="Times New Roman"/>
                <a:ea typeface="+mn-lt"/>
                <a:cs typeface="+mn-lt"/>
              </a:rPr>
              <a:t>s one of Pakistan’s leading IT companies, offering software development, cloud solutions, BPO, and IT consulting since 1977.</a:t>
            </a:r>
          </a:p>
          <a:p>
            <a:endParaRPr lang="en-US" sz="3200" dirty="0">
              <a:latin typeface="Times New Roman"/>
              <a:cs typeface="Times New Roman"/>
            </a:endParaRPr>
          </a:p>
          <a:p>
            <a:r>
              <a:rPr lang="en-US" sz="3200" b="1" dirty="0">
                <a:latin typeface="Times New Roman"/>
                <a:cs typeface="Times New Roman"/>
              </a:rPr>
              <a:t>Sector:</a:t>
            </a:r>
            <a:r>
              <a:rPr lang="en-US" sz="3200" dirty="0">
                <a:latin typeface="Times New Roman"/>
                <a:cs typeface="Times New Roman"/>
              </a:rPr>
              <a:t> IT &amp; Technology</a:t>
            </a:r>
          </a:p>
          <a:p>
            <a:r>
              <a:rPr lang="en-US" sz="3200" b="1" dirty="0">
                <a:latin typeface="Times New Roman"/>
                <a:cs typeface="Times New Roman"/>
              </a:rPr>
              <a:t>Key People:</a:t>
            </a:r>
            <a:r>
              <a:rPr lang="en-US" sz="3200" dirty="0">
                <a:latin typeface="Times New Roman"/>
                <a:cs typeface="Times New Roman"/>
              </a:rPr>
              <a:t> CEO – [Asif Peer]  Chairperson – [</a:t>
            </a:r>
            <a:r>
              <a:rPr lang="en-US" sz="3200" dirty="0" err="1">
                <a:latin typeface="Times New Roman"/>
                <a:cs typeface="Times New Roman"/>
              </a:rPr>
              <a:t>Aezaz</a:t>
            </a:r>
            <a:r>
              <a:rPr lang="en-US" sz="3200" dirty="0">
                <a:latin typeface="Times New Roman"/>
                <a:cs typeface="Times New Roman"/>
              </a:rPr>
              <a:t> Hussain]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04B31-9CE1-484D-9090-D9ADE1C98A59}"/>
              </a:ext>
            </a:extLst>
          </p:cNvPr>
          <p:cNvSpPr txBox="1"/>
          <p:nvPr/>
        </p:nvSpPr>
        <p:spPr>
          <a:xfrm>
            <a:off x="1447988" y="968534"/>
            <a:ext cx="788085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u="sng" dirty="0">
                <a:latin typeface="Britannic Bold"/>
              </a:rPr>
              <a:t>Introduction Of Systems Limited</a:t>
            </a:r>
            <a:endParaRPr lang="en-US" sz="4000" b="1">
              <a:latin typeface="Britannic Bold"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1FB9E94-8939-9A61-3A93-9BD6E11C7D5B}"/>
              </a:ext>
            </a:extLst>
          </p:cNvPr>
          <p:cNvSpPr/>
          <p:nvPr/>
        </p:nvSpPr>
        <p:spPr>
          <a:xfrm rot="5400000">
            <a:off x="989218" y="1169075"/>
            <a:ext cx="269951" cy="25304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0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0770" y="295133"/>
            <a:ext cx="830461" cy="142875"/>
          </a:xfrm>
          <a:prstGeom prst="rect">
            <a:avLst/>
          </a:prstGeom>
        </p:spPr>
        <p:txBody>
          <a:bodyPr vert="horz" wrap="square" lIns="0" tIns="83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"/>
              </a:spcBef>
            </a:pPr>
            <a:r>
              <a:rPr sz="844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844" spc="-28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44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844" spc="-23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44" spc="-9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844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214312"/>
            <a:ext cx="11430000" cy="6429375"/>
            <a:chOff x="228600" y="228599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228600" y="228599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0809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0512" y="290512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257174" y="128587"/>
                  </a:moveTo>
                  <a:lnTo>
                    <a:pt x="257174" y="137030"/>
                  </a:lnTo>
                  <a:lnTo>
                    <a:pt x="256351" y="145392"/>
                  </a:lnTo>
                  <a:lnTo>
                    <a:pt x="254704" y="153673"/>
                  </a:lnTo>
                  <a:lnTo>
                    <a:pt x="253057" y="161954"/>
                  </a:lnTo>
                  <a:lnTo>
                    <a:pt x="250617" y="169995"/>
                  </a:lnTo>
                  <a:lnTo>
                    <a:pt x="247386" y="177795"/>
                  </a:lnTo>
                  <a:lnTo>
                    <a:pt x="244155" y="185596"/>
                  </a:lnTo>
                  <a:lnTo>
                    <a:pt x="219512" y="219512"/>
                  </a:lnTo>
                  <a:lnTo>
                    <a:pt x="185596" y="244155"/>
                  </a:lnTo>
                  <a:lnTo>
                    <a:pt x="177795" y="247386"/>
                  </a:lnTo>
                  <a:lnTo>
                    <a:pt x="169995" y="250617"/>
                  </a:lnTo>
                  <a:lnTo>
                    <a:pt x="161954" y="253056"/>
                  </a:lnTo>
                  <a:lnTo>
                    <a:pt x="153673" y="254704"/>
                  </a:lnTo>
                  <a:lnTo>
                    <a:pt x="145392" y="256351"/>
                  </a:lnTo>
                  <a:lnTo>
                    <a:pt x="137030" y="257174"/>
                  </a:lnTo>
                  <a:lnTo>
                    <a:pt x="128587" y="257174"/>
                  </a:lnTo>
                  <a:lnTo>
                    <a:pt x="120144" y="257174"/>
                  </a:lnTo>
                  <a:lnTo>
                    <a:pt x="79379" y="247386"/>
                  </a:lnTo>
                  <a:lnTo>
                    <a:pt x="71578" y="244155"/>
                  </a:lnTo>
                  <a:lnTo>
                    <a:pt x="37662" y="219512"/>
                  </a:lnTo>
                  <a:lnTo>
                    <a:pt x="21670" y="200026"/>
                  </a:lnTo>
                  <a:lnTo>
                    <a:pt x="16980" y="193006"/>
                  </a:lnTo>
                  <a:lnTo>
                    <a:pt x="13019" y="185596"/>
                  </a:lnTo>
                  <a:lnTo>
                    <a:pt x="9788" y="177795"/>
                  </a:lnTo>
                  <a:lnTo>
                    <a:pt x="6557" y="169995"/>
                  </a:lnTo>
                  <a:lnTo>
                    <a:pt x="4117" y="161954"/>
                  </a:lnTo>
                  <a:lnTo>
                    <a:pt x="2470" y="153673"/>
                  </a:lnTo>
                  <a:lnTo>
                    <a:pt x="823" y="145392"/>
                  </a:lnTo>
                  <a:lnTo>
                    <a:pt x="0" y="137030"/>
                  </a:ln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8" y="79379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9" y="9788"/>
                  </a:lnTo>
                  <a:lnTo>
                    <a:pt x="87179" y="6557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137030" y="0"/>
                  </a:lnTo>
                  <a:lnTo>
                    <a:pt x="145392" y="823"/>
                  </a:lnTo>
                  <a:lnTo>
                    <a:pt x="153673" y="2470"/>
                  </a:lnTo>
                  <a:lnTo>
                    <a:pt x="161954" y="4117"/>
                  </a:lnTo>
                  <a:lnTo>
                    <a:pt x="169995" y="6557"/>
                  </a:lnTo>
                  <a:lnTo>
                    <a:pt x="177795" y="9788"/>
                  </a:lnTo>
                  <a:lnTo>
                    <a:pt x="185596" y="13019"/>
                  </a:lnTo>
                  <a:lnTo>
                    <a:pt x="219512" y="37662"/>
                  </a:lnTo>
                  <a:lnTo>
                    <a:pt x="244155" y="71578"/>
                  </a:lnTo>
                  <a:lnTo>
                    <a:pt x="247386" y="79379"/>
                  </a:lnTo>
                  <a:lnTo>
                    <a:pt x="250617" y="87179"/>
                  </a:lnTo>
                  <a:lnTo>
                    <a:pt x="253056" y="95220"/>
                  </a:lnTo>
                  <a:lnTo>
                    <a:pt x="254704" y="103501"/>
                  </a:lnTo>
                  <a:lnTo>
                    <a:pt x="256351" y="111782"/>
                  </a:lnTo>
                  <a:lnTo>
                    <a:pt x="257174" y="120144"/>
                  </a:lnTo>
                  <a:lnTo>
                    <a:pt x="257174" y="128587"/>
                  </a:lnTo>
                  <a:close/>
                </a:path>
                <a:path w="257175" h="257175">
                  <a:moveTo>
                    <a:pt x="214312" y="128587"/>
                  </a:moveTo>
                  <a:lnTo>
                    <a:pt x="52387" y="128587"/>
                  </a:lnTo>
                </a:path>
                <a:path w="257175" h="257175">
                  <a:moveTo>
                    <a:pt x="128587" y="52387"/>
                  </a:moveTo>
                  <a:lnTo>
                    <a:pt x="52387" y="128587"/>
                  </a:lnTo>
                  <a:lnTo>
                    <a:pt x="128587" y="204787"/>
                  </a:lnTo>
                </a:path>
              </a:pathLst>
            </a:custGeom>
            <a:ln w="28574">
              <a:solidFill>
                <a:srgbClr val="D1D0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600" y="228599"/>
              <a:ext cx="12192000" cy="3797935"/>
            </a:xfrm>
            <a:custGeom>
              <a:avLst/>
              <a:gdLst/>
              <a:ahLst/>
              <a:cxnLst/>
              <a:rect l="l" t="t" r="r" b="b"/>
              <a:pathLst>
                <a:path w="12192000" h="3797935">
                  <a:moveTo>
                    <a:pt x="12191999" y="3797807"/>
                  </a:moveTo>
                  <a:lnTo>
                    <a:pt x="0" y="3797807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9524"/>
                  </a:lnTo>
                  <a:lnTo>
                    <a:pt x="314324" y="9524"/>
                  </a:lnTo>
                  <a:lnTo>
                    <a:pt x="301188" y="10159"/>
                  </a:lnTo>
                  <a:lnTo>
                    <a:pt x="263294" y="19675"/>
                  </a:lnTo>
                  <a:lnTo>
                    <a:pt x="229769" y="39742"/>
                  </a:lnTo>
                  <a:lnTo>
                    <a:pt x="203427" y="68775"/>
                  </a:lnTo>
                  <a:lnTo>
                    <a:pt x="186684" y="104223"/>
                  </a:lnTo>
                  <a:lnTo>
                    <a:pt x="180974" y="142874"/>
                  </a:lnTo>
                  <a:lnTo>
                    <a:pt x="180974" y="2114549"/>
                  </a:lnTo>
                  <a:lnTo>
                    <a:pt x="186684" y="2153201"/>
                  </a:lnTo>
                  <a:lnTo>
                    <a:pt x="203427" y="2188648"/>
                  </a:lnTo>
                  <a:lnTo>
                    <a:pt x="229769" y="2217682"/>
                  </a:lnTo>
                  <a:lnTo>
                    <a:pt x="263294" y="2237748"/>
                  </a:lnTo>
                  <a:lnTo>
                    <a:pt x="301188" y="2247265"/>
                  </a:lnTo>
                  <a:lnTo>
                    <a:pt x="314324" y="2247899"/>
                  </a:lnTo>
                  <a:lnTo>
                    <a:pt x="12191999" y="2247899"/>
                  </a:lnTo>
                  <a:lnTo>
                    <a:pt x="12191999" y="3797807"/>
                  </a:lnTo>
                  <a:close/>
                </a:path>
                <a:path w="12192000" h="3797935">
                  <a:moveTo>
                    <a:pt x="12191999" y="2247899"/>
                  </a:moveTo>
                  <a:lnTo>
                    <a:pt x="11887199" y="2247899"/>
                  </a:lnTo>
                  <a:lnTo>
                    <a:pt x="11900335" y="2247265"/>
                  </a:lnTo>
                  <a:lnTo>
                    <a:pt x="11913218" y="2245362"/>
                  </a:lnTo>
                  <a:lnTo>
                    <a:pt x="11950122" y="2232135"/>
                  </a:lnTo>
                  <a:lnTo>
                    <a:pt x="11981491" y="2208842"/>
                  </a:lnTo>
                  <a:lnTo>
                    <a:pt x="12004784" y="2177473"/>
                  </a:lnTo>
                  <a:lnTo>
                    <a:pt x="12018010" y="2140569"/>
                  </a:lnTo>
                  <a:lnTo>
                    <a:pt x="12020549" y="2114549"/>
                  </a:lnTo>
                  <a:lnTo>
                    <a:pt x="12020549" y="142874"/>
                  </a:lnTo>
                  <a:lnTo>
                    <a:pt x="12014838" y="104223"/>
                  </a:lnTo>
                  <a:lnTo>
                    <a:pt x="11998095" y="68775"/>
                  </a:lnTo>
                  <a:lnTo>
                    <a:pt x="11971754" y="39742"/>
                  </a:lnTo>
                  <a:lnTo>
                    <a:pt x="11938228" y="19675"/>
                  </a:lnTo>
                  <a:lnTo>
                    <a:pt x="11900335" y="10159"/>
                  </a:lnTo>
                  <a:lnTo>
                    <a:pt x="11887199" y="9524"/>
                  </a:lnTo>
                  <a:lnTo>
                    <a:pt x="12191999" y="9524"/>
                  </a:lnTo>
                  <a:lnTo>
                    <a:pt x="12191999" y="2247899"/>
                  </a:lnTo>
                  <a:close/>
                </a:path>
              </a:pathLst>
            </a:custGeom>
            <a:solidFill>
              <a:srgbClr val="000000">
                <a:alpha val="6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4812" y="233362"/>
              <a:ext cx="11849100" cy="2247900"/>
            </a:xfrm>
            <a:custGeom>
              <a:avLst/>
              <a:gdLst/>
              <a:ahLst/>
              <a:cxnLst/>
              <a:rect l="l" t="t" r="r" b="b"/>
              <a:pathLst>
                <a:path w="11849100" h="2247900">
                  <a:moveTo>
                    <a:pt x="11710986" y="2247899"/>
                  </a:moveTo>
                  <a:lnTo>
                    <a:pt x="138112" y="2247899"/>
                  </a:lnTo>
                  <a:lnTo>
                    <a:pt x="131327" y="2247733"/>
                  </a:lnTo>
                  <a:lnTo>
                    <a:pt x="91591" y="2239829"/>
                  </a:lnTo>
                  <a:lnTo>
                    <a:pt x="55831" y="2220715"/>
                  </a:lnTo>
                  <a:lnTo>
                    <a:pt x="27183" y="2192067"/>
                  </a:lnTo>
                  <a:lnTo>
                    <a:pt x="8069" y="2156308"/>
                  </a:lnTo>
                  <a:lnTo>
                    <a:pt x="165" y="2116572"/>
                  </a:lnTo>
                  <a:lnTo>
                    <a:pt x="0" y="2109787"/>
                  </a:lnTo>
                  <a:lnTo>
                    <a:pt x="0" y="138112"/>
                  </a:lnTo>
                  <a:lnTo>
                    <a:pt x="5945" y="98020"/>
                  </a:lnTo>
                  <a:lnTo>
                    <a:pt x="23276" y="61381"/>
                  </a:lnTo>
                  <a:lnTo>
                    <a:pt x="50493" y="31348"/>
                  </a:lnTo>
                  <a:lnTo>
                    <a:pt x="85259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11710986" y="0"/>
                  </a:lnTo>
                  <a:lnTo>
                    <a:pt x="11751077" y="5945"/>
                  </a:lnTo>
                  <a:lnTo>
                    <a:pt x="11787715" y="23276"/>
                  </a:lnTo>
                  <a:lnTo>
                    <a:pt x="11817748" y="50493"/>
                  </a:lnTo>
                  <a:lnTo>
                    <a:pt x="11838584" y="85259"/>
                  </a:lnTo>
                  <a:lnTo>
                    <a:pt x="11848434" y="124574"/>
                  </a:lnTo>
                  <a:lnTo>
                    <a:pt x="11849099" y="138112"/>
                  </a:lnTo>
                  <a:lnTo>
                    <a:pt x="11849099" y="2109787"/>
                  </a:lnTo>
                  <a:lnTo>
                    <a:pt x="11843152" y="2149879"/>
                  </a:lnTo>
                  <a:lnTo>
                    <a:pt x="11825821" y="2186518"/>
                  </a:lnTo>
                  <a:lnTo>
                    <a:pt x="11798603" y="2216550"/>
                  </a:lnTo>
                  <a:lnTo>
                    <a:pt x="11763838" y="2237386"/>
                  </a:lnTo>
                  <a:lnTo>
                    <a:pt x="11724523" y="2247236"/>
                  </a:lnTo>
                  <a:lnTo>
                    <a:pt x="11710986" y="224789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4812" y="233362"/>
              <a:ext cx="11849100" cy="2247900"/>
            </a:xfrm>
            <a:custGeom>
              <a:avLst/>
              <a:gdLst/>
              <a:ahLst/>
              <a:cxnLst/>
              <a:rect l="l" t="t" r="r" b="b"/>
              <a:pathLst>
                <a:path w="11849100" h="2247900">
                  <a:moveTo>
                    <a:pt x="0" y="2109787"/>
                  </a:moveTo>
                  <a:lnTo>
                    <a:pt x="0" y="138112"/>
                  </a:lnTo>
                  <a:lnTo>
                    <a:pt x="165" y="131327"/>
                  </a:lnTo>
                  <a:lnTo>
                    <a:pt x="8069" y="91591"/>
                  </a:lnTo>
                  <a:lnTo>
                    <a:pt x="27183" y="55831"/>
                  </a:lnTo>
                  <a:lnTo>
                    <a:pt x="55831" y="27183"/>
                  </a:lnTo>
                  <a:lnTo>
                    <a:pt x="91591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11710986" y="0"/>
                  </a:lnTo>
                  <a:lnTo>
                    <a:pt x="11751077" y="5945"/>
                  </a:lnTo>
                  <a:lnTo>
                    <a:pt x="11787715" y="23276"/>
                  </a:lnTo>
                  <a:lnTo>
                    <a:pt x="11817748" y="50493"/>
                  </a:lnTo>
                  <a:lnTo>
                    <a:pt x="11838584" y="85259"/>
                  </a:lnTo>
                  <a:lnTo>
                    <a:pt x="11848434" y="124574"/>
                  </a:lnTo>
                  <a:lnTo>
                    <a:pt x="11849099" y="138112"/>
                  </a:lnTo>
                  <a:lnTo>
                    <a:pt x="11849099" y="2109787"/>
                  </a:lnTo>
                  <a:lnTo>
                    <a:pt x="11843152" y="2149879"/>
                  </a:lnTo>
                  <a:lnTo>
                    <a:pt x="11825821" y="2186518"/>
                  </a:lnTo>
                  <a:lnTo>
                    <a:pt x="11798603" y="2216550"/>
                  </a:lnTo>
                  <a:lnTo>
                    <a:pt x="11763838" y="2237386"/>
                  </a:lnTo>
                  <a:lnTo>
                    <a:pt x="11724523" y="2247236"/>
                  </a:lnTo>
                  <a:lnTo>
                    <a:pt x="11710986" y="2247899"/>
                  </a:lnTo>
                  <a:lnTo>
                    <a:pt x="138112" y="2247899"/>
                  </a:lnTo>
                  <a:lnTo>
                    <a:pt x="98020" y="2241953"/>
                  </a:lnTo>
                  <a:lnTo>
                    <a:pt x="61381" y="2224623"/>
                  </a:lnTo>
                  <a:lnTo>
                    <a:pt x="31348" y="2197405"/>
                  </a:lnTo>
                  <a:lnTo>
                    <a:pt x="10513" y="2162640"/>
                  </a:lnTo>
                  <a:lnTo>
                    <a:pt x="663" y="2123324"/>
                  </a:lnTo>
                  <a:lnTo>
                    <a:pt x="0" y="2109787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 idx="4294967295"/>
          </p:nvPr>
        </p:nvSpPr>
        <p:spPr>
          <a:xfrm>
            <a:off x="738188" y="266347"/>
            <a:ext cx="3486150" cy="338138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2063" dirty="0">
                <a:latin typeface="Arial Black"/>
                <a:cs typeface="Arial Black"/>
              </a:rPr>
              <a:t>Sum</a:t>
            </a:r>
            <a:r>
              <a:rPr sz="2063" spc="-42" dirty="0">
                <a:latin typeface="Arial Black"/>
                <a:cs typeface="Arial Black"/>
              </a:rPr>
              <a:t> </a:t>
            </a:r>
            <a:r>
              <a:rPr sz="2063" dirty="0">
                <a:latin typeface="Arial Black"/>
                <a:cs typeface="Arial Black"/>
              </a:rPr>
              <a:t>of</a:t>
            </a:r>
            <a:r>
              <a:rPr sz="2063" spc="80" dirty="0">
                <a:latin typeface="Arial Black"/>
                <a:cs typeface="Arial Black"/>
              </a:rPr>
              <a:t> </a:t>
            </a:r>
            <a:r>
              <a:rPr sz="2063" spc="-9" dirty="0">
                <a:latin typeface="Arial Black"/>
                <a:cs typeface="Arial Black"/>
              </a:rPr>
              <a:t>Revenue</a:t>
            </a:r>
            <a:r>
              <a:rPr sz="2063" spc="-38" dirty="0">
                <a:latin typeface="Arial Black"/>
                <a:cs typeface="Arial Black"/>
              </a:rPr>
              <a:t> </a:t>
            </a:r>
            <a:r>
              <a:rPr sz="2063" dirty="0">
                <a:latin typeface="Arial Black"/>
                <a:cs typeface="Arial Black"/>
              </a:rPr>
              <a:t>by</a:t>
            </a:r>
            <a:r>
              <a:rPr sz="2063" spc="-38" dirty="0">
                <a:latin typeface="Arial Black"/>
                <a:cs typeface="Arial Black"/>
              </a:rPr>
              <a:t> </a:t>
            </a:r>
            <a:r>
              <a:rPr sz="2063" spc="-23" dirty="0">
                <a:latin typeface="Arial Black"/>
                <a:cs typeface="Arial Black"/>
              </a:rPr>
              <a:t>Year</a:t>
            </a:r>
            <a:endParaRPr sz="2063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19460" y="905660"/>
            <a:ext cx="10501313" cy="1109067"/>
          </a:xfrm>
          <a:custGeom>
            <a:avLst/>
            <a:gdLst/>
            <a:ahLst/>
            <a:cxnLst/>
            <a:rect l="l" t="t" r="r" b="b"/>
            <a:pathLst>
              <a:path w="11201400" h="1183005">
                <a:moveTo>
                  <a:pt x="9525" y="1176528"/>
                </a:moveTo>
                <a:lnTo>
                  <a:pt x="9067" y="1175410"/>
                </a:lnTo>
                <a:lnTo>
                  <a:pt x="7200" y="1173543"/>
                </a:lnTo>
                <a:lnTo>
                  <a:pt x="6083" y="1173086"/>
                </a:lnTo>
                <a:lnTo>
                  <a:pt x="3454" y="1173086"/>
                </a:lnTo>
                <a:lnTo>
                  <a:pt x="2336" y="1173543"/>
                </a:lnTo>
                <a:lnTo>
                  <a:pt x="469" y="1175410"/>
                </a:lnTo>
                <a:lnTo>
                  <a:pt x="0" y="1176528"/>
                </a:lnTo>
                <a:lnTo>
                  <a:pt x="0" y="1179156"/>
                </a:lnTo>
                <a:lnTo>
                  <a:pt x="469" y="1180287"/>
                </a:lnTo>
                <a:lnTo>
                  <a:pt x="2336" y="1182141"/>
                </a:lnTo>
                <a:lnTo>
                  <a:pt x="3454" y="1182611"/>
                </a:lnTo>
                <a:lnTo>
                  <a:pt x="6083" y="1182611"/>
                </a:lnTo>
                <a:lnTo>
                  <a:pt x="7200" y="1182141"/>
                </a:lnTo>
                <a:lnTo>
                  <a:pt x="9067" y="1180287"/>
                </a:lnTo>
                <a:lnTo>
                  <a:pt x="9525" y="1179156"/>
                </a:lnTo>
                <a:lnTo>
                  <a:pt x="9525" y="1176528"/>
                </a:lnTo>
                <a:close/>
              </a:path>
              <a:path w="11201400" h="1183005">
                <a:moveTo>
                  <a:pt x="9525" y="589991"/>
                </a:moveTo>
                <a:lnTo>
                  <a:pt x="9067" y="588873"/>
                </a:lnTo>
                <a:lnTo>
                  <a:pt x="7200" y="587006"/>
                </a:lnTo>
                <a:lnTo>
                  <a:pt x="6083" y="586536"/>
                </a:lnTo>
                <a:lnTo>
                  <a:pt x="3454" y="586536"/>
                </a:lnTo>
                <a:lnTo>
                  <a:pt x="2336" y="587006"/>
                </a:lnTo>
                <a:lnTo>
                  <a:pt x="469" y="588873"/>
                </a:lnTo>
                <a:lnTo>
                  <a:pt x="0" y="589991"/>
                </a:lnTo>
                <a:lnTo>
                  <a:pt x="0" y="592620"/>
                </a:lnTo>
                <a:lnTo>
                  <a:pt x="469" y="593737"/>
                </a:lnTo>
                <a:lnTo>
                  <a:pt x="2336" y="595604"/>
                </a:lnTo>
                <a:lnTo>
                  <a:pt x="3454" y="596061"/>
                </a:lnTo>
                <a:lnTo>
                  <a:pt x="6083" y="596061"/>
                </a:lnTo>
                <a:lnTo>
                  <a:pt x="7200" y="595604"/>
                </a:lnTo>
                <a:lnTo>
                  <a:pt x="9067" y="593737"/>
                </a:lnTo>
                <a:lnTo>
                  <a:pt x="9525" y="592620"/>
                </a:lnTo>
                <a:lnTo>
                  <a:pt x="9525" y="589991"/>
                </a:lnTo>
                <a:close/>
              </a:path>
              <a:path w="11201400" h="1183005">
                <a:moveTo>
                  <a:pt x="9525" y="3454"/>
                </a:moveTo>
                <a:lnTo>
                  <a:pt x="9067" y="2324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24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11201400" h="1183005">
                <a:moveTo>
                  <a:pt x="57150" y="1176528"/>
                </a:moveTo>
                <a:lnTo>
                  <a:pt x="56692" y="1175410"/>
                </a:lnTo>
                <a:lnTo>
                  <a:pt x="54825" y="1173543"/>
                </a:lnTo>
                <a:lnTo>
                  <a:pt x="53708" y="1173086"/>
                </a:lnTo>
                <a:lnTo>
                  <a:pt x="51079" y="1173086"/>
                </a:lnTo>
                <a:lnTo>
                  <a:pt x="49961" y="1173543"/>
                </a:lnTo>
                <a:lnTo>
                  <a:pt x="48094" y="1175410"/>
                </a:lnTo>
                <a:lnTo>
                  <a:pt x="47625" y="1176528"/>
                </a:lnTo>
                <a:lnTo>
                  <a:pt x="47625" y="1179156"/>
                </a:lnTo>
                <a:lnTo>
                  <a:pt x="48094" y="1180287"/>
                </a:lnTo>
                <a:lnTo>
                  <a:pt x="49961" y="1182141"/>
                </a:lnTo>
                <a:lnTo>
                  <a:pt x="51079" y="1182611"/>
                </a:lnTo>
                <a:lnTo>
                  <a:pt x="53708" y="1182611"/>
                </a:lnTo>
                <a:lnTo>
                  <a:pt x="54825" y="1182141"/>
                </a:lnTo>
                <a:lnTo>
                  <a:pt x="56692" y="1180287"/>
                </a:lnTo>
                <a:lnTo>
                  <a:pt x="57150" y="1179156"/>
                </a:lnTo>
                <a:lnTo>
                  <a:pt x="57150" y="1176528"/>
                </a:lnTo>
                <a:close/>
              </a:path>
              <a:path w="11201400" h="1183005">
                <a:moveTo>
                  <a:pt x="57150" y="589991"/>
                </a:moveTo>
                <a:lnTo>
                  <a:pt x="56692" y="588873"/>
                </a:lnTo>
                <a:lnTo>
                  <a:pt x="54825" y="587006"/>
                </a:lnTo>
                <a:lnTo>
                  <a:pt x="53708" y="586536"/>
                </a:lnTo>
                <a:lnTo>
                  <a:pt x="51079" y="586536"/>
                </a:lnTo>
                <a:lnTo>
                  <a:pt x="49961" y="587006"/>
                </a:lnTo>
                <a:lnTo>
                  <a:pt x="48094" y="588873"/>
                </a:lnTo>
                <a:lnTo>
                  <a:pt x="47625" y="589991"/>
                </a:lnTo>
                <a:lnTo>
                  <a:pt x="47625" y="592620"/>
                </a:lnTo>
                <a:lnTo>
                  <a:pt x="48094" y="593737"/>
                </a:lnTo>
                <a:lnTo>
                  <a:pt x="49961" y="595604"/>
                </a:lnTo>
                <a:lnTo>
                  <a:pt x="51079" y="596061"/>
                </a:lnTo>
                <a:lnTo>
                  <a:pt x="53708" y="596061"/>
                </a:lnTo>
                <a:lnTo>
                  <a:pt x="54825" y="595604"/>
                </a:lnTo>
                <a:lnTo>
                  <a:pt x="56692" y="593737"/>
                </a:lnTo>
                <a:lnTo>
                  <a:pt x="57150" y="592620"/>
                </a:lnTo>
                <a:lnTo>
                  <a:pt x="57150" y="589991"/>
                </a:lnTo>
                <a:close/>
              </a:path>
              <a:path w="11201400" h="1183005">
                <a:moveTo>
                  <a:pt x="57150" y="3454"/>
                </a:moveTo>
                <a:lnTo>
                  <a:pt x="56692" y="2324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24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11201400" h="1183005">
                <a:moveTo>
                  <a:pt x="104775" y="1176528"/>
                </a:moveTo>
                <a:lnTo>
                  <a:pt x="104317" y="1175410"/>
                </a:lnTo>
                <a:lnTo>
                  <a:pt x="102450" y="1173543"/>
                </a:lnTo>
                <a:lnTo>
                  <a:pt x="101333" y="1173086"/>
                </a:lnTo>
                <a:lnTo>
                  <a:pt x="98704" y="1173086"/>
                </a:lnTo>
                <a:lnTo>
                  <a:pt x="97586" y="1173543"/>
                </a:lnTo>
                <a:lnTo>
                  <a:pt x="95719" y="1175410"/>
                </a:lnTo>
                <a:lnTo>
                  <a:pt x="95250" y="1176528"/>
                </a:lnTo>
                <a:lnTo>
                  <a:pt x="95250" y="1179156"/>
                </a:lnTo>
                <a:lnTo>
                  <a:pt x="95719" y="1180287"/>
                </a:lnTo>
                <a:lnTo>
                  <a:pt x="97586" y="1182141"/>
                </a:lnTo>
                <a:lnTo>
                  <a:pt x="98704" y="1182611"/>
                </a:lnTo>
                <a:lnTo>
                  <a:pt x="101333" y="1182611"/>
                </a:lnTo>
                <a:lnTo>
                  <a:pt x="102450" y="1182141"/>
                </a:lnTo>
                <a:lnTo>
                  <a:pt x="104317" y="1180287"/>
                </a:lnTo>
                <a:lnTo>
                  <a:pt x="104775" y="1179156"/>
                </a:lnTo>
                <a:lnTo>
                  <a:pt x="104775" y="1176528"/>
                </a:lnTo>
                <a:close/>
              </a:path>
              <a:path w="11201400" h="1183005">
                <a:moveTo>
                  <a:pt x="104775" y="589991"/>
                </a:moveTo>
                <a:lnTo>
                  <a:pt x="104317" y="588873"/>
                </a:lnTo>
                <a:lnTo>
                  <a:pt x="102450" y="587006"/>
                </a:lnTo>
                <a:lnTo>
                  <a:pt x="101333" y="586536"/>
                </a:lnTo>
                <a:lnTo>
                  <a:pt x="98704" y="586536"/>
                </a:lnTo>
                <a:lnTo>
                  <a:pt x="97586" y="587006"/>
                </a:lnTo>
                <a:lnTo>
                  <a:pt x="95719" y="588873"/>
                </a:lnTo>
                <a:lnTo>
                  <a:pt x="95250" y="589991"/>
                </a:lnTo>
                <a:lnTo>
                  <a:pt x="95250" y="592620"/>
                </a:lnTo>
                <a:lnTo>
                  <a:pt x="95719" y="593737"/>
                </a:lnTo>
                <a:lnTo>
                  <a:pt x="97586" y="595604"/>
                </a:lnTo>
                <a:lnTo>
                  <a:pt x="98704" y="596061"/>
                </a:lnTo>
                <a:lnTo>
                  <a:pt x="101333" y="596061"/>
                </a:lnTo>
                <a:lnTo>
                  <a:pt x="102450" y="595604"/>
                </a:lnTo>
                <a:lnTo>
                  <a:pt x="104317" y="593737"/>
                </a:lnTo>
                <a:lnTo>
                  <a:pt x="104775" y="592620"/>
                </a:lnTo>
                <a:lnTo>
                  <a:pt x="104775" y="589991"/>
                </a:lnTo>
                <a:close/>
              </a:path>
              <a:path w="11201400" h="1183005">
                <a:moveTo>
                  <a:pt x="104775" y="3454"/>
                </a:moveTo>
                <a:lnTo>
                  <a:pt x="104317" y="2324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24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11201400" h="1183005">
                <a:moveTo>
                  <a:pt x="152400" y="1176528"/>
                </a:moveTo>
                <a:lnTo>
                  <a:pt x="151942" y="1175410"/>
                </a:lnTo>
                <a:lnTo>
                  <a:pt x="150075" y="1173543"/>
                </a:lnTo>
                <a:lnTo>
                  <a:pt x="148958" y="1173086"/>
                </a:lnTo>
                <a:lnTo>
                  <a:pt x="146329" y="1173086"/>
                </a:lnTo>
                <a:lnTo>
                  <a:pt x="145211" y="1173543"/>
                </a:lnTo>
                <a:lnTo>
                  <a:pt x="143344" y="1175410"/>
                </a:lnTo>
                <a:lnTo>
                  <a:pt x="142875" y="1176528"/>
                </a:lnTo>
                <a:lnTo>
                  <a:pt x="142875" y="1179156"/>
                </a:lnTo>
                <a:lnTo>
                  <a:pt x="143344" y="1180287"/>
                </a:lnTo>
                <a:lnTo>
                  <a:pt x="145211" y="1182141"/>
                </a:lnTo>
                <a:lnTo>
                  <a:pt x="146329" y="1182611"/>
                </a:lnTo>
                <a:lnTo>
                  <a:pt x="148958" y="1182611"/>
                </a:lnTo>
                <a:lnTo>
                  <a:pt x="150075" y="1182141"/>
                </a:lnTo>
                <a:lnTo>
                  <a:pt x="151942" y="1180287"/>
                </a:lnTo>
                <a:lnTo>
                  <a:pt x="152400" y="1179156"/>
                </a:lnTo>
                <a:lnTo>
                  <a:pt x="152400" y="1176528"/>
                </a:lnTo>
                <a:close/>
              </a:path>
              <a:path w="11201400" h="1183005">
                <a:moveTo>
                  <a:pt x="152400" y="589991"/>
                </a:moveTo>
                <a:lnTo>
                  <a:pt x="151942" y="588873"/>
                </a:lnTo>
                <a:lnTo>
                  <a:pt x="150075" y="587006"/>
                </a:lnTo>
                <a:lnTo>
                  <a:pt x="148958" y="586536"/>
                </a:lnTo>
                <a:lnTo>
                  <a:pt x="146329" y="586536"/>
                </a:lnTo>
                <a:lnTo>
                  <a:pt x="145211" y="587006"/>
                </a:lnTo>
                <a:lnTo>
                  <a:pt x="143344" y="588873"/>
                </a:lnTo>
                <a:lnTo>
                  <a:pt x="142875" y="589991"/>
                </a:lnTo>
                <a:lnTo>
                  <a:pt x="142875" y="592620"/>
                </a:lnTo>
                <a:lnTo>
                  <a:pt x="143344" y="593737"/>
                </a:lnTo>
                <a:lnTo>
                  <a:pt x="145211" y="595604"/>
                </a:lnTo>
                <a:lnTo>
                  <a:pt x="146329" y="596061"/>
                </a:lnTo>
                <a:lnTo>
                  <a:pt x="148958" y="596061"/>
                </a:lnTo>
                <a:lnTo>
                  <a:pt x="150075" y="595604"/>
                </a:lnTo>
                <a:lnTo>
                  <a:pt x="151942" y="593737"/>
                </a:lnTo>
                <a:lnTo>
                  <a:pt x="152400" y="592620"/>
                </a:lnTo>
                <a:lnTo>
                  <a:pt x="152400" y="589991"/>
                </a:lnTo>
                <a:close/>
              </a:path>
              <a:path w="11201400" h="1183005">
                <a:moveTo>
                  <a:pt x="152400" y="3454"/>
                </a:moveTo>
                <a:lnTo>
                  <a:pt x="151942" y="2324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24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11201400" h="1183005">
                <a:moveTo>
                  <a:pt x="200025" y="1176528"/>
                </a:moveTo>
                <a:lnTo>
                  <a:pt x="199567" y="1175410"/>
                </a:lnTo>
                <a:lnTo>
                  <a:pt x="197700" y="1173543"/>
                </a:lnTo>
                <a:lnTo>
                  <a:pt x="196583" y="1173086"/>
                </a:lnTo>
                <a:lnTo>
                  <a:pt x="193954" y="1173086"/>
                </a:lnTo>
                <a:lnTo>
                  <a:pt x="192836" y="1173543"/>
                </a:lnTo>
                <a:lnTo>
                  <a:pt x="190969" y="1175410"/>
                </a:lnTo>
                <a:lnTo>
                  <a:pt x="190500" y="1176528"/>
                </a:lnTo>
                <a:lnTo>
                  <a:pt x="190500" y="1179156"/>
                </a:lnTo>
                <a:lnTo>
                  <a:pt x="190969" y="1180287"/>
                </a:lnTo>
                <a:lnTo>
                  <a:pt x="192836" y="1182141"/>
                </a:lnTo>
                <a:lnTo>
                  <a:pt x="193954" y="1182611"/>
                </a:lnTo>
                <a:lnTo>
                  <a:pt x="196583" y="1182611"/>
                </a:lnTo>
                <a:lnTo>
                  <a:pt x="197700" y="1182141"/>
                </a:lnTo>
                <a:lnTo>
                  <a:pt x="199567" y="1180287"/>
                </a:lnTo>
                <a:lnTo>
                  <a:pt x="200025" y="1179156"/>
                </a:lnTo>
                <a:lnTo>
                  <a:pt x="200025" y="1176528"/>
                </a:lnTo>
                <a:close/>
              </a:path>
              <a:path w="11201400" h="1183005">
                <a:moveTo>
                  <a:pt x="200025" y="589991"/>
                </a:moveTo>
                <a:lnTo>
                  <a:pt x="199567" y="588873"/>
                </a:lnTo>
                <a:lnTo>
                  <a:pt x="197700" y="587006"/>
                </a:lnTo>
                <a:lnTo>
                  <a:pt x="196583" y="586536"/>
                </a:lnTo>
                <a:lnTo>
                  <a:pt x="193954" y="586536"/>
                </a:lnTo>
                <a:lnTo>
                  <a:pt x="192836" y="587006"/>
                </a:lnTo>
                <a:lnTo>
                  <a:pt x="190969" y="588873"/>
                </a:lnTo>
                <a:lnTo>
                  <a:pt x="190500" y="589991"/>
                </a:lnTo>
                <a:lnTo>
                  <a:pt x="190500" y="592620"/>
                </a:lnTo>
                <a:lnTo>
                  <a:pt x="190969" y="593737"/>
                </a:lnTo>
                <a:lnTo>
                  <a:pt x="192836" y="595604"/>
                </a:lnTo>
                <a:lnTo>
                  <a:pt x="193954" y="596061"/>
                </a:lnTo>
                <a:lnTo>
                  <a:pt x="196583" y="596061"/>
                </a:lnTo>
                <a:lnTo>
                  <a:pt x="197700" y="595604"/>
                </a:lnTo>
                <a:lnTo>
                  <a:pt x="199567" y="593737"/>
                </a:lnTo>
                <a:lnTo>
                  <a:pt x="200025" y="592620"/>
                </a:lnTo>
                <a:lnTo>
                  <a:pt x="200025" y="589991"/>
                </a:lnTo>
                <a:close/>
              </a:path>
              <a:path w="11201400" h="1183005">
                <a:moveTo>
                  <a:pt x="200025" y="3454"/>
                </a:moveTo>
                <a:lnTo>
                  <a:pt x="199567" y="2324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24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11201400" h="1183005">
                <a:moveTo>
                  <a:pt x="247650" y="1176528"/>
                </a:moveTo>
                <a:lnTo>
                  <a:pt x="247192" y="1175410"/>
                </a:lnTo>
                <a:lnTo>
                  <a:pt x="245325" y="1173543"/>
                </a:lnTo>
                <a:lnTo>
                  <a:pt x="244208" y="1173086"/>
                </a:lnTo>
                <a:lnTo>
                  <a:pt x="241579" y="1173086"/>
                </a:lnTo>
                <a:lnTo>
                  <a:pt x="240461" y="1173543"/>
                </a:lnTo>
                <a:lnTo>
                  <a:pt x="238594" y="1175410"/>
                </a:lnTo>
                <a:lnTo>
                  <a:pt x="238125" y="1176528"/>
                </a:lnTo>
                <a:lnTo>
                  <a:pt x="238125" y="1179156"/>
                </a:lnTo>
                <a:lnTo>
                  <a:pt x="238594" y="1180287"/>
                </a:lnTo>
                <a:lnTo>
                  <a:pt x="240461" y="1182141"/>
                </a:lnTo>
                <a:lnTo>
                  <a:pt x="241579" y="1182611"/>
                </a:lnTo>
                <a:lnTo>
                  <a:pt x="244208" y="1182611"/>
                </a:lnTo>
                <a:lnTo>
                  <a:pt x="245325" y="1182141"/>
                </a:lnTo>
                <a:lnTo>
                  <a:pt x="247192" y="1180287"/>
                </a:lnTo>
                <a:lnTo>
                  <a:pt x="247650" y="1179156"/>
                </a:lnTo>
                <a:lnTo>
                  <a:pt x="247650" y="1176528"/>
                </a:lnTo>
                <a:close/>
              </a:path>
              <a:path w="11201400" h="1183005">
                <a:moveTo>
                  <a:pt x="247650" y="589991"/>
                </a:moveTo>
                <a:lnTo>
                  <a:pt x="247192" y="588873"/>
                </a:lnTo>
                <a:lnTo>
                  <a:pt x="245325" y="587006"/>
                </a:lnTo>
                <a:lnTo>
                  <a:pt x="244208" y="586536"/>
                </a:lnTo>
                <a:lnTo>
                  <a:pt x="241579" y="586536"/>
                </a:lnTo>
                <a:lnTo>
                  <a:pt x="240461" y="587006"/>
                </a:lnTo>
                <a:lnTo>
                  <a:pt x="238594" y="588873"/>
                </a:lnTo>
                <a:lnTo>
                  <a:pt x="238125" y="589991"/>
                </a:lnTo>
                <a:lnTo>
                  <a:pt x="238125" y="592620"/>
                </a:lnTo>
                <a:lnTo>
                  <a:pt x="238594" y="593737"/>
                </a:lnTo>
                <a:lnTo>
                  <a:pt x="240461" y="595604"/>
                </a:lnTo>
                <a:lnTo>
                  <a:pt x="241579" y="596061"/>
                </a:lnTo>
                <a:lnTo>
                  <a:pt x="244208" y="596061"/>
                </a:lnTo>
                <a:lnTo>
                  <a:pt x="245325" y="595604"/>
                </a:lnTo>
                <a:lnTo>
                  <a:pt x="247192" y="593737"/>
                </a:lnTo>
                <a:lnTo>
                  <a:pt x="247650" y="592620"/>
                </a:lnTo>
                <a:lnTo>
                  <a:pt x="247650" y="589991"/>
                </a:lnTo>
                <a:close/>
              </a:path>
              <a:path w="11201400" h="1183005">
                <a:moveTo>
                  <a:pt x="247650" y="3454"/>
                </a:moveTo>
                <a:lnTo>
                  <a:pt x="247192" y="2324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24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11201400" h="1183005">
                <a:moveTo>
                  <a:pt x="295275" y="1176528"/>
                </a:moveTo>
                <a:lnTo>
                  <a:pt x="294817" y="1175410"/>
                </a:lnTo>
                <a:lnTo>
                  <a:pt x="292950" y="1173543"/>
                </a:lnTo>
                <a:lnTo>
                  <a:pt x="291833" y="1173086"/>
                </a:lnTo>
                <a:lnTo>
                  <a:pt x="289204" y="1173086"/>
                </a:lnTo>
                <a:lnTo>
                  <a:pt x="288086" y="1173543"/>
                </a:lnTo>
                <a:lnTo>
                  <a:pt x="286219" y="1175410"/>
                </a:lnTo>
                <a:lnTo>
                  <a:pt x="285750" y="1176528"/>
                </a:lnTo>
                <a:lnTo>
                  <a:pt x="285750" y="1179156"/>
                </a:lnTo>
                <a:lnTo>
                  <a:pt x="286219" y="1180287"/>
                </a:lnTo>
                <a:lnTo>
                  <a:pt x="288086" y="1182141"/>
                </a:lnTo>
                <a:lnTo>
                  <a:pt x="289204" y="1182611"/>
                </a:lnTo>
                <a:lnTo>
                  <a:pt x="291833" y="1182611"/>
                </a:lnTo>
                <a:lnTo>
                  <a:pt x="292950" y="1182141"/>
                </a:lnTo>
                <a:lnTo>
                  <a:pt x="294817" y="1180287"/>
                </a:lnTo>
                <a:lnTo>
                  <a:pt x="295275" y="1179156"/>
                </a:lnTo>
                <a:lnTo>
                  <a:pt x="295275" y="1176528"/>
                </a:lnTo>
                <a:close/>
              </a:path>
              <a:path w="11201400" h="1183005">
                <a:moveTo>
                  <a:pt x="295275" y="589991"/>
                </a:moveTo>
                <a:lnTo>
                  <a:pt x="294817" y="588873"/>
                </a:lnTo>
                <a:lnTo>
                  <a:pt x="292950" y="587006"/>
                </a:lnTo>
                <a:lnTo>
                  <a:pt x="291833" y="586536"/>
                </a:lnTo>
                <a:lnTo>
                  <a:pt x="289204" y="586536"/>
                </a:lnTo>
                <a:lnTo>
                  <a:pt x="288086" y="587006"/>
                </a:lnTo>
                <a:lnTo>
                  <a:pt x="286219" y="588873"/>
                </a:lnTo>
                <a:lnTo>
                  <a:pt x="285750" y="589991"/>
                </a:lnTo>
                <a:lnTo>
                  <a:pt x="285750" y="592620"/>
                </a:lnTo>
                <a:lnTo>
                  <a:pt x="286219" y="593737"/>
                </a:lnTo>
                <a:lnTo>
                  <a:pt x="288086" y="595604"/>
                </a:lnTo>
                <a:lnTo>
                  <a:pt x="289204" y="596061"/>
                </a:lnTo>
                <a:lnTo>
                  <a:pt x="291833" y="596061"/>
                </a:lnTo>
                <a:lnTo>
                  <a:pt x="292950" y="595604"/>
                </a:lnTo>
                <a:lnTo>
                  <a:pt x="294817" y="593737"/>
                </a:lnTo>
                <a:lnTo>
                  <a:pt x="295275" y="592620"/>
                </a:lnTo>
                <a:lnTo>
                  <a:pt x="295275" y="589991"/>
                </a:lnTo>
                <a:close/>
              </a:path>
              <a:path w="11201400" h="1183005">
                <a:moveTo>
                  <a:pt x="295275" y="3454"/>
                </a:moveTo>
                <a:lnTo>
                  <a:pt x="294817" y="2324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24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11201400" h="1183005">
                <a:moveTo>
                  <a:pt x="342900" y="1176528"/>
                </a:moveTo>
                <a:lnTo>
                  <a:pt x="342442" y="1175410"/>
                </a:lnTo>
                <a:lnTo>
                  <a:pt x="340575" y="1173543"/>
                </a:lnTo>
                <a:lnTo>
                  <a:pt x="339458" y="1173086"/>
                </a:lnTo>
                <a:lnTo>
                  <a:pt x="336829" y="1173086"/>
                </a:lnTo>
                <a:lnTo>
                  <a:pt x="335711" y="1173543"/>
                </a:lnTo>
                <a:lnTo>
                  <a:pt x="333844" y="1175410"/>
                </a:lnTo>
                <a:lnTo>
                  <a:pt x="333375" y="1176528"/>
                </a:lnTo>
                <a:lnTo>
                  <a:pt x="333375" y="1179156"/>
                </a:lnTo>
                <a:lnTo>
                  <a:pt x="333844" y="1180287"/>
                </a:lnTo>
                <a:lnTo>
                  <a:pt x="335711" y="1182141"/>
                </a:lnTo>
                <a:lnTo>
                  <a:pt x="336829" y="1182611"/>
                </a:lnTo>
                <a:lnTo>
                  <a:pt x="339458" y="1182611"/>
                </a:lnTo>
                <a:lnTo>
                  <a:pt x="340575" y="1182141"/>
                </a:lnTo>
                <a:lnTo>
                  <a:pt x="342442" y="1180287"/>
                </a:lnTo>
                <a:lnTo>
                  <a:pt x="342900" y="1179156"/>
                </a:lnTo>
                <a:lnTo>
                  <a:pt x="342900" y="1176528"/>
                </a:lnTo>
                <a:close/>
              </a:path>
              <a:path w="11201400" h="1183005">
                <a:moveTo>
                  <a:pt x="342900" y="589991"/>
                </a:moveTo>
                <a:lnTo>
                  <a:pt x="342442" y="588873"/>
                </a:lnTo>
                <a:lnTo>
                  <a:pt x="340575" y="587006"/>
                </a:lnTo>
                <a:lnTo>
                  <a:pt x="339458" y="586536"/>
                </a:lnTo>
                <a:lnTo>
                  <a:pt x="336829" y="586536"/>
                </a:lnTo>
                <a:lnTo>
                  <a:pt x="335711" y="587006"/>
                </a:lnTo>
                <a:lnTo>
                  <a:pt x="333844" y="588873"/>
                </a:lnTo>
                <a:lnTo>
                  <a:pt x="333375" y="589991"/>
                </a:lnTo>
                <a:lnTo>
                  <a:pt x="333375" y="592620"/>
                </a:lnTo>
                <a:lnTo>
                  <a:pt x="333844" y="593737"/>
                </a:lnTo>
                <a:lnTo>
                  <a:pt x="335711" y="595604"/>
                </a:lnTo>
                <a:lnTo>
                  <a:pt x="336829" y="596061"/>
                </a:lnTo>
                <a:lnTo>
                  <a:pt x="339458" y="596061"/>
                </a:lnTo>
                <a:lnTo>
                  <a:pt x="340575" y="595604"/>
                </a:lnTo>
                <a:lnTo>
                  <a:pt x="342442" y="593737"/>
                </a:lnTo>
                <a:lnTo>
                  <a:pt x="342900" y="592620"/>
                </a:lnTo>
                <a:lnTo>
                  <a:pt x="342900" y="589991"/>
                </a:lnTo>
                <a:close/>
              </a:path>
              <a:path w="11201400" h="1183005">
                <a:moveTo>
                  <a:pt x="342900" y="3454"/>
                </a:moveTo>
                <a:lnTo>
                  <a:pt x="342442" y="2324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24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11201400" h="1183005">
                <a:moveTo>
                  <a:pt x="390525" y="1176528"/>
                </a:moveTo>
                <a:lnTo>
                  <a:pt x="390067" y="1175410"/>
                </a:lnTo>
                <a:lnTo>
                  <a:pt x="388200" y="1173543"/>
                </a:lnTo>
                <a:lnTo>
                  <a:pt x="387083" y="1173086"/>
                </a:lnTo>
                <a:lnTo>
                  <a:pt x="384454" y="1173086"/>
                </a:lnTo>
                <a:lnTo>
                  <a:pt x="383336" y="1173543"/>
                </a:lnTo>
                <a:lnTo>
                  <a:pt x="381469" y="1175410"/>
                </a:lnTo>
                <a:lnTo>
                  <a:pt x="381000" y="1176528"/>
                </a:lnTo>
                <a:lnTo>
                  <a:pt x="381000" y="1179156"/>
                </a:lnTo>
                <a:lnTo>
                  <a:pt x="381469" y="1180287"/>
                </a:lnTo>
                <a:lnTo>
                  <a:pt x="383336" y="1182141"/>
                </a:lnTo>
                <a:lnTo>
                  <a:pt x="384454" y="1182611"/>
                </a:lnTo>
                <a:lnTo>
                  <a:pt x="387083" y="1182611"/>
                </a:lnTo>
                <a:lnTo>
                  <a:pt x="388200" y="1182141"/>
                </a:lnTo>
                <a:lnTo>
                  <a:pt x="390067" y="1180287"/>
                </a:lnTo>
                <a:lnTo>
                  <a:pt x="390525" y="1179156"/>
                </a:lnTo>
                <a:lnTo>
                  <a:pt x="390525" y="1176528"/>
                </a:lnTo>
                <a:close/>
              </a:path>
              <a:path w="11201400" h="1183005">
                <a:moveTo>
                  <a:pt x="390525" y="589991"/>
                </a:moveTo>
                <a:lnTo>
                  <a:pt x="390067" y="588873"/>
                </a:lnTo>
                <a:lnTo>
                  <a:pt x="388200" y="587006"/>
                </a:lnTo>
                <a:lnTo>
                  <a:pt x="387083" y="586536"/>
                </a:lnTo>
                <a:lnTo>
                  <a:pt x="384454" y="586536"/>
                </a:lnTo>
                <a:lnTo>
                  <a:pt x="383336" y="587006"/>
                </a:lnTo>
                <a:lnTo>
                  <a:pt x="381469" y="588873"/>
                </a:lnTo>
                <a:lnTo>
                  <a:pt x="381000" y="589991"/>
                </a:lnTo>
                <a:lnTo>
                  <a:pt x="381000" y="592620"/>
                </a:lnTo>
                <a:lnTo>
                  <a:pt x="381469" y="593737"/>
                </a:lnTo>
                <a:lnTo>
                  <a:pt x="383336" y="595604"/>
                </a:lnTo>
                <a:lnTo>
                  <a:pt x="384454" y="596061"/>
                </a:lnTo>
                <a:lnTo>
                  <a:pt x="387083" y="596061"/>
                </a:lnTo>
                <a:lnTo>
                  <a:pt x="388200" y="595604"/>
                </a:lnTo>
                <a:lnTo>
                  <a:pt x="390067" y="593737"/>
                </a:lnTo>
                <a:lnTo>
                  <a:pt x="390525" y="592620"/>
                </a:lnTo>
                <a:lnTo>
                  <a:pt x="390525" y="589991"/>
                </a:lnTo>
                <a:close/>
              </a:path>
              <a:path w="11201400" h="1183005">
                <a:moveTo>
                  <a:pt x="390525" y="3454"/>
                </a:moveTo>
                <a:lnTo>
                  <a:pt x="390067" y="2324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24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11201400" h="1183005">
                <a:moveTo>
                  <a:pt x="438150" y="1176528"/>
                </a:moveTo>
                <a:lnTo>
                  <a:pt x="437692" y="1175410"/>
                </a:lnTo>
                <a:lnTo>
                  <a:pt x="435825" y="1173543"/>
                </a:lnTo>
                <a:lnTo>
                  <a:pt x="434708" y="1173086"/>
                </a:lnTo>
                <a:lnTo>
                  <a:pt x="432079" y="1173086"/>
                </a:lnTo>
                <a:lnTo>
                  <a:pt x="430961" y="1173543"/>
                </a:lnTo>
                <a:lnTo>
                  <a:pt x="429094" y="1175410"/>
                </a:lnTo>
                <a:lnTo>
                  <a:pt x="428625" y="1176528"/>
                </a:lnTo>
                <a:lnTo>
                  <a:pt x="428625" y="1179156"/>
                </a:lnTo>
                <a:lnTo>
                  <a:pt x="429094" y="1180287"/>
                </a:lnTo>
                <a:lnTo>
                  <a:pt x="430961" y="1182141"/>
                </a:lnTo>
                <a:lnTo>
                  <a:pt x="432079" y="1182611"/>
                </a:lnTo>
                <a:lnTo>
                  <a:pt x="434708" y="1182611"/>
                </a:lnTo>
                <a:lnTo>
                  <a:pt x="435825" y="1182141"/>
                </a:lnTo>
                <a:lnTo>
                  <a:pt x="437692" y="1180287"/>
                </a:lnTo>
                <a:lnTo>
                  <a:pt x="438150" y="1179156"/>
                </a:lnTo>
                <a:lnTo>
                  <a:pt x="438150" y="1176528"/>
                </a:lnTo>
                <a:close/>
              </a:path>
              <a:path w="11201400" h="1183005">
                <a:moveTo>
                  <a:pt x="438150" y="589991"/>
                </a:moveTo>
                <a:lnTo>
                  <a:pt x="437692" y="588873"/>
                </a:lnTo>
                <a:lnTo>
                  <a:pt x="435825" y="587006"/>
                </a:lnTo>
                <a:lnTo>
                  <a:pt x="434708" y="586536"/>
                </a:lnTo>
                <a:lnTo>
                  <a:pt x="432079" y="586536"/>
                </a:lnTo>
                <a:lnTo>
                  <a:pt x="430961" y="587006"/>
                </a:lnTo>
                <a:lnTo>
                  <a:pt x="429094" y="588873"/>
                </a:lnTo>
                <a:lnTo>
                  <a:pt x="428625" y="589991"/>
                </a:lnTo>
                <a:lnTo>
                  <a:pt x="428625" y="592620"/>
                </a:lnTo>
                <a:lnTo>
                  <a:pt x="429094" y="593737"/>
                </a:lnTo>
                <a:lnTo>
                  <a:pt x="430961" y="595604"/>
                </a:lnTo>
                <a:lnTo>
                  <a:pt x="432079" y="596061"/>
                </a:lnTo>
                <a:lnTo>
                  <a:pt x="434708" y="596061"/>
                </a:lnTo>
                <a:lnTo>
                  <a:pt x="435825" y="595604"/>
                </a:lnTo>
                <a:lnTo>
                  <a:pt x="437692" y="593737"/>
                </a:lnTo>
                <a:lnTo>
                  <a:pt x="438150" y="592620"/>
                </a:lnTo>
                <a:lnTo>
                  <a:pt x="438150" y="589991"/>
                </a:lnTo>
                <a:close/>
              </a:path>
              <a:path w="11201400" h="1183005">
                <a:moveTo>
                  <a:pt x="438150" y="3454"/>
                </a:moveTo>
                <a:lnTo>
                  <a:pt x="437692" y="2324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24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11201400" h="1183005">
                <a:moveTo>
                  <a:pt x="485775" y="1176528"/>
                </a:moveTo>
                <a:lnTo>
                  <a:pt x="485317" y="1175410"/>
                </a:lnTo>
                <a:lnTo>
                  <a:pt x="483450" y="1173543"/>
                </a:lnTo>
                <a:lnTo>
                  <a:pt x="482333" y="1173086"/>
                </a:lnTo>
                <a:lnTo>
                  <a:pt x="479704" y="1173086"/>
                </a:lnTo>
                <a:lnTo>
                  <a:pt x="478586" y="1173543"/>
                </a:lnTo>
                <a:lnTo>
                  <a:pt x="476719" y="1175410"/>
                </a:lnTo>
                <a:lnTo>
                  <a:pt x="476250" y="1176528"/>
                </a:lnTo>
                <a:lnTo>
                  <a:pt x="476250" y="1179156"/>
                </a:lnTo>
                <a:lnTo>
                  <a:pt x="476719" y="1180287"/>
                </a:lnTo>
                <a:lnTo>
                  <a:pt x="478586" y="1182141"/>
                </a:lnTo>
                <a:lnTo>
                  <a:pt x="479704" y="1182611"/>
                </a:lnTo>
                <a:lnTo>
                  <a:pt x="482333" y="1182611"/>
                </a:lnTo>
                <a:lnTo>
                  <a:pt x="483450" y="1182141"/>
                </a:lnTo>
                <a:lnTo>
                  <a:pt x="485317" y="1180287"/>
                </a:lnTo>
                <a:lnTo>
                  <a:pt x="485775" y="1179156"/>
                </a:lnTo>
                <a:lnTo>
                  <a:pt x="485775" y="1176528"/>
                </a:lnTo>
                <a:close/>
              </a:path>
              <a:path w="11201400" h="1183005">
                <a:moveTo>
                  <a:pt x="485775" y="589991"/>
                </a:moveTo>
                <a:lnTo>
                  <a:pt x="485317" y="588873"/>
                </a:lnTo>
                <a:lnTo>
                  <a:pt x="483450" y="587006"/>
                </a:lnTo>
                <a:lnTo>
                  <a:pt x="482333" y="586536"/>
                </a:lnTo>
                <a:lnTo>
                  <a:pt x="479704" y="586536"/>
                </a:lnTo>
                <a:lnTo>
                  <a:pt x="478586" y="587006"/>
                </a:lnTo>
                <a:lnTo>
                  <a:pt x="476719" y="588873"/>
                </a:lnTo>
                <a:lnTo>
                  <a:pt x="476250" y="589991"/>
                </a:lnTo>
                <a:lnTo>
                  <a:pt x="476250" y="592620"/>
                </a:lnTo>
                <a:lnTo>
                  <a:pt x="476719" y="593737"/>
                </a:lnTo>
                <a:lnTo>
                  <a:pt x="478586" y="595604"/>
                </a:lnTo>
                <a:lnTo>
                  <a:pt x="479704" y="596061"/>
                </a:lnTo>
                <a:lnTo>
                  <a:pt x="482333" y="596061"/>
                </a:lnTo>
                <a:lnTo>
                  <a:pt x="483450" y="595604"/>
                </a:lnTo>
                <a:lnTo>
                  <a:pt x="485317" y="593737"/>
                </a:lnTo>
                <a:lnTo>
                  <a:pt x="485775" y="592620"/>
                </a:lnTo>
                <a:lnTo>
                  <a:pt x="485775" y="589991"/>
                </a:lnTo>
                <a:close/>
              </a:path>
              <a:path w="11201400" h="1183005">
                <a:moveTo>
                  <a:pt x="485775" y="3454"/>
                </a:moveTo>
                <a:lnTo>
                  <a:pt x="485317" y="2324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24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11201400" h="1183005">
                <a:moveTo>
                  <a:pt x="533400" y="1176528"/>
                </a:moveTo>
                <a:lnTo>
                  <a:pt x="532942" y="1175410"/>
                </a:lnTo>
                <a:lnTo>
                  <a:pt x="531075" y="1173543"/>
                </a:lnTo>
                <a:lnTo>
                  <a:pt x="529958" y="1173086"/>
                </a:lnTo>
                <a:lnTo>
                  <a:pt x="527329" y="1173086"/>
                </a:lnTo>
                <a:lnTo>
                  <a:pt x="526211" y="1173543"/>
                </a:lnTo>
                <a:lnTo>
                  <a:pt x="524344" y="1175410"/>
                </a:lnTo>
                <a:lnTo>
                  <a:pt x="523875" y="1176528"/>
                </a:lnTo>
                <a:lnTo>
                  <a:pt x="523875" y="1179156"/>
                </a:lnTo>
                <a:lnTo>
                  <a:pt x="524344" y="1180287"/>
                </a:lnTo>
                <a:lnTo>
                  <a:pt x="526211" y="1182141"/>
                </a:lnTo>
                <a:lnTo>
                  <a:pt x="527329" y="1182611"/>
                </a:lnTo>
                <a:lnTo>
                  <a:pt x="529958" y="1182611"/>
                </a:lnTo>
                <a:lnTo>
                  <a:pt x="531075" y="1182141"/>
                </a:lnTo>
                <a:lnTo>
                  <a:pt x="532942" y="1180287"/>
                </a:lnTo>
                <a:lnTo>
                  <a:pt x="533400" y="1179156"/>
                </a:lnTo>
                <a:lnTo>
                  <a:pt x="533400" y="1176528"/>
                </a:lnTo>
                <a:close/>
              </a:path>
              <a:path w="11201400" h="1183005">
                <a:moveTo>
                  <a:pt x="533400" y="589991"/>
                </a:moveTo>
                <a:lnTo>
                  <a:pt x="532942" y="588873"/>
                </a:lnTo>
                <a:lnTo>
                  <a:pt x="531075" y="587006"/>
                </a:lnTo>
                <a:lnTo>
                  <a:pt x="529958" y="586536"/>
                </a:lnTo>
                <a:lnTo>
                  <a:pt x="527329" y="586536"/>
                </a:lnTo>
                <a:lnTo>
                  <a:pt x="526211" y="587006"/>
                </a:lnTo>
                <a:lnTo>
                  <a:pt x="524344" y="588873"/>
                </a:lnTo>
                <a:lnTo>
                  <a:pt x="523875" y="589991"/>
                </a:lnTo>
                <a:lnTo>
                  <a:pt x="523875" y="592620"/>
                </a:lnTo>
                <a:lnTo>
                  <a:pt x="524344" y="593737"/>
                </a:lnTo>
                <a:lnTo>
                  <a:pt x="526211" y="595604"/>
                </a:lnTo>
                <a:lnTo>
                  <a:pt x="527329" y="596061"/>
                </a:lnTo>
                <a:lnTo>
                  <a:pt x="529958" y="596061"/>
                </a:lnTo>
                <a:lnTo>
                  <a:pt x="531075" y="595604"/>
                </a:lnTo>
                <a:lnTo>
                  <a:pt x="532942" y="593737"/>
                </a:lnTo>
                <a:lnTo>
                  <a:pt x="533400" y="592620"/>
                </a:lnTo>
                <a:lnTo>
                  <a:pt x="533400" y="589991"/>
                </a:lnTo>
                <a:close/>
              </a:path>
              <a:path w="11201400" h="1183005">
                <a:moveTo>
                  <a:pt x="533400" y="3454"/>
                </a:moveTo>
                <a:lnTo>
                  <a:pt x="532942" y="2324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24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11201400" h="1183005">
                <a:moveTo>
                  <a:pt x="581025" y="1176528"/>
                </a:moveTo>
                <a:lnTo>
                  <a:pt x="580567" y="1175410"/>
                </a:lnTo>
                <a:lnTo>
                  <a:pt x="578700" y="1173543"/>
                </a:lnTo>
                <a:lnTo>
                  <a:pt x="577583" y="1173086"/>
                </a:lnTo>
                <a:lnTo>
                  <a:pt x="574954" y="1173086"/>
                </a:lnTo>
                <a:lnTo>
                  <a:pt x="573836" y="1173543"/>
                </a:lnTo>
                <a:lnTo>
                  <a:pt x="571969" y="1175410"/>
                </a:lnTo>
                <a:lnTo>
                  <a:pt x="571500" y="1176528"/>
                </a:lnTo>
                <a:lnTo>
                  <a:pt x="571500" y="1179156"/>
                </a:lnTo>
                <a:lnTo>
                  <a:pt x="571969" y="1180287"/>
                </a:lnTo>
                <a:lnTo>
                  <a:pt x="573836" y="1182141"/>
                </a:lnTo>
                <a:lnTo>
                  <a:pt x="574954" y="1182611"/>
                </a:lnTo>
                <a:lnTo>
                  <a:pt x="577583" y="1182611"/>
                </a:lnTo>
                <a:lnTo>
                  <a:pt x="578700" y="1182141"/>
                </a:lnTo>
                <a:lnTo>
                  <a:pt x="580567" y="1180287"/>
                </a:lnTo>
                <a:lnTo>
                  <a:pt x="581025" y="1179156"/>
                </a:lnTo>
                <a:lnTo>
                  <a:pt x="581025" y="1176528"/>
                </a:lnTo>
                <a:close/>
              </a:path>
              <a:path w="11201400" h="1183005">
                <a:moveTo>
                  <a:pt x="581025" y="589991"/>
                </a:moveTo>
                <a:lnTo>
                  <a:pt x="580567" y="588873"/>
                </a:lnTo>
                <a:lnTo>
                  <a:pt x="578700" y="587006"/>
                </a:lnTo>
                <a:lnTo>
                  <a:pt x="577583" y="586536"/>
                </a:lnTo>
                <a:lnTo>
                  <a:pt x="574954" y="586536"/>
                </a:lnTo>
                <a:lnTo>
                  <a:pt x="573836" y="587006"/>
                </a:lnTo>
                <a:lnTo>
                  <a:pt x="571969" y="588873"/>
                </a:lnTo>
                <a:lnTo>
                  <a:pt x="571500" y="589991"/>
                </a:lnTo>
                <a:lnTo>
                  <a:pt x="571500" y="592620"/>
                </a:lnTo>
                <a:lnTo>
                  <a:pt x="571969" y="593737"/>
                </a:lnTo>
                <a:lnTo>
                  <a:pt x="573836" y="595604"/>
                </a:lnTo>
                <a:lnTo>
                  <a:pt x="574954" y="596061"/>
                </a:lnTo>
                <a:lnTo>
                  <a:pt x="577583" y="596061"/>
                </a:lnTo>
                <a:lnTo>
                  <a:pt x="578700" y="595604"/>
                </a:lnTo>
                <a:lnTo>
                  <a:pt x="580567" y="593737"/>
                </a:lnTo>
                <a:lnTo>
                  <a:pt x="581025" y="592620"/>
                </a:lnTo>
                <a:lnTo>
                  <a:pt x="581025" y="589991"/>
                </a:lnTo>
                <a:close/>
              </a:path>
              <a:path w="11201400" h="1183005">
                <a:moveTo>
                  <a:pt x="581025" y="3454"/>
                </a:moveTo>
                <a:lnTo>
                  <a:pt x="580567" y="2324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24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11201400" h="1183005">
                <a:moveTo>
                  <a:pt x="628650" y="1176528"/>
                </a:moveTo>
                <a:lnTo>
                  <a:pt x="628192" y="1175410"/>
                </a:lnTo>
                <a:lnTo>
                  <a:pt x="626325" y="1173543"/>
                </a:lnTo>
                <a:lnTo>
                  <a:pt x="625208" y="1173086"/>
                </a:lnTo>
                <a:lnTo>
                  <a:pt x="622579" y="1173086"/>
                </a:lnTo>
                <a:lnTo>
                  <a:pt x="621461" y="1173543"/>
                </a:lnTo>
                <a:lnTo>
                  <a:pt x="619594" y="1175410"/>
                </a:lnTo>
                <a:lnTo>
                  <a:pt x="619125" y="1176528"/>
                </a:lnTo>
                <a:lnTo>
                  <a:pt x="619125" y="1179156"/>
                </a:lnTo>
                <a:lnTo>
                  <a:pt x="619594" y="1180287"/>
                </a:lnTo>
                <a:lnTo>
                  <a:pt x="621461" y="1182141"/>
                </a:lnTo>
                <a:lnTo>
                  <a:pt x="622579" y="1182611"/>
                </a:lnTo>
                <a:lnTo>
                  <a:pt x="625208" y="1182611"/>
                </a:lnTo>
                <a:lnTo>
                  <a:pt x="626325" y="1182141"/>
                </a:lnTo>
                <a:lnTo>
                  <a:pt x="628192" y="1180287"/>
                </a:lnTo>
                <a:lnTo>
                  <a:pt x="628650" y="1179156"/>
                </a:lnTo>
                <a:lnTo>
                  <a:pt x="628650" y="1176528"/>
                </a:lnTo>
                <a:close/>
              </a:path>
              <a:path w="11201400" h="1183005">
                <a:moveTo>
                  <a:pt x="628650" y="589991"/>
                </a:moveTo>
                <a:lnTo>
                  <a:pt x="628192" y="588873"/>
                </a:lnTo>
                <a:lnTo>
                  <a:pt x="626325" y="587006"/>
                </a:lnTo>
                <a:lnTo>
                  <a:pt x="625208" y="586536"/>
                </a:lnTo>
                <a:lnTo>
                  <a:pt x="622579" y="586536"/>
                </a:lnTo>
                <a:lnTo>
                  <a:pt x="621461" y="587006"/>
                </a:lnTo>
                <a:lnTo>
                  <a:pt x="619594" y="588873"/>
                </a:lnTo>
                <a:lnTo>
                  <a:pt x="619125" y="589991"/>
                </a:lnTo>
                <a:lnTo>
                  <a:pt x="619125" y="592620"/>
                </a:lnTo>
                <a:lnTo>
                  <a:pt x="619594" y="593737"/>
                </a:lnTo>
                <a:lnTo>
                  <a:pt x="621461" y="595604"/>
                </a:lnTo>
                <a:lnTo>
                  <a:pt x="622579" y="596061"/>
                </a:lnTo>
                <a:lnTo>
                  <a:pt x="625208" y="596061"/>
                </a:lnTo>
                <a:lnTo>
                  <a:pt x="626325" y="595604"/>
                </a:lnTo>
                <a:lnTo>
                  <a:pt x="628192" y="593737"/>
                </a:lnTo>
                <a:lnTo>
                  <a:pt x="628650" y="592620"/>
                </a:lnTo>
                <a:lnTo>
                  <a:pt x="628650" y="589991"/>
                </a:lnTo>
                <a:close/>
              </a:path>
              <a:path w="11201400" h="1183005">
                <a:moveTo>
                  <a:pt x="628650" y="3454"/>
                </a:moveTo>
                <a:lnTo>
                  <a:pt x="628192" y="2324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24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11201400" h="1183005">
                <a:moveTo>
                  <a:pt x="676275" y="1176528"/>
                </a:moveTo>
                <a:lnTo>
                  <a:pt x="675817" y="1175410"/>
                </a:lnTo>
                <a:lnTo>
                  <a:pt x="673950" y="1173543"/>
                </a:lnTo>
                <a:lnTo>
                  <a:pt x="672833" y="1173086"/>
                </a:lnTo>
                <a:lnTo>
                  <a:pt x="670204" y="1173086"/>
                </a:lnTo>
                <a:lnTo>
                  <a:pt x="669086" y="1173543"/>
                </a:lnTo>
                <a:lnTo>
                  <a:pt x="667219" y="1175410"/>
                </a:lnTo>
                <a:lnTo>
                  <a:pt x="666750" y="1176528"/>
                </a:lnTo>
                <a:lnTo>
                  <a:pt x="666750" y="1179156"/>
                </a:lnTo>
                <a:lnTo>
                  <a:pt x="667219" y="1180287"/>
                </a:lnTo>
                <a:lnTo>
                  <a:pt x="669086" y="1182141"/>
                </a:lnTo>
                <a:lnTo>
                  <a:pt x="670204" y="1182611"/>
                </a:lnTo>
                <a:lnTo>
                  <a:pt x="672833" y="1182611"/>
                </a:lnTo>
                <a:lnTo>
                  <a:pt x="673950" y="1182141"/>
                </a:lnTo>
                <a:lnTo>
                  <a:pt x="675817" y="1180287"/>
                </a:lnTo>
                <a:lnTo>
                  <a:pt x="676275" y="1179156"/>
                </a:lnTo>
                <a:lnTo>
                  <a:pt x="676275" y="1176528"/>
                </a:lnTo>
                <a:close/>
              </a:path>
              <a:path w="11201400" h="1183005">
                <a:moveTo>
                  <a:pt x="676275" y="589991"/>
                </a:moveTo>
                <a:lnTo>
                  <a:pt x="675817" y="588873"/>
                </a:lnTo>
                <a:lnTo>
                  <a:pt x="673950" y="587006"/>
                </a:lnTo>
                <a:lnTo>
                  <a:pt x="672833" y="586536"/>
                </a:lnTo>
                <a:lnTo>
                  <a:pt x="670204" y="586536"/>
                </a:lnTo>
                <a:lnTo>
                  <a:pt x="669086" y="587006"/>
                </a:lnTo>
                <a:lnTo>
                  <a:pt x="667219" y="588873"/>
                </a:lnTo>
                <a:lnTo>
                  <a:pt x="666750" y="589991"/>
                </a:lnTo>
                <a:lnTo>
                  <a:pt x="666750" y="592620"/>
                </a:lnTo>
                <a:lnTo>
                  <a:pt x="667219" y="593737"/>
                </a:lnTo>
                <a:lnTo>
                  <a:pt x="669086" y="595604"/>
                </a:lnTo>
                <a:lnTo>
                  <a:pt x="670204" y="596061"/>
                </a:lnTo>
                <a:lnTo>
                  <a:pt x="672833" y="596061"/>
                </a:lnTo>
                <a:lnTo>
                  <a:pt x="673950" y="595604"/>
                </a:lnTo>
                <a:lnTo>
                  <a:pt x="675817" y="593737"/>
                </a:lnTo>
                <a:lnTo>
                  <a:pt x="676275" y="592620"/>
                </a:lnTo>
                <a:lnTo>
                  <a:pt x="676275" y="589991"/>
                </a:lnTo>
                <a:close/>
              </a:path>
              <a:path w="11201400" h="1183005">
                <a:moveTo>
                  <a:pt x="676275" y="3454"/>
                </a:moveTo>
                <a:lnTo>
                  <a:pt x="675817" y="2324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24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11201400" h="1183005">
                <a:moveTo>
                  <a:pt x="723900" y="1176528"/>
                </a:moveTo>
                <a:lnTo>
                  <a:pt x="723442" y="1175410"/>
                </a:lnTo>
                <a:lnTo>
                  <a:pt x="721575" y="1173543"/>
                </a:lnTo>
                <a:lnTo>
                  <a:pt x="720458" y="1173086"/>
                </a:lnTo>
                <a:lnTo>
                  <a:pt x="717829" y="1173086"/>
                </a:lnTo>
                <a:lnTo>
                  <a:pt x="716711" y="1173543"/>
                </a:lnTo>
                <a:lnTo>
                  <a:pt x="714844" y="1175410"/>
                </a:lnTo>
                <a:lnTo>
                  <a:pt x="714375" y="1176528"/>
                </a:lnTo>
                <a:lnTo>
                  <a:pt x="714375" y="1179156"/>
                </a:lnTo>
                <a:lnTo>
                  <a:pt x="714844" y="1180287"/>
                </a:lnTo>
                <a:lnTo>
                  <a:pt x="716711" y="1182141"/>
                </a:lnTo>
                <a:lnTo>
                  <a:pt x="717829" y="1182611"/>
                </a:lnTo>
                <a:lnTo>
                  <a:pt x="720458" y="1182611"/>
                </a:lnTo>
                <a:lnTo>
                  <a:pt x="721575" y="1182141"/>
                </a:lnTo>
                <a:lnTo>
                  <a:pt x="723442" y="1180287"/>
                </a:lnTo>
                <a:lnTo>
                  <a:pt x="723900" y="1179156"/>
                </a:lnTo>
                <a:lnTo>
                  <a:pt x="723900" y="1176528"/>
                </a:lnTo>
                <a:close/>
              </a:path>
              <a:path w="11201400" h="1183005">
                <a:moveTo>
                  <a:pt x="723900" y="589991"/>
                </a:moveTo>
                <a:lnTo>
                  <a:pt x="723442" y="588873"/>
                </a:lnTo>
                <a:lnTo>
                  <a:pt x="721575" y="587006"/>
                </a:lnTo>
                <a:lnTo>
                  <a:pt x="720458" y="586536"/>
                </a:lnTo>
                <a:lnTo>
                  <a:pt x="717829" y="586536"/>
                </a:lnTo>
                <a:lnTo>
                  <a:pt x="716711" y="587006"/>
                </a:lnTo>
                <a:lnTo>
                  <a:pt x="714844" y="588873"/>
                </a:lnTo>
                <a:lnTo>
                  <a:pt x="714375" y="589991"/>
                </a:lnTo>
                <a:lnTo>
                  <a:pt x="714375" y="592620"/>
                </a:lnTo>
                <a:lnTo>
                  <a:pt x="714844" y="593737"/>
                </a:lnTo>
                <a:lnTo>
                  <a:pt x="716711" y="595604"/>
                </a:lnTo>
                <a:lnTo>
                  <a:pt x="717829" y="596061"/>
                </a:lnTo>
                <a:lnTo>
                  <a:pt x="720458" y="596061"/>
                </a:lnTo>
                <a:lnTo>
                  <a:pt x="721575" y="595604"/>
                </a:lnTo>
                <a:lnTo>
                  <a:pt x="723442" y="593737"/>
                </a:lnTo>
                <a:lnTo>
                  <a:pt x="723900" y="592620"/>
                </a:lnTo>
                <a:lnTo>
                  <a:pt x="723900" y="589991"/>
                </a:lnTo>
                <a:close/>
              </a:path>
              <a:path w="11201400" h="1183005">
                <a:moveTo>
                  <a:pt x="723900" y="3454"/>
                </a:moveTo>
                <a:lnTo>
                  <a:pt x="723442" y="2324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24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11201400" h="1183005">
                <a:moveTo>
                  <a:pt x="771525" y="1176528"/>
                </a:moveTo>
                <a:lnTo>
                  <a:pt x="771067" y="1175410"/>
                </a:lnTo>
                <a:lnTo>
                  <a:pt x="769200" y="1173543"/>
                </a:lnTo>
                <a:lnTo>
                  <a:pt x="768083" y="1173086"/>
                </a:lnTo>
                <a:lnTo>
                  <a:pt x="765454" y="1173086"/>
                </a:lnTo>
                <a:lnTo>
                  <a:pt x="764336" y="1173543"/>
                </a:lnTo>
                <a:lnTo>
                  <a:pt x="762469" y="1175410"/>
                </a:lnTo>
                <a:lnTo>
                  <a:pt x="762000" y="1176528"/>
                </a:lnTo>
                <a:lnTo>
                  <a:pt x="762000" y="1179156"/>
                </a:lnTo>
                <a:lnTo>
                  <a:pt x="762469" y="1180287"/>
                </a:lnTo>
                <a:lnTo>
                  <a:pt x="764336" y="1182141"/>
                </a:lnTo>
                <a:lnTo>
                  <a:pt x="765454" y="1182611"/>
                </a:lnTo>
                <a:lnTo>
                  <a:pt x="768083" y="1182611"/>
                </a:lnTo>
                <a:lnTo>
                  <a:pt x="769200" y="1182141"/>
                </a:lnTo>
                <a:lnTo>
                  <a:pt x="771067" y="1180287"/>
                </a:lnTo>
                <a:lnTo>
                  <a:pt x="771525" y="1179156"/>
                </a:lnTo>
                <a:lnTo>
                  <a:pt x="771525" y="1176528"/>
                </a:lnTo>
                <a:close/>
              </a:path>
              <a:path w="11201400" h="1183005">
                <a:moveTo>
                  <a:pt x="771525" y="589991"/>
                </a:moveTo>
                <a:lnTo>
                  <a:pt x="771067" y="588873"/>
                </a:lnTo>
                <a:lnTo>
                  <a:pt x="769200" y="587006"/>
                </a:lnTo>
                <a:lnTo>
                  <a:pt x="768083" y="586536"/>
                </a:lnTo>
                <a:lnTo>
                  <a:pt x="765454" y="586536"/>
                </a:lnTo>
                <a:lnTo>
                  <a:pt x="764336" y="587006"/>
                </a:lnTo>
                <a:lnTo>
                  <a:pt x="762469" y="588873"/>
                </a:lnTo>
                <a:lnTo>
                  <a:pt x="762000" y="589991"/>
                </a:lnTo>
                <a:lnTo>
                  <a:pt x="762000" y="592620"/>
                </a:lnTo>
                <a:lnTo>
                  <a:pt x="762469" y="593737"/>
                </a:lnTo>
                <a:lnTo>
                  <a:pt x="764336" y="595604"/>
                </a:lnTo>
                <a:lnTo>
                  <a:pt x="765454" y="596061"/>
                </a:lnTo>
                <a:lnTo>
                  <a:pt x="768083" y="596061"/>
                </a:lnTo>
                <a:lnTo>
                  <a:pt x="769200" y="595604"/>
                </a:lnTo>
                <a:lnTo>
                  <a:pt x="771067" y="593737"/>
                </a:lnTo>
                <a:lnTo>
                  <a:pt x="771525" y="592620"/>
                </a:lnTo>
                <a:lnTo>
                  <a:pt x="771525" y="589991"/>
                </a:lnTo>
                <a:close/>
              </a:path>
              <a:path w="11201400" h="1183005">
                <a:moveTo>
                  <a:pt x="771525" y="3454"/>
                </a:moveTo>
                <a:lnTo>
                  <a:pt x="771067" y="2324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24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11201400" h="1183005">
                <a:moveTo>
                  <a:pt x="819150" y="1176528"/>
                </a:moveTo>
                <a:lnTo>
                  <a:pt x="818692" y="1175410"/>
                </a:lnTo>
                <a:lnTo>
                  <a:pt x="816825" y="1173543"/>
                </a:lnTo>
                <a:lnTo>
                  <a:pt x="815708" y="1173086"/>
                </a:lnTo>
                <a:lnTo>
                  <a:pt x="813079" y="1173086"/>
                </a:lnTo>
                <a:lnTo>
                  <a:pt x="811961" y="1173543"/>
                </a:lnTo>
                <a:lnTo>
                  <a:pt x="810094" y="1175410"/>
                </a:lnTo>
                <a:lnTo>
                  <a:pt x="809625" y="1176528"/>
                </a:lnTo>
                <a:lnTo>
                  <a:pt x="809625" y="1179156"/>
                </a:lnTo>
                <a:lnTo>
                  <a:pt x="810094" y="1180287"/>
                </a:lnTo>
                <a:lnTo>
                  <a:pt x="811961" y="1182141"/>
                </a:lnTo>
                <a:lnTo>
                  <a:pt x="813079" y="1182611"/>
                </a:lnTo>
                <a:lnTo>
                  <a:pt x="815708" y="1182611"/>
                </a:lnTo>
                <a:lnTo>
                  <a:pt x="816825" y="1182141"/>
                </a:lnTo>
                <a:lnTo>
                  <a:pt x="818692" y="1180287"/>
                </a:lnTo>
                <a:lnTo>
                  <a:pt x="819150" y="1179156"/>
                </a:lnTo>
                <a:lnTo>
                  <a:pt x="819150" y="1176528"/>
                </a:lnTo>
                <a:close/>
              </a:path>
              <a:path w="11201400" h="1183005">
                <a:moveTo>
                  <a:pt x="819150" y="589991"/>
                </a:moveTo>
                <a:lnTo>
                  <a:pt x="818692" y="588873"/>
                </a:lnTo>
                <a:lnTo>
                  <a:pt x="816825" y="587006"/>
                </a:lnTo>
                <a:lnTo>
                  <a:pt x="815708" y="586536"/>
                </a:lnTo>
                <a:lnTo>
                  <a:pt x="813079" y="586536"/>
                </a:lnTo>
                <a:lnTo>
                  <a:pt x="811961" y="587006"/>
                </a:lnTo>
                <a:lnTo>
                  <a:pt x="810094" y="588873"/>
                </a:lnTo>
                <a:lnTo>
                  <a:pt x="809625" y="589991"/>
                </a:lnTo>
                <a:lnTo>
                  <a:pt x="809625" y="592620"/>
                </a:lnTo>
                <a:lnTo>
                  <a:pt x="810094" y="593737"/>
                </a:lnTo>
                <a:lnTo>
                  <a:pt x="811961" y="595604"/>
                </a:lnTo>
                <a:lnTo>
                  <a:pt x="813079" y="596061"/>
                </a:lnTo>
                <a:lnTo>
                  <a:pt x="815708" y="596061"/>
                </a:lnTo>
                <a:lnTo>
                  <a:pt x="816825" y="595604"/>
                </a:lnTo>
                <a:lnTo>
                  <a:pt x="818692" y="593737"/>
                </a:lnTo>
                <a:lnTo>
                  <a:pt x="819150" y="592620"/>
                </a:lnTo>
                <a:lnTo>
                  <a:pt x="819150" y="589991"/>
                </a:lnTo>
                <a:close/>
              </a:path>
              <a:path w="11201400" h="1183005">
                <a:moveTo>
                  <a:pt x="819150" y="3454"/>
                </a:moveTo>
                <a:lnTo>
                  <a:pt x="818692" y="2324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24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11201400" h="1183005">
                <a:moveTo>
                  <a:pt x="866775" y="1176528"/>
                </a:moveTo>
                <a:lnTo>
                  <a:pt x="866317" y="1175410"/>
                </a:lnTo>
                <a:lnTo>
                  <a:pt x="864450" y="1173543"/>
                </a:lnTo>
                <a:lnTo>
                  <a:pt x="863333" y="1173086"/>
                </a:lnTo>
                <a:lnTo>
                  <a:pt x="860704" y="1173086"/>
                </a:lnTo>
                <a:lnTo>
                  <a:pt x="859586" y="1173543"/>
                </a:lnTo>
                <a:lnTo>
                  <a:pt x="857719" y="1175410"/>
                </a:lnTo>
                <a:lnTo>
                  <a:pt x="857250" y="1176528"/>
                </a:lnTo>
                <a:lnTo>
                  <a:pt x="857250" y="1179156"/>
                </a:lnTo>
                <a:lnTo>
                  <a:pt x="857719" y="1180287"/>
                </a:lnTo>
                <a:lnTo>
                  <a:pt x="859586" y="1182141"/>
                </a:lnTo>
                <a:lnTo>
                  <a:pt x="860704" y="1182611"/>
                </a:lnTo>
                <a:lnTo>
                  <a:pt x="863333" y="1182611"/>
                </a:lnTo>
                <a:lnTo>
                  <a:pt x="864450" y="1182141"/>
                </a:lnTo>
                <a:lnTo>
                  <a:pt x="866317" y="1180287"/>
                </a:lnTo>
                <a:lnTo>
                  <a:pt x="866775" y="1179156"/>
                </a:lnTo>
                <a:lnTo>
                  <a:pt x="866775" y="1176528"/>
                </a:lnTo>
                <a:close/>
              </a:path>
              <a:path w="11201400" h="1183005">
                <a:moveTo>
                  <a:pt x="866775" y="589991"/>
                </a:moveTo>
                <a:lnTo>
                  <a:pt x="866317" y="588873"/>
                </a:lnTo>
                <a:lnTo>
                  <a:pt x="864450" y="587006"/>
                </a:lnTo>
                <a:lnTo>
                  <a:pt x="863333" y="586536"/>
                </a:lnTo>
                <a:lnTo>
                  <a:pt x="860704" y="586536"/>
                </a:lnTo>
                <a:lnTo>
                  <a:pt x="859586" y="587006"/>
                </a:lnTo>
                <a:lnTo>
                  <a:pt x="857719" y="588873"/>
                </a:lnTo>
                <a:lnTo>
                  <a:pt x="857250" y="589991"/>
                </a:lnTo>
                <a:lnTo>
                  <a:pt x="857250" y="592620"/>
                </a:lnTo>
                <a:lnTo>
                  <a:pt x="857719" y="593737"/>
                </a:lnTo>
                <a:lnTo>
                  <a:pt x="859586" y="595604"/>
                </a:lnTo>
                <a:lnTo>
                  <a:pt x="860704" y="596061"/>
                </a:lnTo>
                <a:lnTo>
                  <a:pt x="863333" y="596061"/>
                </a:lnTo>
                <a:lnTo>
                  <a:pt x="864450" y="595604"/>
                </a:lnTo>
                <a:lnTo>
                  <a:pt x="866317" y="593737"/>
                </a:lnTo>
                <a:lnTo>
                  <a:pt x="866775" y="592620"/>
                </a:lnTo>
                <a:lnTo>
                  <a:pt x="866775" y="589991"/>
                </a:lnTo>
                <a:close/>
              </a:path>
              <a:path w="11201400" h="1183005">
                <a:moveTo>
                  <a:pt x="866775" y="3454"/>
                </a:moveTo>
                <a:lnTo>
                  <a:pt x="866317" y="2324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24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11201400" h="1183005">
                <a:moveTo>
                  <a:pt x="914412" y="1176528"/>
                </a:moveTo>
                <a:lnTo>
                  <a:pt x="913942" y="1175410"/>
                </a:lnTo>
                <a:lnTo>
                  <a:pt x="912075" y="1173543"/>
                </a:lnTo>
                <a:lnTo>
                  <a:pt x="910958" y="1173086"/>
                </a:lnTo>
                <a:lnTo>
                  <a:pt x="908329" y="1173086"/>
                </a:lnTo>
                <a:lnTo>
                  <a:pt x="907211" y="1173543"/>
                </a:lnTo>
                <a:lnTo>
                  <a:pt x="905344" y="1175410"/>
                </a:lnTo>
                <a:lnTo>
                  <a:pt x="904875" y="1176528"/>
                </a:lnTo>
                <a:lnTo>
                  <a:pt x="904875" y="1179156"/>
                </a:lnTo>
                <a:lnTo>
                  <a:pt x="905344" y="1180287"/>
                </a:lnTo>
                <a:lnTo>
                  <a:pt x="907211" y="1182141"/>
                </a:lnTo>
                <a:lnTo>
                  <a:pt x="908329" y="1182611"/>
                </a:lnTo>
                <a:lnTo>
                  <a:pt x="910958" y="1182611"/>
                </a:lnTo>
                <a:lnTo>
                  <a:pt x="912075" y="1182141"/>
                </a:lnTo>
                <a:lnTo>
                  <a:pt x="913942" y="1180287"/>
                </a:lnTo>
                <a:lnTo>
                  <a:pt x="914412" y="1179156"/>
                </a:lnTo>
                <a:lnTo>
                  <a:pt x="914412" y="1176528"/>
                </a:lnTo>
                <a:close/>
              </a:path>
              <a:path w="11201400" h="1183005">
                <a:moveTo>
                  <a:pt x="914412" y="589991"/>
                </a:moveTo>
                <a:lnTo>
                  <a:pt x="913942" y="588873"/>
                </a:lnTo>
                <a:lnTo>
                  <a:pt x="912075" y="587006"/>
                </a:lnTo>
                <a:lnTo>
                  <a:pt x="910958" y="586536"/>
                </a:lnTo>
                <a:lnTo>
                  <a:pt x="908329" y="586536"/>
                </a:lnTo>
                <a:lnTo>
                  <a:pt x="907211" y="587006"/>
                </a:lnTo>
                <a:lnTo>
                  <a:pt x="905344" y="588873"/>
                </a:lnTo>
                <a:lnTo>
                  <a:pt x="904875" y="589991"/>
                </a:lnTo>
                <a:lnTo>
                  <a:pt x="904875" y="592620"/>
                </a:lnTo>
                <a:lnTo>
                  <a:pt x="905344" y="593737"/>
                </a:lnTo>
                <a:lnTo>
                  <a:pt x="907211" y="595604"/>
                </a:lnTo>
                <a:lnTo>
                  <a:pt x="908329" y="596061"/>
                </a:lnTo>
                <a:lnTo>
                  <a:pt x="910958" y="596061"/>
                </a:lnTo>
                <a:lnTo>
                  <a:pt x="912075" y="595604"/>
                </a:lnTo>
                <a:lnTo>
                  <a:pt x="913942" y="593737"/>
                </a:lnTo>
                <a:lnTo>
                  <a:pt x="914412" y="592620"/>
                </a:lnTo>
                <a:lnTo>
                  <a:pt x="914412" y="589991"/>
                </a:lnTo>
                <a:close/>
              </a:path>
              <a:path w="11201400" h="1183005">
                <a:moveTo>
                  <a:pt x="914412" y="3454"/>
                </a:moveTo>
                <a:lnTo>
                  <a:pt x="913942" y="2324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24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12" y="6083"/>
                </a:lnTo>
                <a:lnTo>
                  <a:pt x="914412" y="3454"/>
                </a:lnTo>
                <a:close/>
              </a:path>
              <a:path w="11201400" h="1183005">
                <a:moveTo>
                  <a:pt x="962025" y="1176528"/>
                </a:moveTo>
                <a:lnTo>
                  <a:pt x="961567" y="1175410"/>
                </a:lnTo>
                <a:lnTo>
                  <a:pt x="959700" y="1173543"/>
                </a:lnTo>
                <a:lnTo>
                  <a:pt x="958583" y="1173086"/>
                </a:lnTo>
                <a:lnTo>
                  <a:pt x="955954" y="1173086"/>
                </a:lnTo>
                <a:lnTo>
                  <a:pt x="954836" y="1173543"/>
                </a:lnTo>
                <a:lnTo>
                  <a:pt x="952969" y="1175410"/>
                </a:lnTo>
                <a:lnTo>
                  <a:pt x="952500" y="1176528"/>
                </a:lnTo>
                <a:lnTo>
                  <a:pt x="952500" y="1179156"/>
                </a:lnTo>
                <a:lnTo>
                  <a:pt x="952969" y="1180287"/>
                </a:lnTo>
                <a:lnTo>
                  <a:pt x="954836" y="1182141"/>
                </a:lnTo>
                <a:lnTo>
                  <a:pt x="955954" y="1182611"/>
                </a:lnTo>
                <a:lnTo>
                  <a:pt x="958583" y="1182611"/>
                </a:lnTo>
                <a:lnTo>
                  <a:pt x="959700" y="1182141"/>
                </a:lnTo>
                <a:lnTo>
                  <a:pt x="961567" y="1180287"/>
                </a:lnTo>
                <a:lnTo>
                  <a:pt x="962025" y="1179156"/>
                </a:lnTo>
                <a:lnTo>
                  <a:pt x="962025" y="1176528"/>
                </a:lnTo>
                <a:close/>
              </a:path>
              <a:path w="11201400" h="1183005">
                <a:moveTo>
                  <a:pt x="962025" y="589991"/>
                </a:moveTo>
                <a:lnTo>
                  <a:pt x="961567" y="588873"/>
                </a:lnTo>
                <a:lnTo>
                  <a:pt x="959700" y="587006"/>
                </a:lnTo>
                <a:lnTo>
                  <a:pt x="958583" y="586536"/>
                </a:lnTo>
                <a:lnTo>
                  <a:pt x="955954" y="586536"/>
                </a:lnTo>
                <a:lnTo>
                  <a:pt x="954836" y="587006"/>
                </a:lnTo>
                <a:lnTo>
                  <a:pt x="952969" y="588873"/>
                </a:lnTo>
                <a:lnTo>
                  <a:pt x="952500" y="589991"/>
                </a:lnTo>
                <a:lnTo>
                  <a:pt x="952500" y="592620"/>
                </a:lnTo>
                <a:lnTo>
                  <a:pt x="952969" y="593737"/>
                </a:lnTo>
                <a:lnTo>
                  <a:pt x="954836" y="595604"/>
                </a:lnTo>
                <a:lnTo>
                  <a:pt x="955954" y="596061"/>
                </a:lnTo>
                <a:lnTo>
                  <a:pt x="958583" y="596061"/>
                </a:lnTo>
                <a:lnTo>
                  <a:pt x="959700" y="595604"/>
                </a:lnTo>
                <a:lnTo>
                  <a:pt x="961567" y="593737"/>
                </a:lnTo>
                <a:lnTo>
                  <a:pt x="962025" y="592620"/>
                </a:lnTo>
                <a:lnTo>
                  <a:pt x="962025" y="589991"/>
                </a:lnTo>
                <a:close/>
              </a:path>
              <a:path w="11201400" h="1183005">
                <a:moveTo>
                  <a:pt x="962025" y="3454"/>
                </a:moveTo>
                <a:lnTo>
                  <a:pt x="961567" y="2324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24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11201400" h="1183005">
                <a:moveTo>
                  <a:pt x="1009650" y="1176528"/>
                </a:moveTo>
                <a:lnTo>
                  <a:pt x="1009192" y="1175410"/>
                </a:lnTo>
                <a:lnTo>
                  <a:pt x="1007325" y="1173543"/>
                </a:lnTo>
                <a:lnTo>
                  <a:pt x="1006208" y="1173086"/>
                </a:lnTo>
                <a:lnTo>
                  <a:pt x="1003579" y="1173086"/>
                </a:lnTo>
                <a:lnTo>
                  <a:pt x="1002461" y="1173543"/>
                </a:lnTo>
                <a:lnTo>
                  <a:pt x="1000594" y="1175410"/>
                </a:lnTo>
                <a:lnTo>
                  <a:pt x="1000125" y="1176528"/>
                </a:lnTo>
                <a:lnTo>
                  <a:pt x="1000125" y="1179156"/>
                </a:lnTo>
                <a:lnTo>
                  <a:pt x="1000594" y="1180287"/>
                </a:lnTo>
                <a:lnTo>
                  <a:pt x="1002461" y="1182141"/>
                </a:lnTo>
                <a:lnTo>
                  <a:pt x="1003579" y="1182611"/>
                </a:lnTo>
                <a:lnTo>
                  <a:pt x="1006208" y="1182611"/>
                </a:lnTo>
                <a:lnTo>
                  <a:pt x="1007325" y="1182141"/>
                </a:lnTo>
                <a:lnTo>
                  <a:pt x="1009192" y="1180287"/>
                </a:lnTo>
                <a:lnTo>
                  <a:pt x="1009650" y="1179156"/>
                </a:lnTo>
                <a:lnTo>
                  <a:pt x="1009650" y="1176528"/>
                </a:lnTo>
                <a:close/>
              </a:path>
              <a:path w="11201400" h="1183005">
                <a:moveTo>
                  <a:pt x="1009650" y="589991"/>
                </a:moveTo>
                <a:lnTo>
                  <a:pt x="1009192" y="588873"/>
                </a:lnTo>
                <a:lnTo>
                  <a:pt x="1007325" y="587006"/>
                </a:lnTo>
                <a:lnTo>
                  <a:pt x="1006208" y="586536"/>
                </a:lnTo>
                <a:lnTo>
                  <a:pt x="1003579" y="586536"/>
                </a:lnTo>
                <a:lnTo>
                  <a:pt x="1002461" y="587006"/>
                </a:lnTo>
                <a:lnTo>
                  <a:pt x="1000594" y="588873"/>
                </a:lnTo>
                <a:lnTo>
                  <a:pt x="1000125" y="589991"/>
                </a:lnTo>
                <a:lnTo>
                  <a:pt x="1000125" y="592620"/>
                </a:lnTo>
                <a:lnTo>
                  <a:pt x="1000594" y="593737"/>
                </a:lnTo>
                <a:lnTo>
                  <a:pt x="1002461" y="595604"/>
                </a:lnTo>
                <a:lnTo>
                  <a:pt x="1003579" y="596061"/>
                </a:lnTo>
                <a:lnTo>
                  <a:pt x="1006208" y="596061"/>
                </a:lnTo>
                <a:lnTo>
                  <a:pt x="1007325" y="595604"/>
                </a:lnTo>
                <a:lnTo>
                  <a:pt x="1009192" y="593737"/>
                </a:lnTo>
                <a:lnTo>
                  <a:pt x="1009650" y="592620"/>
                </a:lnTo>
                <a:lnTo>
                  <a:pt x="1009650" y="589991"/>
                </a:lnTo>
                <a:close/>
              </a:path>
              <a:path w="11201400" h="1183005">
                <a:moveTo>
                  <a:pt x="1009650" y="3454"/>
                </a:moveTo>
                <a:lnTo>
                  <a:pt x="1009192" y="2324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24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11201400" h="1183005">
                <a:moveTo>
                  <a:pt x="1057275" y="1176528"/>
                </a:moveTo>
                <a:lnTo>
                  <a:pt x="1056817" y="1175410"/>
                </a:lnTo>
                <a:lnTo>
                  <a:pt x="1054950" y="1173543"/>
                </a:lnTo>
                <a:lnTo>
                  <a:pt x="1053833" y="1173086"/>
                </a:lnTo>
                <a:lnTo>
                  <a:pt x="1051204" y="1173086"/>
                </a:lnTo>
                <a:lnTo>
                  <a:pt x="1050086" y="1173543"/>
                </a:lnTo>
                <a:lnTo>
                  <a:pt x="1048219" y="1175410"/>
                </a:lnTo>
                <a:lnTo>
                  <a:pt x="1047750" y="1176528"/>
                </a:lnTo>
                <a:lnTo>
                  <a:pt x="1047750" y="1179156"/>
                </a:lnTo>
                <a:lnTo>
                  <a:pt x="1048219" y="1180287"/>
                </a:lnTo>
                <a:lnTo>
                  <a:pt x="1050086" y="1182141"/>
                </a:lnTo>
                <a:lnTo>
                  <a:pt x="1051204" y="1182611"/>
                </a:lnTo>
                <a:lnTo>
                  <a:pt x="1053833" y="1182611"/>
                </a:lnTo>
                <a:lnTo>
                  <a:pt x="1054950" y="1182141"/>
                </a:lnTo>
                <a:lnTo>
                  <a:pt x="1056817" y="1180287"/>
                </a:lnTo>
                <a:lnTo>
                  <a:pt x="1057275" y="1179156"/>
                </a:lnTo>
                <a:lnTo>
                  <a:pt x="1057275" y="1176528"/>
                </a:lnTo>
                <a:close/>
              </a:path>
              <a:path w="11201400" h="1183005">
                <a:moveTo>
                  <a:pt x="1057275" y="589991"/>
                </a:moveTo>
                <a:lnTo>
                  <a:pt x="1056817" y="588873"/>
                </a:lnTo>
                <a:lnTo>
                  <a:pt x="1054950" y="587006"/>
                </a:lnTo>
                <a:lnTo>
                  <a:pt x="1053833" y="586536"/>
                </a:lnTo>
                <a:lnTo>
                  <a:pt x="1051204" y="586536"/>
                </a:lnTo>
                <a:lnTo>
                  <a:pt x="1050086" y="587006"/>
                </a:lnTo>
                <a:lnTo>
                  <a:pt x="1048219" y="588873"/>
                </a:lnTo>
                <a:lnTo>
                  <a:pt x="1047750" y="589991"/>
                </a:lnTo>
                <a:lnTo>
                  <a:pt x="1047750" y="592620"/>
                </a:lnTo>
                <a:lnTo>
                  <a:pt x="1048219" y="593737"/>
                </a:lnTo>
                <a:lnTo>
                  <a:pt x="1050086" y="595604"/>
                </a:lnTo>
                <a:lnTo>
                  <a:pt x="1051204" y="596061"/>
                </a:lnTo>
                <a:lnTo>
                  <a:pt x="1053833" y="596061"/>
                </a:lnTo>
                <a:lnTo>
                  <a:pt x="1054950" y="595604"/>
                </a:lnTo>
                <a:lnTo>
                  <a:pt x="1056817" y="593737"/>
                </a:lnTo>
                <a:lnTo>
                  <a:pt x="1057275" y="592620"/>
                </a:lnTo>
                <a:lnTo>
                  <a:pt x="1057275" y="589991"/>
                </a:lnTo>
                <a:close/>
              </a:path>
              <a:path w="11201400" h="1183005">
                <a:moveTo>
                  <a:pt x="1057275" y="3454"/>
                </a:moveTo>
                <a:lnTo>
                  <a:pt x="1056817" y="2324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24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11201400" h="1183005">
                <a:moveTo>
                  <a:pt x="1104900" y="1176528"/>
                </a:moveTo>
                <a:lnTo>
                  <a:pt x="1104442" y="1175410"/>
                </a:lnTo>
                <a:lnTo>
                  <a:pt x="1102575" y="1173543"/>
                </a:lnTo>
                <a:lnTo>
                  <a:pt x="1101458" y="1173086"/>
                </a:lnTo>
                <a:lnTo>
                  <a:pt x="1098829" y="1173086"/>
                </a:lnTo>
                <a:lnTo>
                  <a:pt x="1097711" y="1173543"/>
                </a:lnTo>
                <a:lnTo>
                  <a:pt x="1095844" y="1175410"/>
                </a:lnTo>
                <a:lnTo>
                  <a:pt x="1095375" y="1176528"/>
                </a:lnTo>
                <a:lnTo>
                  <a:pt x="1095375" y="1179156"/>
                </a:lnTo>
                <a:lnTo>
                  <a:pt x="1095844" y="1180287"/>
                </a:lnTo>
                <a:lnTo>
                  <a:pt x="1097711" y="1182141"/>
                </a:lnTo>
                <a:lnTo>
                  <a:pt x="1098829" y="1182611"/>
                </a:lnTo>
                <a:lnTo>
                  <a:pt x="1101458" y="1182611"/>
                </a:lnTo>
                <a:lnTo>
                  <a:pt x="1102575" y="1182141"/>
                </a:lnTo>
                <a:lnTo>
                  <a:pt x="1104442" y="1180287"/>
                </a:lnTo>
                <a:lnTo>
                  <a:pt x="1104900" y="1179156"/>
                </a:lnTo>
                <a:lnTo>
                  <a:pt x="1104900" y="1176528"/>
                </a:lnTo>
                <a:close/>
              </a:path>
              <a:path w="11201400" h="1183005">
                <a:moveTo>
                  <a:pt x="1104900" y="589991"/>
                </a:moveTo>
                <a:lnTo>
                  <a:pt x="1104442" y="588873"/>
                </a:lnTo>
                <a:lnTo>
                  <a:pt x="1102575" y="587006"/>
                </a:lnTo>
                <a:lnTo>
                  <a:pt x="1101458" y="586536"/>
                </a:lnTo>
                <a:lnTo>
                  <a:pt x="1098829" y="586536"/>
                </a:lnTo>
                <a:lnTo>
                  <a:pt x="1097711" y="587006"/>
                </a:lnTo>
                <a:lnTo>
                  <a:pt x="1095844" y="588873"/>
                </a:lnTo>
                <a:lnTo>
                  <a:pt x="1095375" y="589991"/>
                </a:lnTo>
                <a:lnTo>
                  <a:pt x="1095375" y="592620"/>
                </a:lnTo>
                <a:lnTo>
                  <a:pt x="1095844" y="593737"/>
                </a:lnTo>
                <a:lnTo>
                  <a:pt x="1097711" y="595604"/>
                </a:lnTo>
                <a:lnTo>
                  <a:pt x="1098829" y="596061"/>
                </a:lnTo>
                <a:lnTo>
                  <a:pt x="1101458" y="596061"/>
                </a:lnTo>
                <a:lnTo>
                  <a:pt x="1102575" y="595604"/>
                </a:lnTo>
                <a:lnTo>
                  <a:pt x="1104442" y="593737"/>
                </a:lnTo>
                <a:lnTo>
                  <a:pt x="1104900" y="592620"/>
                </a:lnTo>
                <a:lnTo>
                  <a:pt x="1104900" y="589991"/>
                </a:lnTo>
                <a:close/>
              </a:path>
              <a:path w="11201400" h="1183005">
                <a:moveTo>
                  <a:pt x="1104900" y="3454"/>
                </a:moveTo>
                <a:lnTo>
                  <a:pt x="1104442" y="2324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24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11201400" h="1183005">
                <a:moveTo>
                  <a:pt x="1152525" y="1176528"/>
                </a:moveTo>
                <a:lnTo>
                  <a:pt x="1152067" y="1175410"/>
                </a:lnTo>
                <a:lnTo>
                  <a:pt x="1150200" y="1173543"/>
                </a:lnTo>
                <a:lnTo>
                  <a:pt x="1149083" y="1173086"/>
                </a:lnTo>
                <a:lnTo>
                  <a:pt x="1146454" y="1173086"/>
                </a:lnTo>
                <a:lnTo>
                  <a:pt x="1145336" y="1173543"/>
                </a:lnTo>
                <a:lnTo>
                  <a:pt x="1143469" y="1175410"/>
                </a:lnTo>
                <a:lnTo>
                  <a:pt x="1143000" y="1176528"/>
                </a:lnTo>
                <a:lnTo>
                  <a:pt x="1143000" y="1179156"/>
                </a:lnTo>
                <a:lnTo>
                  <a:pt x="1143469" y="1180287"/>
                </a:lnTo>
                <a:lnTo>
                  <a:pt x="1145336" y="1182141"/>
                </a:lnTo>
                <a:lnTo>
                  <a:pt x="1146454" y="1182611"/>
                </a:lnTo>
                <a:lnTo>
                  <a:pt x="1149083" y="1182611"/>
                </a:lnTo>
                <a:lnTo>
                  <a:pt x="1150200" y="1182141"/>
                </a:lnTo>
                <a:lnTo>
                  <a:pt x="1152067" y="1180287"/>
                </a:lnTo>
                <a:lnTo>
                  <a:pt x="1152525" y="1179156"/>
                </a:lnTo>
                <a:lnTo>
                  <a:pt x="1152525" y="1176528"/>
                </a:lnTo>
                <a:close/>
              </a:path>
              <a:path w="11201400" h="1183005">
                <a:moveTo>
                  <a:pt x="1152525" y="589991"/>
                </a:moveTo>
                <a:lnTo>
                  <a:pt x="1152067" y="588873"/>
                </a:lnTo>
                <a:lnTo>
                  <a:pt x="1150200" y="587006"/>
                </a:lnTo>
                <a:lnTo>
                  <a:pt x="1149083" y="586536"/>
                </a:lnTo>
                <a:lnTo>
                  <a:pt x="1146454" y="586536"/>
                </a:lnTo>
                <a:lnTo>
                  <a:pt x="1145336" y="587006"/>
                </a:lnTo>
                <a:lnTo>
                  <a:pt x="1143469" y="588873"/>
                </a:lnTo>
                <a:lnTo>
                  <a:pt x="1143000" y="589991"/>
                </a:lnTo>
                <a:lnTo>
                  <a:pt x="1143000" y="592620"/>
                </a:lnTo>
                <a:lnTo>
                  <a:pt x="1143469" y="593737"/>
                </a:lnTo>
                <a:lnTo>
                  <a:pt x="1145336" y="595604"/>
                </a:lnTo>
                <a:lnTo>
                  <a:pt x="1146454" y="596061"/>
                </a:lnTo>
                <a:lnTo>
                  <a:pt x="1149083" y="596061"/>
                </a:lnTo>
                <a:lnTo>
                  <a:pt x="1150200" y="595604"/>
                </a:lnTo>
                <a:lnTo>
                  <a:pt x="1152067" y="593737"/>
                </a:lnTo>
                <a:lnTo>
                  <a:pt x="1152525" y="592620"/>
                </a:lnTo>
                <a:lnTo>
                  <a:pt x="1152525" y="589991"/>
                </a:lnTo>
                <a:close/>
              </a:path>
              <a:path w="11201400" h="1183005">
                <a:moveTo>
                  <a:pt x="1152525" y="3454"/>
                </a:moveTo>
                <a:lnTo>
                  <a:pt x="1152067" y="2324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24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11201400" h="1183005">
                <a:moveTo>
                  <a:pt x="1200150" y="1176528"/>
                </a:moveTo>
                <a:lnTo>
                  <a:pt x="1199692" y="1175410"/>
                </a:lnTo>
                <a:lnTo>
                  <a:pt x="1197825" y="1173543"/>
                </a:lnTo>
                <a:lnTo>
                  <a:pt x="1196708" y="1173086"/>
                </a:lnTo>
                <a:lnTo>
                  <a:pt x="1194079" y="1173086"/>
                </a:lnTo>
                <a:lnTo>
                  <a:pt x="1192961" y="1173543"/>
                </a:lnTo>
                <a:lnTo>
                  <a:pt x="1191094" y="1175410"/>
                </a:lnTo>
                <a:lnTo>
                  <a:pt x="1190625" y="1176528"/>
                </a:lnTo>
                <a:lnTo>
                  <a:pt x="1190625" y="1179156"/>
                </a:lnTo>
                <a:lnTo>
                  <a:pt x="1191094" y="1180287"/>
                </a:lnTo>
                <a:lnTo>
                  <a:pt x="1192961" y="1182141"/>
                </a:lnTo>
                <a:lnTo>
                  <a:pt x="1194079" y="1182611"/>
                </a:lnTo>
                <a:lnTo>
                  <a:pt x="1196708" y="1182611"/>
                </a:lnTo>
                <a:lnTo>
                  <a:pt x="1197825" y="1182141"/>
                </a:lnTo>
                <a:lnTo>
                  <a:pt x="1199692" y="1180287"/>
                </a:lnTo>
                <a:lnTo>
                  <a:pt x="1200150" y="1179156"/>
                </a:lnTo>
                <a:lnTo>
                  <a:pt x="1200150" y="1176528"/>
                </a:lnTo>
                <a:close/>
              </a:path>
              <a:path w="11201400" h="1183005">
                <a:moveTo>
                  <a:pt x="1200150" y="589991"/>
                </a:moveTo>
                <a:lnTo>
                  <a:pt x="1199692" y="588873"/>
                </a:lnTo>
                <a:lnTo>
                  <a:pt x="1197825" y="587006"/>
                </a:lnTo>
                <a:lnTo>
                  <a:pt x="1196708" y="586536"/>
                </a:lnTo>
                <a:lnTo>
                  <a:pt x="1194079" y="586536"/>
                </a:lnTo>
                <a:lnTo>
                  <a:pt x="1192961" y="587006"/>
                </a:lnTo>
                <a:lnTo>
                  <a:pt x="1191094" y="588873"/>
                </a:lnTo>
                <a:lnTo>
                  <a:pt x="1190625" y="589991"/>
                </a:lnTo>
                <a:lnTo>
                  <a:pt x="1190625" y="592620"/>
                </a:lnTo>
                <a:lnTo>
                  <a:pt x="1191094" y="593737"/>
                </a:lnTo>
                <a:lnTo>
                  <a:pt x="1192961" y="595604"/>
                </a:lnTo>
                <a:lnTo>
                  <a:pt x="1194079" y="596061"/>
                </a:lnTo>
                <a:lnTo>
                  <a:pt x="1196708" y="596061"/>
                </a:lnTo>
                <a:lnTo>
                  <a:pt x="1197825" y="595604"/>
                </a:lnTo>
                <a:lnTo>
                  <a:pt x="1199692" y="593737"/>
                </a:lnTo>
                <a:lnTo>
                  <a:pt x="1200150" y="592620"/>
                </a:lnTo>
                <a:lnTo>
                  <a:pt x="1200150" y="589991"/>
                </a:lnTo>
                <a:close/>
              </a:path>
              <a:path w="11201400" h="1183005">
                <a:moveTo>
                  <a:pt x="1200150" y="3454"/>
                </a:moveTo>
                <a:lnTo>
                  <a:pt x="1199692" y="2324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24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11201400" h="1183005">
                <a:moveTo>
                  <a:pt x="1247775" y="1176528"/>
                </a:moveTo>
                <a:lnTo>
                  <a:pt x="1247317" y="1175410"/>
                </a:lnTo>
                <a:lnTo>
                  <a:pt x="1245450" y="1173543"/>
                </a:lnTo>
                <a:lnTo>
                  <a:pt x="1244333" y="1173086"/>
                </a:lnTo>
                <a:lnTo>
                  <a:pt x="1241704" y="1173086"/>
                </a:lnTo>
                <a:lnTo>
                  <a:pt x="1240586" y="1173543"/>
                </a:lnTo>
                <a:lnTo>
                  <a:pt x="1238719" y="1175410"/>
                </a:lnTo>
                <a:lnTo>
                  <a:pt x="1238250" y="1176528"/>
                </a:lnTo>
                <a:lnTo>
                  <a:pt x="1238250" y="1179156"/>
                </a:lnTo>
                <a:lnTo>
                  <a:pt x="1238719" y="1180287"/>
                </a:lnTo>
                <a:lnTo>
                  <a:pt x="1240586" y="1182141"/>
                </a:lnTo>
                <a:lnTo>
                  <a:pt x="1241704" y="1182611"/>
                </a:lnTo>
                <a:lnTo>
                  <a:pt x="1244333" y="1182611"/>
                </a:lnTo>
                <a:lnTo>
                  <a:pt x="1245450" y="1182141"/>
                </a:lnTo>
                <a:lnTo>
                  <a:pt x="1247317" y="1180287"/>
                </a:lnTo>
                <a:lnTo>
                  <a:pt x="1247775" y="1179156"/>
                </a:lnTo>
                <a:lnTo>
                  <a:pt x="1247775" y="1176528"/>
                </a:lnTo>
                <a:close/>
              </a:path>
              <a:path w="11201400" h="1183005">
                <a:moveTo>
                  <a:pt x="1247775" y="589991"/>
                </a:moveTo>
                <a:lnTo>
                  <a:pt x="1247317" y="588873"/>
                </a:lnTo>
                <a:lnTo>
                  <a:pt x="1245450" y="587006"/>
                </a:lnTo>
                <a:lnTo>
                  <a:pt x="1244333" y="586536"/>
                </a:lnTo>
                <a:lnTo>
                  <a:pt x="1241704" y="586536"/>
                </a:lnTo>
                <a:lnTo>
                  <a:pt x="1240586" y="587006"/>
                </a:lnTo>
                <a:lnTo>
                  <a:pt x="1238719" y="588873"/>
                </a:lnTo>
                <a:lnTo>
                  <a:pt x="1238250" y="589991"/>
                </a:lnTo>
                <a:lnTo>
                  <a:pt x="1238250" y="592620"/>
                </a:lnTo>
                <a:lnTo>
                  <a:pt x="1238719" y="593737"/>
                </a:lnTo>
                <a:lnTo>
                  <a:pt x="1240586" y="595604"/>
                </a:lnTo>
                <a:lnTo>
                  <a:pt x="1241704" y="596061"/>
                </a:lnTo>
                <a:lnTo>
                  <a:pt x="1244333" y="596061"/>
                </a:lnTo>
                <a:lnTo>
                  <a:pt x="1245450" y="595604"/>
                </a:lnTo>
                <a:lnTo>
                  <a:pt x="1247317" y="593737"/>
                </a:lnTo>
                <a:lnTo>
                  <a:pt x="1247775" y="592620"/>
                </a:lnTo>
                <a:lnTo>
                  <a:pt x="1247775" y="589991"/>
                </a:lnTo>
                <a:close/>
              </a:path>
              <a:path w="11201400" h="1183005">
                <a:moveTo>
                  <a:pt x="1247775" y="3454"/>
                </a:moveTo>
                <a:lnTo>
                  <a:pt x="1247317" y="2324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24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11201400" h="1183005">
                <a:moveTo>
                  <a:pt x="1295400" y="1176528"/>
                </a:moveTo>
                <a:lnTo>
                  <a:pt x="1294942" y="1175410"/>
                </a:lnTo>
                <a:lnTo>
                  <a:pt x="1293075" y="1173543"/>
                </a:lnTo>
                <a:lnTo>
                  <a:pt x="1291958" y="1173086"/>
                </a:lnTo>
                <a:lnTo>
                  <a:pt x="1289329" y="1173086"/>
                </a:lnTo>
                <a:lnTo>
                  <a:pt x="1288211" y="1173543"/>
                </a:lnTo>
                <a:lnTo>
                  <a:pt x="1286344" y="1175410"/>
                </a:lnTo>
                <a:lnTo>
                  <a:pt x="1285875" y="1176528"/>
                </a:lnTo>
                <a:lnTo>
                  <a:pt x="1285875" y="1179156"/>
                </a:lnTo>
                <a:lnTo>
                  <a:pt x="1286344" y="1180287"/>
                </a:lnTo>
                <a:lnTo>
                  <a:pt x="1288211" y="1182141"/>
                </a:lnTo>
                <a:lnTo>
                  <a:pt x="1289329" y="1182611"/>
                </a:lnTo>
                <a:lnTo>
                  <a:pt x="1291958" y="1182611"/>
                </a:lnTo>
                <a:lnTo>
                  <a:pt x="1293075" y="1182141"/>
                </a:lnTo>
                <a:lnTo>
                  <a:pt x="1294942" y="1180287"/>
                </a:lnTo>
                <a:lnTo>
                  <a:pt x="1295400" y="1179156"/>
                </a:lnTo>
                <a:lnTo>
                  <a:pt x="1295400" y="1176528"/>
                </a:lnTo>
                <a:close/>
              </a:path>
              <a:path w="11201400" h="1183005">
                <a:moveTo>
                  <a:pt x="1295400" y="589991"/>
                </a:moveTo>
                <a:lnTo>
                  <a:pt x="1294942" y="588873"/>
                </a:lnTo>
                <a:lnTo>
                  <a:pt x="1293075" y="587006"/>
                </a:lnTo>
                <a:lnTo>
                  <a:pt x="1291958" y="586536"/>
                </a:lnTo>
                <a:lnTo>
                  <a:pt x="1289329" y="586536"/>
                </a:lnTo>
                <a:lnTo>
                  <a:pt x="1288211" y="587006"/>
                </a:lnTo>
                <a:lnTo>
                  <a:pt x="1286344" y="588873"/>
                </a:lnTo>
                <a:lnTo>
                  <a:pt x="1285875" y="589991"/>
                </a:lnTo>
                <a:lnTo>
                  <a:pt x="1285875" y="592620"/>
                </a:lnTo>
                <a:lnTo>
                  <a:pt x="1286344" y="593737"/>
                </a:lnTo>
                <a:lnTo>
                  <a:pt x="1288211" y="595604"/>
                </a:lnTo>
                <a:lnTo>
                  <a:pt x="1289329" y="596061"/>
                </a:lnTo>
                <a:lnTo>
                  <a:pt x="1291958" y="596061"/>
                </a:lnTo>
                <a:lnTo>
                  <a:pt x="1293075" y="595604"/>
                </a:lnTo>
                <a:lnTo>
                  <a:pt x="1294942" y="593737"/>
                </a:lnTo>
                <a:lnTo>
                  <a:pt x="1295400" y="592620"/>
                </a:lnTo>
                <a:lnTo>
                  <a:pt x="1295400" y="589991"/>
                </a:lnTo>
                <a:close/>
              </a:path>
              <a:path w="11201400" h="1183005">
                <a:moveTo>
                  <a:pt x="1295400" y="3454"/>
                </a:moveTo>
                <a:lnTo>
                  <a:pt x="1294942" y="2324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24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11201400" h="1183005">
                <a:moveTo>
                  <a:pt x="1343025" y="1176528"/>
                </a:moveTo>
                <a:lnTo>
                  <a:pt x="1342567" y="1175410"/>
                </a:lnTo>
                <a:lnTo>
                  <a:pt x="1340700" y="1173543"/>
                </a:lnTo>
                <a:lnTo>
                  <a:pt x="1339583" y="1173086"/>
                </a:lnTo>
                <a:lnTo>
                  <a:pt x="1336954" y="1173086"/>
                </a:lnTo>
                <a:lnTo>
                  <a:pt x="1335836" y="1173543"/>
                </a:lnTo>
                <a:lnTo>
                  <a:pt x="1333969" y="1175410"/>
                </a:lnTo>
                <a:lnTo>
                  <a:pt x="1333500" y="1176528"/>
                </a:lnTo>
                <a:lnTo>
                  <a:pt x="1333500" y="1179156"/>
                </a:lnTo>
                <a:lnTo>
                  <a:pt x="1333969" y="1180287"/>
                </a:lnTo>
                <a:lnTo>
                  <a:pt x="1335836" y="1182141"/>
                </a:lnTo>
                <a:lnTo>
                  <a:pt x="1336954" y="1182611"/>
                </a:lnTo>
                <a:lnTo>
                  <a:pt x="1339583" y="1182611"/>
                </a:lnTo>
                <a:lnTo>
                  <a:pt x="1340700" y="1182141"/>
                </a:lnTo>
                <a:lnTo>
                  <a:pt x="1342567" y="1180287"/>
                </a:lnTo>
                <a:lnTo>
                  <a:pt x="1343025" y="1179156"/>
                </a:lnTo>
                <a:lnTo>
                  <a:pt x="1343025" y="1176528"/>
                </a:lnTo>
                <a:close/>
              </a:path>
              <a:path w="11201400" h="1183005">
                <a:moveTo>
                  <a:pt x="1343025" y="589991"/>
                </a:moveTo>
                <a:lnTo>
                  <a:pt x="1342567" y="588873"/>
                </a:lnTo>
                <a:lnTo>
                  <a:pt x="1340700" y="587006"/>
                </a:lnTo>
                <a:lnTo>
                  <a:pt x="1339583" y="586536"/>
                </a:lnTo>
                <a:lnTo>
                  <a:pt x="1336954" y="586536"/>
                </a:lnTo>
                <a:lnTo>
                  <a:pt x="1335836" y="587006"/>
                </a:lnTo>
                <a:lnTo>
                  <a:pt x="1333969" y="588873"/>
                </a:lnTo>
                <a:lnTo>
                  <a:pt x="1333500" y="589991"/>
                </a:lnTo>
                <a:lnTo>
                  <a:pt x="1333500" y="592620"/>
                </a:lnTo>
                <a:lnTo>
                  <a:pt x="1333969" y="593737"/>
                </a:lnTo>
                <a:lnTo>
                  <a:pt x="1335836" y="595604"/>
                </a:lnTo>
                <a:lnTo>
                  <a:pt x="1336954" y="596061"/>
                </a:lnTo>
                <a:lnTo>
                  <a:pt x="1339583" y="596061"/>
                </a:lnTo>
                <a:lnTo>
                  <a:pt x="1340700" y="595604"/>
                </a:lnTo>
                <a:lnTo>
                  <a:pt x="1342567" y="593737"/>
                </a:lnTo>
                <a:lnTo>
                  <a:pt x="1343025" y="592620"/>
                </a:lnTo>
                <a:lnTo>
                  <a:pt x="1343025" y="589991"/>
                </a:lnTo>
                <a:close/>
              </a:path>
              <a:path w="11201400" h="1183005">
                <a:moveTo>
                  <a:pt x="1343025" y="3454"/>
                </a:moveTo>
                <a:lnTo>
                  <a:pt x="1342567" y="2324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24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11201400" h="1183005">
                <a:moveTo>
                  <a:pt x="1390650" y="1176528"/>
                </a:moveTo>
                <a:lnTo>
                  <a:pt x="1390192" y="1175410"/>
                </a:lnTo>
                <a:lnTo>
                  <a:pt x="1388325" y="1173543"/>
                </a:lnTo>
                <a:lnTo>
                  <a:pt x="1387208" y="1173086"/>
                </a:lnTo>
                <a:lnTo>
                  <a:pt x="1384579" y="1173086"/>
                </a:lnTo>
                <a:lnTo>
                  <a:pt x="1383461" y="1173543"/>
                </a:lnTo>
                <a:lnTo>
                  <a:pt x="1381594" y="1175410"/>
                </a:lnTo>
                <a:lnTo>
                  <a:pt x="1381125" y="1176528"/>
                </a:lnTo>
                <a:lnTo>
                  <a:pt x="1381125" y="1179156"/>
                </a:lnTo>
                <a:lnTo>
                  <a:pt x="1381594" y="1180287"/>
                </a:lnTo>
                <a:lnTo>
                  <a:pt x="1383461" y="1182141"/>
                </a:lnTo>
                <a:lnTo>
                  <a:pt x="1384579" y="1182611"/>
                </a:lnTo>
                <a:lnTo>
                  <a:pt x="1387208" y="1182611"/>
                </a:lnTo>
                <a:lnTo>
                  <a:pt x="1388325" y="1182141"/>
                </a:lnTo>
                <a:lnTo>
                  <a:pt x="1390192" y="1180287"/>
                </a:lnTo>
                <a:lnTo>
                  <a:pt x="1390650" y="1179156"/>
                </a:lnTo>
                <a:lnTo>
                  <a:pt x="1390650" y="1176528"/>
                </a:lnTo>
                <a:close/>
              </a:path>
              <a:path w="11201400" h="1183005">
                <a:moveTo>
                  <a:pt x="1390650" y="589991"/>
                </a:moveTo>
                <a:lnTo>
                  <a:pt x="1390192" y="588873"/>
                </a:lnTo>
                <a:lnTo>
                  <a:pt x="1388325" y="587006"/>
                </a:lnTo>
                <a:lnTo>
                  <a:pt x="1387208" y="586536"/>
                </a:lnTo>
                <a:lnTo>
                  <a:pt x="1384579" y="586536"/>
                </a:lnTo>
                <a:lnTo>
                  <a:pt x="1383461" y="587006"/>
                </a:lnTo>
                <a:lnTo>
                  <a:pt x="1381594" y="588873"/>
                </a:lnTo>
                <a:lnTo>
                  <a:pt x="1381125" y="589991"/>
                </a:lnTo>
                <a:lnTo>
                  <a:pt x="1381125" y="592620"/>
                </a:lnTo>
                <a:lnTo>
                  <a:pt x="1381594" y="593737"/>
                </a:lnTo>
                <a:lnTo>
                  <a:pt x="1383461" y="595604"/>
                </a:lnTo>
                <a:lnTo>
                  <a:pt x="1384579" y="596061"/>
                </a:lnTo>
                <a:lnTo>
                  <a:pt x="1387208" y="596061"/>
                </a:lnTo>
                <a:lnTo>
                  <a:pt x="1388325" y="595604"/>
                </a:lnTo>
                <a:lnTo>
                  <a:pt x="1390192" y="593737"/>
                </a:lnTo>
                <a:lnTo>
                  <a:pt x="1390650" y="592620"/>
                </a:lnTo>
                <a:lnTo>
                  <a:pt x="1390650" y="589991"/>
                </a:lnTo>
                <a:close/>
              </a:path>
              <a:path w="11201400" h="1183005">
                <a:moveTo>
                  <a:pt x="1390650" y="3454"/>
                </a:moveTo>
                <a:lnTo>
                  <a:pt x="1390192" y="2324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24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11201400" h="1183005">
                <a:moveTo>
                  <a:pt x="1438275" y="1176528"/>
                </a:moveTo>
                <a:lnTo>
                  <a:pt x="1437817" y="1175410"/>
                </a:lnTo>
                <a:lnTo>
                  <a:pt x="1435950" y="1173543"/>
                </a:lnTo>
                <a:lnTo>
                  <a:pt x="1434833" y="1173086"/>
                </a:lnTo>
                <a:lnTo>
                  <a:pt x="1432204" y="1173086"/>
                </a:lnTo>
                <a:lnTo>
                  <a:pt x="1431086" y="1173543"/>
                </a:lnTo>
                <a:lnTo>
                  <a:pt x="1429219" y="1175410"/>
                </a:lnTo>
                <a:lnTo>
                  <a:pt x="1428750" y="1176528"/>
                </a:lnTo>
                <a:lnTo>
                  <a:pt x="1428750" y="1179156"/>
                </a:lnTo>
                <a:lnTo>
                  <a:pt x="1429219" y="1180287"/>
                </a:lnTo>
                <a:lnTo>
                  <a:pt x="1431086" y="1182141"/>
                </a:lnTo>
                <a:lnTo>
                  <a:pt x="1432204" y="1182611"/>
                </a:lnTo>
                <a:lnTo>
                  <a:pt x="1434833" y="1182611"/>
                </a:lnTo>
                <a:lnTo>
                  <a:pt x="1435950" y="1182141"/>
                </a:lnTo>
                <a:lnTo>
                  <a:pt x="1437817" y="1180287"/>
                </a:lnTo>
                <a:lnTo>
                  <a:pt x="1438275" y="1179156"/>
                </a:lnTo>
                <a:lnTo>
                  <a:pt x="1438275" y="1176528"/>
                </a:lnTo>
                <a:close/>
              </a:path>
              <a:path w="11201400" h="1183005">
                <a:moveTo>
                  <a:pt x="1438275" y="589991"/>
                </a:moveTo>
                <a:lnTo>
                  <a:pt x="1437817" y="588873"/>
                </a:lnTo>
                <a:lnTo>
                  <a:pt x="1435950" y="587006"/>
                </a:lnTo>
                <a:lnTo>
                  <a:pt x="1434833" y="586536"/>
                </a:lnTo>
                <a:lnTo>
                  <a:pt x="1432204" y="586536"/>
                </a:lnTo>
                <a:lnTo>
                  <a:pt x="1431086" y="587006"/>
                </a:lnTo>
                <a:lnTo>
                  <a:pt x="1429219" y="588873"/>
                </a:lnTo>
                <a:lnTo>
                  <a:pt x="1428750" y="589991"/>
                </a:lnTo>
                <a:lnTo>
                  <a:pt x="1428750" y="592620"/>
                </a:lnTo>
                <a:lnTo>
                  <a:pt x="1429219" y="593737"/>
                </a:lnTo>
                <a:lnTo>
                  <a:pt x="1431086" y="595604"/>
                </a:lnTo>
                <a:lnTo>
                  <a:pt x="1432204" y="596061"/>
                </a:lnTo>
                <a:lnTo>
                  <a:pt x="1434833" y="596061"/>
                </a:lnTo>
                <a:lnTo>
                  <a:pt x="1435950" y="595604"/>
                </a:lnTo>
                <a:lnTo>
                  <a:pt x="1437817" y="593737"/>
                </a:lnTo>
                <a:lnTo>
                  <a:pt x="1438275" y="592620"/>
                </a:lnTo>
                <a:lnTo>
                  <a:pt x="1438275" y="589991"/>
                </a:lnTo>
                <a:close/>
              </a:path>
              <a:path w="11201400" h="1183005">
                <a:moveTo>
                  <a:pt x="1438275" y="3454"/>
                </a:moveTo>
                <a:lnTo>
                  <a:pt x="1437817" y="2324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24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11201400" h="1183005">
                <a:moveTo>
                  <a:pt x="1485900" y="1176528"/>
                </a:moveTo>
                <a:lnTo>
                  <a:pt x="1485442" y="1175410"/>
                </a:lnTo>
                <a:lnTo>
                  <a:pt x="1483575" y="1173543"/>
                </a:lnTo>
                <a:lnTo>
                  <a:pt x="1482458" y="1173086"/>
                </a:lnTo>
                <a:lnTo>
                  <a:pt x="1479829" y="1173086"/>
                </a:lnTo>
                <a:lnTo>
                  <a:pt x="1478711" y="1173543"/>
                </a:lnTo>
                <a:lnTo>
                  <a:pt x="1476844" y="1175410"/>
                </a:lnTo>
                <a:lnTo>
                  <a:pt x="1476375" y="1176528"/>
                </a:lnTo>
                <a:lnTo>
                  <a:pt x="1476375" y="1179156"/>
                </a:lnTo>
                <a:lnTo>
                  <a:pt x="1476844" y="1180287"/>
                </a:lnTo>
                <a:lnTo>
                  <a:pt x="1478711" y="1182141"/>
                </a:lnTo>
                <a:lnTo>
                  <a:pt x="1479829" y="1182611"/>
                </a:lnTo>
                <a:lnTo>
                  <a:pt x="1482458" y="1182611"/>
                </a:lnTo>
                <a:lnTo>
                  <a:pt x="1483575" y="1182141"/>
                </a:lnTo>
                <a:lnTo>
                  <a:pt x="1485442" y="1180287"/>
                </a:lnTo>
                <a:lnTo>
                  <a:pt x="1485900" y="1179156"/>
                </a:lnTo>
                <a:lnTo>
                  <a:pt x="1485900" y="1176528"/>
                </a:lnTo>
                <a:close/>
              </a:path>
              <a:path w="11201400" h="1183005">
                <a:moveTo>
                  <a:pt x="1485900" y="589991"/>
                </a:moveTo>
                <a:lnTo>
                  <a:pt x="1485442" y="588873"/>
                </a:lnTo>
                <a:lnTo>
                  <a:pt x="1483575" y="587006"/>
                </a:lnTo>
                <a:lnTo>
                  <a:pt x="1482458" y="586536"/>
                </a:lnTo>
                <a:lnTo>
                  <a:pt x="1479829" y="586536"/>
                </a:lnTo>
                <a:lnTo>
                  <a:pt x="1478711" y="587006"/>
                </a:lnTo>
                <a:lnTo>
                  <a:pt x="1476844" y="588873"/>
                </a:lnTo>
                <a:lnTo>
                  <a:pt x="1476375" y="589991"/>
                </a:lnTo>
                <a:lnTo>
                  <a:pt x="1476375" y="592620"/>
                </a:lnTo>
                <a:lnTo>
                  <a:pt x="1476844" y="593737"/>
                </a:lnTo>
                <a:lnTo>
                  <a:pt x="1478711" y="595604"/>
                </a:lnTo>
                <a:lnTo>
                  <a:pt x="1479829" y="596061"/>
                </a:lnTo>
                <a:lnTo>
                  <a:pt x="1482458" y="596061"/>
                </a:lnTo>
                <a:lnTo>
                  <a:pt x="1483575" y="595604"/>
                </a:lnTo>
                <a:lnTo>
                  <a:pt x="1485442" y="593737"/>
                </a:lnTo>
                <a:lnTo>
                  <a:pt x="1485900" y="592620"/>
                </a:lnTo>
                <a:lnTo>
                  <a:pt x="1485900" y="589991"/>
                </a:lnTo>
                <a:close/>
              </a:path>
              <a:path w="11201400" h="1183005">
                <a:moveTo>
                  <a:pt x="1485900" y="3454"/>
                </a:moveTo>
                <a:lnTo>
                  <a:pt x="1485442" y="2324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24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11201400" h="1183005">
                <a:moveTo>
                  <a:pt x="1533525" y="1176528"/>
                </a:moveTo>
                <a:lnTo>
                  <a:pt x="1533067" y="1175410"/>
                </a:lnTo>
                <a:lnTo>
                  <a:pt x="1531200" y="1173543"/>
                </a:lnTo>
                <a:lnTo>
                  <a:pt x="1530083" y="1173086"/>
                </a:lnTo>
                <a:lnTo>
                  <a:pt x="1527454" y="1173086"/>
                </a:lnTo>
                <a:lnTo>
                  <a:pt x="1526336" y="1173543"/>
                </a:lnTo>
                <a:lnTo>
                  <a:pt x="1524469" y="1175410"/>
                </a:lnTo>
                <a:lnTo>
                  <a:pt x="1524000" y="1176528"/>
                </a:lnTo>
                <a:lnTo>
                  <a:pt x="1524000" y="1179156"/>
                </a:lnTo>
                <a:lnTo>
                  <a:pt x="1524469" y="1180287"/>
                </a:lnTo>
                <a:lnTo>
                  <a:pt x="1526336" y="1182141"/>
                </a:lnTo>
                <a:lnTo>
                  <a:pt x="1527454" y="1182611"/>
                </a:lnTo>
                <a:lnTo>
                  <a:pt x="1530083" y="1182611"/>
                </a:lnTo>
                <a:lnTo>
                  <a:pt x="1531200" y="1182141"/>
                </a:lnTo>
                <a:lnTo>
                  <a:pt x="1533067" y="1180287"/>
                </a:lnTo>
                <a:lnTo>
                  <a:pt x="1533525" y="1179156"/>
                </a:lnTo>
                <a:lnTo>
                  <a:pt x="1533525" y="1176528"/>
                </a:lnTo>
                <a:close/>
              </a:path>
              <a:path w="11201400" h="1183005">
                <a:moveTo>
                  <a:pt x="1533525" y="589991"/>
                </a:moveTo>
                <a:lnTo>
                  <a:pt x="1533067" y="588873"/>
                </a:lnTo>
                <a:lnTo>
                  <a:pt x="1531200" y="587006"/>
                </a:lnTo>
                <a:lnTo>
                  <a:pt x="1530083" y="586536"/>
                </a:lnTo>
                <a:lnTo>
                  <a:pt x="1527454" y="586536"/>
                </a:lnTo>
                <a:lnTo>
                  <a:pt x="1526336" y="587006"/>
                </a:lnTo>
                <a:lnTo>
                  <a:pt x="1524469" y="588873"/>
                </a:lnTo>
                <a:lnTo>
                  <a:pt x="1524000" y="589991"/>
                </a:lnTo>
                <a:lnTo>
                  <a:pt x="1524000" y="592620"/>
                </a:lnTo>
                <a:lnTo>
                  <a:pt x="1524469" y="593737"/>
                </a:lnTo>
                <a:lnTo>
                  <a:pt x="1526336" y="595604"/>
                </a:lnTo>
                <a:lnTo>
                  <a:pt x="1527454" y="596061"/>
                </a:lnTo>
                <a:lnTo>
                  <a:pt x="1530083" y="596061"/>
                </a:lnTo>
                <a:lnTo>
                  <a:pt x="1531200" y="595604"/>
                </a:lnTo>
                <a:lnTo>
                  <a:pt x="1533067" y="593737"/>
                </a:lnTo>
                <a:lnTo>
                  <a:pt x="1533525" y="592620"/>
                </a:lnTo>
                <a:lnTo>
                  <a:pt x="1533525" y="589991"/>
                </a:lnTo>
                <a:close/>
              </a:path>
              <a:path w="11201400" h="1183005">
                <a:moveTo>
                  <a:pt x="1533525" y="3454"/>
                </a:moveTo>
                <a:lnTo>
                  <a:pt x="1533067" y="2324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24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11201400" h="1183005">
                <a:moveTo>
                  <a:pt x="1581150" y="1176528"/>
                </a:moveTo>
                <a:lnTo>
                  <a:pt x="1580692" y="1175410"/>
                </a:lnTo>
                <a:lnTo>
                  <a:pt x="1578825" y="1173543"/>
                </a:lnTo>
                <a:lnTo>
                  <a:pt x="1577708" y="1173086"/>
                </a:lnTo>
                <a:lnTo>
                  <a:pt x="1575079" y="1173086"/>
                </a:lnTo>
                <a:lnTo>
                  <a:pt x="1573961" y="1173543"/>
                </a:lnTo>
                <a:lnTo>
                  <a:pt x="1572094" y="1175410"/>
                </a:lnTo>
                <a:lnTo>
                  <a:pt x="1571625" y="1176528"/>
                </a:lnTo>
                <a:lnTo>
                  <a:pt x="1571625" y="1179156"/>
                </a:lnTo>
                <a:lnTo>
                  <a:pt x="1572094" y="1180287"/>
                </a:lnTo>
                <a:lnTo>
                  <a:pt x="1573961" y="1182141"/>
                </a:lnTo>
                <a:lnTo>
                  <a:pt x="1575079" y="1182611"/>
                </a:lnTo>
                <a:lnTo>
                  <a:pt x="1577708" y="1182611"/>
                </a:lnTo>
                <a:lnTo>
                  <a:pt x="1578825" y="1182141"/>
                </a:lnTo>
                <a:lnTo>
                  <a:pt x="1580692" y="1180287"/>
                </a:lnTo>
                <a:lnTo>
                  <a:pt x="1581150" y="1179156"/>
                </a:lnTo>
                <a:lnTo>
                  <a:pt x="1581150" y="1176528"/>
                </a:lnTo>
                <a:close/>
              </a:path>
              <a:path w="11201400" h="1183005">
                <a:moveTo>
                  <a:pt x="1581150" y="589991"/>
                </a:moveTo>
                <a:lnTo>
                  <a:pt x="1580692" y="588873"/>
                </a:lnTo>
                <a:lnTo>
                  <a:pt x="1578825" y="587006"/>
                </a:lnTo>
                <a:lnTo>
                  <a:pt x="1577708" y="586536"/>
                </a:lnTo>
                <a:lnTo>
                  <a:pt x="1575079" y="586536"/>
                </a:lnTo>
                <a:lnTo>
                  <a:pt x="1573961" y="587006"/>
                </a:lnTo>
                <a:lnTo>
                  <a:pt x="1572094" y="588873"/>
                </a:lnTo>
                <a:lnTo>
                  <a:pt x="1571625" y="589991"/>
                </a:lnTo>
                <a:lnTo>
                  <a:pt x="1571625" y="592620"/>
                </a:lnTo>
                <a:lnTo>
                  <a:pt x="1572094" y="593737"/>
                </a:lnTo>
                <a:lnTo>
                  <a:pt x="1573961" y="595604"/>
                </a:lnTo>
                <a:lnTo>
                  <a:pt x="1575079" y="596061"/>
                </a:lnTo>
                <a:lnTo>
                  <a:pt x="1577708" y="596061"/>
                </a:lnTo>
                <a:lnTo>
                  <a:pt x="1578825" y="595604"/>
                </a:lnTo>
                <a:lnTo>
                  <a:pt x="1580692" y="593737"/>
                </a:lnTo>
                <a:lnTo>
                  <a:pt x="1581150" y="592620"/>
                </a:lnTo>
                <a:lnTo>
                  <a:pt x="1581150" y="589991"/>
                </a:lnTo>
                <a:close/>
              </a:path>
              <a:path w="11201400" h="1183005">
                <a:moveTo>
                  <a:pt x="1581150" y="3454"/>
                </a:moveTo>
                <a:lnTo>
                  <a:pt x="1580692" y="2324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24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11201400" h="1183005">
                <a:moveTo>
                  <a:pt x="1628775" y="1176528"/>
                </a:moveTo>
                <a:lnTo>
                  <a:pt x="1628317" y="1175410"/>
                </a:lnTo>
                <a:lnTo>
                  <a:pt x="1626450" y="1173543"/>
                </a:lnTo>
                <a:lnTo>
                  <a:pt x="1625333" y="1173086"/>
                </a:lnTo>
                <a:lnTo>
                  <a:pt x="1622704" y="1173086"/>
                </a:lnTo>
                <a:lnTo>
                  <a:pt x="1621586" y="1173543"/>
                </a:lnTo>
                <a:lnTo>
                  <a:pt x="1619719" y="1175410"/>
                </a:lnTo>
                <a:lnTo>
                  <a:pt x="1619250" y="1176528"/>
                </a:lnTo>
                <a:lnTo>
                  <a:pt x="1619250" y="1179156"/>
                </a:lnTo>
                <a:lnTo>
                  <a:pt x="1619719" y="1180287"/>
                </a:lnTo>
                <a:lnTo>
                  <a:pt x="1621586" y="1182141"/>
                </a:lnTo>
                <a:lnTo>
                  <a:pt x="1622704" y="1182611"/>
                </a:lnTo>
                <a:lnTo>
                  <a:pt x="1625333" y="1182611"/>
                </a:lnTo>
                <a:lnTo>
                  <a:pt x="1626450" y="1182141"/>
                </a:lnTo>
                <a:lnTo>
                  <a:pt x="1628317" y="1180287"/>
                </a:lnTo>
                <a:lnTo>
                  <a:pt x="1628775" y="1179156"/>
                </a:lnTo>
                <a:lnTo>
                  <a:pt x="1628775" y="1176528"/>
                </a:lnTo>
                <a:close/>
              </a:path>
              <a:path w="11201400" h="1183005">
                <a:moveTo>
                  <a:pt x="1628775" y="589991"/>
                </a:moveTo>
                <a:lnTo>
                  <a:pt x="1628317" y="588873"/>
                </a:lnTo>
                <a:lnTo>
                  <a:pt x="1626450" y="587006"/>
                </a:lnTo>
                <a:lnTo>
                  <a:pt x="1625333" y="586536"/>
                </a:lnTo>
                <a:lnTo>
                  <a:pt x="1622704" y="586536"/>
                </a:lnTo>
                <a:lnTo>
                  <a:pt x="1621586" y="587006"/>
                </a:lnTo>
                <a:lnTo>
                  <a:pt x="1619719" y="588873"/>
                </a:lnTo>
                <a:lnTo>
                  <a:pt x="1619250" y="589991"/>
                </a:lnTo>
                <a:lnTo>
                  <a:pt x="1619250" y="592620"/>
                </a:lnTo>
                <a:lnTo>
                  <a:pt x="1619719" y="593737"/>
                </a:lnTo>
                <a:lnTo>
                  <a:pt x="1621586" y="595604"/>
                </a:lnTo>
                <a:lnTo>
                  <a:pt x="1622704" y="596061"/>
                </a:lnTo>
                <a:lnTo>
                  <a:pt x="1625333" y="596061"/>
                </a:lnTo>
                <a:lnTo>
                  <a:pt x="1626450" y="595604"/>
                </a:lnTo>
                <a:lnTo>
                  <a:pt x="1628317" y="593737"/>
                </a:lnTo>
                <a:lnTo>
                  <a:pt x="1628775" y="592620"/>
                </a:lnTo>
                <a:lnTo>
                  <a:pt x="1628775" y="589991"/>
                </a:lnTo>
                <a:close/>
              </a:path>
              <a:path w="11201400" h="1183005">
                <a:moveTo>
                  <a:pt x="1628775" y="3454"/>
                </a:moveTo>
                <a:lnTo>
                  <a:pt x="1628317" y="2324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24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11201400" h="1183005">
                <a:moveTo>
                  <a:pt x="1676400" y="1176528"/>
                </a:moveTo>
                <a:lnTo>
                  <a:pt x="1675942" y="1175410"/>
                </a:lnTo>
                <a:lnTo>
                  <a:pt x="1674075" y="1173543"/>
                </a:lnTo>
                <a:lnTo>
                  <a:pt x="1672958" y="1173086"/>
                </a:lnTo>
                <a:lnTo>
                  <a:pt x="1670329" y="1173086"/>
                </a:lnTo>
                <a:lnTo>
                  <a:pt x="1669211" y="1173543"/>
                </a:lnTo>
                <a:lnTo>
                  <a:pt x="1667344" y="1175410"/>
                </a:lnTo>
                <a:lnTo>
                  <a:pt x="1666875" y="1176528"/>
                </a:lnTo>
                <a:lnTo>
                  <a:pt x="1666875" y="1179156"/>
                </a:lnTo>
                <a:lnTo>
                  <a:pt x="1667344" y="1180287"/>
                </a:lnTo>
                <a:lnTo>
                  <a:pt x="1669211" y="1182141"/>
                </a:lnTo>
                <a:lnTo>
                  <a:pt x="1670329" y="1182611"/>
                </a:lnTo>
                <a:lnTo>
                  <a:pt x="1672958" y="1182611"/>
                </a:lnTo>
                <a:lnTo>
                  <a:pt x="1674075" y="1182141"/>
                </a:lnTo>
                <a:lnTo>
                  <a:pt x="1675942" y="1180287"/>
                </a:lnTo>
                <a:lnTo>
                  <a:pt x="1676400" y="1179156"/>
                </a:lnTo>
                <a:lnTo>
                  <a:pt x="1676400" y="1176528"/>
                </a:lnTo>
                <a:close/>
              </a:path>
              <a:path w="11201400" h="1183005">
                <a:moveTo>
                  <a:pt x="1676400" y="589991"/>
                </a:moveTo>
                <a:lnTo>
                  <a:pt x="1675942" y="588873"/>
                </a:lnTo>
                <a:lnTo>
                  <a:pt x="1674075" y="587006"/>
                </a:lnTo>
                <a:lnTo>
                  <a:pt x="1672958" y="586536"/>
                </a:lnTo>
                <a:lnTo>
                  <a:pt x="1670329" y="586536"/>
                </a:lnTo>
                <a:lnTo>
                  <a:pt x="1669211" y="587006"/>
                </a:lnTo>
                <a:lnTo>
                  <a:pt x="1667344" y="588873"/>
                </a:lnTo>
                <a:lnTo>
                  <a:pt x="1666875" y="589991"/>
                </a:lnTo>
                <a:lnTo>
                  <a:pt x="1666875" y="592620"/>
                </a:lnTo>
                <a:lnTo>
                  <a:pt x="1667344" y="593737"/>
                </a:lnTo>
                <a:lnTo>
                  <a:pt x="1669211" y="595604"/>
                </a:lnTo>
                <a:lnTo>
                  <a:pt x="1670329" y="596061"/>
                </a:lnTo>
                <a:lnTo>
                  <a:pt x="1672958" y="596061"/>
                </a:lnTo>
                <a:lnTo>
                  <a:pt x="1674075" y="595604"/>
                </a:lnTo>
                <a:lnTo>
                  <a:pt x="1675942" y="593737"/>
                </a:lnTo>
                <a:lnTo>
                  <a:pt x="1676400" y="592620"/>
                </a:lnTo>
                <a:lnTo>
                  <a:pt x="1676400" y="589991"/>
                </a:lnTo>
                <a:close/>
              </a:path>
              <a:path w="11201400" h="1183005">
                <a:moveTo>
                  <a:pt x="1676400" y="3454"/>
                </a:moveTo>
                <a:lnTo>
                  <a:pt x="1675942" y="2324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24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11201400" h="1183005">
                <a:moveTo>
                  <a:pt x="1724025" y="1176528"/>
                </a:moveTo>
                <a:lnTo>
                  <a:pt x="1723567" y="1175410"/>
                </a:lnTo>
                <a:lnTo>
                  <a:pt x="1721700" y="1173543"/>
                </a:lnTo>
                <a:lnTo>
                  <a:pt x="1720583" y="1173086"/>
                </a:lnTo>
                <a:lnTo>
                  <a:pt x="1717954" y="1173086"/>
                </a:lnTo>
                <a:lnTo>
                  <a:pt x="1716836" y="1173543"/>
                </a:lnTo>
                <a:lnTo>
                  <a:pt x="1714969" y="1175410"/>
                </a:lnTo>
                <a:lnTo>
                  <a:pt x="1714500" y="1176528"/>
                </a:lnTo>
                <a:lnTo>
                  <a:pt x="1714500" y="1179156"/>
                </a:lnTo>
                <a:lnTo>
                  <a:pt x="1714969" y="1180287"/>
                </a:lnTo>
                <a:lnTo>
                  <a:pt x="1716836" y="1182141"/>
                </a:lnTo>
                <a:lnTo>
                  <a:pt x="1717954" y="1182611"/>
                </a:lnTo>
                <a:lnTo>
                  <a:pt x="1720583" y="1182611"/>
                </a:lnTo>
                <a:lnTo>
                  <a:pt x="1721700" y="1182141"/>
                </a:lnTo>
                <a:lnTo>
                  <a:pt x="1723567" y="1180287"/>
                </a:lnTo>
                <a:lnTo>
                  <a:pt x="1724025" y="1179156"/>
                </a:lnTo>
                <a:lnTo>
                  <a:pt x="1724025" y="1176528"/>
                </a:lnTo>
                <a:close/>
              </a:path>
              <a:path w="11201400" h="1183005">
                <a:moveTo>
                  <a:pt x="1724025" y="589991"/>
                </a:moveTo>
                <a:lnTo>
                  <a:pt x="1723567" y="588873"/>
                </a:lnTo>
                <a:lnTo>
                  <a:pt x="1721700" y="587006"/>
                </a:lnTo>
                <a:lnTo>
                  <a:pt x="1720583" y="586536"/>
                </a:lnTo>
                <a:lnTo>
                  <a:pt x="1717954" y="586536"/>
                </a:lnTo>
                <a:lnTo>
                  <a:pt x="1716836" y="587006"/>
                </a:lnTo>
                <a:lnTo>
                  <a:pt x="1714969" y="588873"/>
                </a:lnTo>
                <a:lnTo>
                  <a:pt x="1714500" y="589991"/>
                </a:lnTo>
                <a:lnTo>
                  <a:pt x="1714500" y="592620"/>
                </a:lnTo>
                <a:lnTo>
                  <a:pt x="1714969" y="593737"/>
                </a:lnTo>
                <a:lnTo>
                  <a:pt x="1716836" y="595604"/>
                </a:lnTo>
                <a:lnTo>
                  <a:pt x="1717954" y="596061"/>
                </a:lnTo>
                <a:lnTo>
                  <a:pt x="1720583" y="596061"/>
                </a:lnTo>
                <a:lnTo>
                  <a:pt x="1721700" y="595604"/>
                </a:lnTo>
                <a:lnTo>
                  <a:pt x="1723567" y="593737"/>
                </a:lnTo>
                <a:lnTo>
                  <a:pt x="1724025" y="592620"/>
                </a:lnTo>
                <a:lnTo>
                  <a:pt x="1724025" y="589991"/>
                </a:lnTo>
                <a:close/>
              </a:path>
              <a:path w="11201400" h="1183005">
                <a:moveTo>
                  <a:pt x="1724025" y="3454"/>
                </a:moveTo>
                <a:lnTo>
                  <a:pt x="1723567" y="2324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24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11201400" h="1183005">
                <a:moveTo>
                  <a:pt x="1771650" y="1176528"/>
                </a:moveTo>
                <a:lnTo>
                  <a:pt x="1771192" y="1175410"/>
                </a:lnTo>
                <a:lnTo>
                  <a:pt x="1769325" y="1173543"/>
                </a:lnTo>
                <a:lnTo>
                  <a:pt x="1768208" y="1173086"/>
                </a:lnTo>
                <a:lnTo>
                  <a:pt x="1765579" y="1173086"/>
                </a:lnTo>
                <a:lnTo>
                  <a:pt x="1764461" y="1173543"/>
                </a:lnTo>
                <a:lnTo>
                  <a:pt x="1762594" y="1175410"/>
                </a:lnTo>
                <a:lnTo>
                  <a:pt x="1762125" y="1176528"/>
                </a:lnTo>
                <a:lnTo>
                  <a:pt x="1762125" y="1179156"/>
                </a:lnTo>
                <a:lnTo>
                  <a:pt x="1762594" y="1180287"/>
                </a:lnTo>
                <a:lnTo>
                  <a:pt x="1764461" y="1182141"/>
                </a:lnTo>
                <a:lnTo>
                  <a:pt x="1765579" y="1182611"/>
                </a:lnTo>
                <a:lnTo>
                  <a:pt x="1768208" y="1182611"/>
                </a:lnTo>
                <a:lnTo>
                  <a:pt x="1769325" y="1182141"/>
                </a:lnTo>
                <a:lnTo>
                  <a:pt x="1771192" y="1180287"/>
                </a:lnTo>
                <a:lnTo>
                  <a:pt x="1771650" y="1179156"/>
                </a:lnTo>
                <a:lnTo>
                  <a:pt x="1771650" y="1176528"/>
                </a:lnTo>
                <a:close/>
              </a:path>
              <a:path w="11201400" h="1183005">
                <a:moveTo>
                  <a:pt x="1771650" y="589991"/>
                </a:moveTo>
                <a:lnTo>
                  <a:pt x="1771192" y="588873"/>
                </a:lnTo>
                <a:lnTo>
                  <a:pt x="1769325" y="587006"/>
                </a:lnTo>
                <a:lnTo>
                  <a:pt x="1768208" y="586536"/>
                </a:lnTo>
                <a:lnTo>
                  <a:pt x="1765579" y="586536"/>
                </a:lnTo>
                <a:lnTo>
                  <a:pt x="1764461" y="587006"/>
                </a:lnTo>
                <a:lnTo>
                  <a:pt x="1762594" y="588873"/>
                </a:lnTo>
                <a:lnTo>
                  <a:pt x="1762125" y="589991"/>
                </a:lnTo>
                <a:lnTo>
                  <a:pt x="1762125" y="592620"/>
                </a:lnTo>
                <a:lnTo>
                  <a:pt x="1762594" y="593737"/>
                </a:lnTo>
                <a:lnTo>
                  <a:pt x="1764461" y="595604"/>
                </a:lnTo>
                <a:lnTo>
                  <a:pt x="1765579" y="596061"/>
                </a:lnTo>
                <a:lnTo>
                  <a:pt x="1768208" y="596061"/>
                </a:lnTo>
                <a:lnTo>
                  <a:pt x="1769325" y="595604"/>
                </a:lnTo>
                <a:lnTo>
                  <a:pt x="1771192" y="593737"/>
                </a:lnTo>
                <a:lnTo>
                  <a:pt x="1771650" y="592620"/>
                </a:lnTo>
                <a:lnTo>
                  <a:pt x="1771650" y="589991"/>
                </a:lnTo>
                <a:close/>
              </a:path>
              <a:path w="11201400" h="1183005">
                <a:moveTo>
                  <a:pt x="1771650" y="3454"/>
                </a:moveTo>
                <a:lnTo>
                  <a:pt x="1771192" y="2324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24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11201400" h="1183005">
                <a:moveTo>
                  <a:pt x="1819275" y="1176528"/>
                </a:moveTo>
                <a:lnTo>
                  <a:pt x="1818817" y="1175410"/>
                </a:lnTo>
                <a:lnTo>
                  <a:pt x="1816950" y="1173543"/>
                </a:lnTo>
                <a:lnTo>
                  <a:pt x="1815833" y="1173086"/>
                </a:lnTo>
                <a:lnTo>
                  <a:pt x="1813204" y="1173086"/>
                </a:lnTo>
                <a:lnTo>
                  <a:pt x="1812086" y="1173543"/>
                </a:lnTo>
                <a:lnTo>
                  <a:pt x="1810219" y="1175410"/>
                </a:lnTo>
                <a:lnTo>
                  <a:pt x="1809750" y="1176528"/>
                </a:lnTo>
                <a:lnTo>
                  <a:pt x="1809750" y="1179156"/>
                </a:lnTo>
                <a:lnTo>
                  <a:pt x="1810219" y="1180287"/>
                </a:lnTo>
                <a:lnTo>
                  <a:pt x="1812086" y="1182141"/>
                </a:lnTo>
                <a:lnTo>
                  <a:pt x="1813204" y="1182611"/>
                </a:lnTo>
                <a:lnTo>
                  <a:pt x="1815833" y="1182611"/>
                </a:lnTo>
                <a:lnTo>
                  <a:pt x="1816950" y="1182141"/>
                </a:lnTo>
                <a:lnTo>
                  <a:pt x="1818817" y="1180287"/>
                </a:lnTo>
                <a:lnTo>
                  <a:pt x="1819275" y="1179156"/>
                </a:lnTo>
                <a:lnTo>
                  <a:pt x="1819275" y="1176528"/>
                </a:lnTo>
                <a:close/>
              </a:path>
              <a:path w="11201400" h="1183005">
                <a:moveTo>
                  <a:pt x="1819275" y="589991"/>
                </a:moveTo>
                <a:lnTo>
                  <a:pt x="1818817" y="588873"/>
                </a:lnTo>
                <a:lnTo>
                  <a:pt x="1816950" y="587006"/>
                </a:lnTo>
                <a:lnTo>
                  <a:pt x="1815833" y="586536"/>
                </a:lnTo>
                <a:lnTo>
                  <a:pt x="1813204" y="586536"/>
                </a:lnTo>
                <a:lnTo>
                  <a:pt x="1812086" y="587006"/>
                </a:lnTo>
                <a:lnTo>
                  <a:pt x="1810219" y="588873"/>
                </a:lnTo>
                <a:lnTo>
                  <a:pt x="1809750" y="589991"/>
                </a:lnTo>
                <a:lnTo>
                  <a:pt x="1809750" y="592620"/>
                </a:lnTo>
                <a:lnTo>
                  <a:pt x="1810219" y="593737"/>
                </a:lnTo>
                <a:lnTo>
                  <a:pt x="1812086" y="595604"/>
                </a:lnTo>
                <a:lnTo>
                  <a:pt x="1813204" y="596061"/>
                </a:lnTo>
                <a:lnTo>
                  <a:pt x="1815833" y="596061"/>
                </a:lnTo>
                <a:lnTo>
                  <a:pt x="1816950" y="595604"/>
                </a:lnTo>
                <a:lnTo>
                  <a:pt x="1818817" y="593737"/>
                </a:lnTo>
                <a:lnTo>
                  <a:pt x="1819275" y="592620"/>
                </a:lnTo>
                <a:lnTo>
                  <a:pt x="1819275" y="589991"/>
                </a:lnTo>
                <a:close/>
              </a:path>
              <a:path w="11201400" h="1183005">
                <a:moveTo>
                  <a:pt x="1819275" y="3454"/>
                </a:moveTo>
                <a:lnTo>
                  <a:pt x="1818817" y="2324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24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11201400" h="1183005">
                <a:moveTo>
                  <a:pt x="1866900" y="1176528"/>
                </a:moveTo>
                <a:lnTo>
                  <a:pt x="1866442" y="1175410"/>
                </a:lnTo>
                <a:lnTo>
                  <a:pt x="1864575" y="1173543"/>
                </a:lnTo>
                <a:lnTo>
                  <a:pt x="1863458" y="1173086"/>
                </a:lnTo>
                <a:lnTo>
                  <a:pt x="1860829" y="1173086"/>
                </a:lnTo>
                <a:lnTo>
                  <a:pt x="1859711" y="1173543"/>
                </a:lnTo>
                <a:lnTo>
                  <a:pt x="1857844" y="1175410"/>
                </a:lnTo>
                <a:lnTo>
                  <a:pt x="1857375" y="1176528"/>
                </a:lnTo>
                <a:lnTo>
                  <a:pt x="1857375" y="1179156"/>
                </a:lnTo>
                <a:lnTo>
                  <a:pt x="1857844" y="1180287"/>
                </a:lnTo>
                <a:lnTo>
                  <a:pt x="1859711" y="1182141"/>
                </a:lnTo>
                <a:lnTo>
                  <a:pt x="1860829" y="1182611"/>
                </a:lnTo>
                <a:lnTo>
                  <a:pt x="1863458" y="1182611"/>
                </a:lnTo>
                <a:lnTo>
                  <a:pt x="1864575" y="1182141"/>
                </a:lnTo>
                <a:lnTo>
                  <a:pt x="1866442" y="1180287"/>
                </a:lnTo>
                <a:lnTo>
                  <a:pt x="1866900" y="1179156"/>
                </a:lnTo>
                <a:lnTo>
                  <a:pt x="1866900" y="1176528"/>
                </a:lnTo>
                <a:close/>
              </a:path>
              <a:path w="11201400" h="1183005">
                <a:moveTo>
                  <a:pt x="1866900" y="589991"/>
                </a:moveTo>
                <a:lnTo>
                  <a:pt x="1866442" y="588873"/>
                </a:lnTo>
                <a:lnTo>
                  <a:pt x="1864575" y="587006"/>
                </a:lnTo>
                <a:lnTo>
                  <a:pt x="1863458" y="586536"/>
                </a:lnTo>
                <a:lnTo>
                  <a:pt x="1860829" y="586536"/>
                </a:lnTo>
                <a:lnTo>
                  <a:pt x="1859711" y="587006"/>
                </a:lnTo>
                <a:lnTo>
                  <a:pt x="1857844" y="588873"/>
                </a:lnTo>
                <a:lnTo>
                  <a:pt x="1857375" y="589991"/>
                </a:lnTo>
                <a:lnTo>
                  <a:pt x="1857375" y="592620"/>
                </a:lnTo>
                <a:lnTo>
                  <a:pt x="1857844" y="593737"/>
                </a:lnTo>
                <a:lnTo>
                  <a:pt x="1859711" y="595604"/>
                </a:lnTo>
                <a:lnTo>
                  <a:pt x="1860829" y="596061"/>
                </a:lnTo>
                <a:lnTo>
                  <a:pt x="1863458" y="596061"/>
                </a:lnTo>
                <a:lnTo>
                  <a:pt x="1864575" y="595604"/>
                </a:lnTo>
                <a:lnTo>
                  <a:pt x="1866442" y="593737"/>
                </a:lnTo>
                <a:lnTo>
                  <a:pt x="1866900" y="592620"/>
                </a:lnTo>
                <a:lnTo>
                  <a:pt x="1866900" y="589991"/>
                </a:lnTo>
                <a:close/>
              </a:path>
              <a:path w="11201400" h="1183005">
                <a:moveTo>
                  <a:pt x="1866900" y="3454"/>
                </a:moveTo>
                <a:lnTo>
                  <a:pt x="1866442" y="2324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24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11201400" h="1183005">
                <a:moveTo>
                  <a:pt x="1914525" y="1176528"/>
                </a:moveTo>
                <a:lnTo>
                  <a:pt x="1914067" y="1175410"/>
                </a:lnTo>
                <a:lnTo>
                  <a:pt x="1912200" y="1173543"/>
                </a:lnTo>
                <a:lnTo>
                  <a:pt x="1911083" y="1173086"/>
                </a:lnTo>
                <a:lnTo>
                  <a:pt x="1908454" y="1173086"/>
                </a:lnTo>
                <a:lnTo>
                  <a:pt x="1907336" y="1173543"/>
                </a:lnTo>
                <a:lnTo>
                  <a:pt x="1905469" y="1175410"/>
                </a:lnTo>
                <a:lnTo>
                  <a:pt x="1905000" y="1176528"/>
                </a:lnTo>
                <a:lnTo>
                  <a:pt x="1905000" y="1179156"/>
                </a:lnTo>
                <a:lnTo>
                  <a:pt x="1905469" y="1180287"/>
                </a:lnTo>
                <a:lnTo>
                  <a:pt x="1907336" y="1182141"/>
                </a:lnTo>
                <a:lnTo>
                  <a:pt x="1908454" y="1182611"/>
                </a:lnTo>
                <a:lnTo>
                  <a:pt x="1911083" y="1182611"/>
                </a:lnTo>
                <a:lnTo>
                  <a:pt x="1912200" y="1182141"/>
                </a:lnTo>
                <a:lnTo>
                  <a:pt x="1914067" y="1180287"/>
                </a:lnTo>
                <a:lnTo>
                  <a:pt x="1914525" y="1179156"/>
                </a:lnTo>
                <a:lnTo>
                  <a:pt x="1914525" y="1176528"/>
                </a:lnTo>
                <a:close/>
              </a:path>
              <a:path w="11201400" h="1183005">
                <a:moveTo>
                  <a:pt x="1914525" y="589991"/>
                </a:moveTo>
                <a:lnTo>
                  <a:pt x="1914067" y="588873"/>
                </a:lnTo>
                <a:lnTo>
                  <a:pt x="1912200" y="587006"/>
                </a:lnTo>
                <a:lnTo>
                  <a:pt x="1911083" y="586536"/>
                </a:lnTo>
                <a:lnTo>
                  <a:pt x="1908454" y="586536"/>
                </a:lnTo>
                <a:lnTo>
                  <a:pt x="1907336" y="587006"/>
                </a:lnTo>
                <a:lnTo>
                  <a:pt x="1905469" y="588873"/>
                </a:lnTo>
                <a:lnTo>
                  <a:pt x="1905000" y="589991"/>
                </a:lnTo>
                <a:lnTo>
                  <a:pt x="1905000" y="592620"/>
                </a:lnTo>
                <a:lnTo>
                  <a:pt x="1905469" y="593737"/>
                </a:lnTo>
                <a:lnTo>
                  <a:pt x="1907336" y="595604"/>
                </a:lnTo>
                <a:lnTo>
                  <a:pt x="1908454" y="596061"/>
                </a:lnTo>
                <a:lnTo>
                  <a:pt x="1911083" y="596061"/>
                </a:lnTo>
                <a:lnTo>
                  <a:pt x="1912200" y="595604"/>
                </a:lnTo>
                <a:lnTo>
                  <a:pt x="1914067" y="593737"/>
                </a:lnTo>
                <a:lnTo>
                  <a:pt x="1914525" y="592620"/>
                </a:lnTo>
                <a:lnTo>
                  <a:pt x="1914525" y="589991"/>
                </a:lnTo>
                <a:close/>
              </a:path>
              <a:path w="11201400" h="1183005">
                <a:moveTo>
                  <a:pt x="1914525" y="3454"/>
                </a:moveTo>
                <a:lnTo>
                  <a:pt x="1914067" y="2324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24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11201400" h="1183005">
                <a:moveTo>
                  <a:pt x="1962150" y="1176528"/>
                </a:moveTo>
                <a:lnTo>
                  <a:pt x="1961692" y="1175410"/>
                </a:lnTo>
                <a:lnTo>
                  <a:pt x="1959825" y="1173543"/>
                </a:lnTo>
                <a:lnTo>
                  <a:pt x="1958708" y="1173086"/>
                </a:lnTo>
                <a:lnTo>
                  <a:pt x="1956079" y="1173086"/>
                </a:lnTo>
                <a:lnTo>
                  <a:pt x="1954961" y="1173543"/>
                </a:lnTo>
                <a:lnTo>
                  <a:pt x="1953094" y="1175410"/>
                </a:lnTo>
                <a:lnTo>
                  <a:pt x="1952625" y="1176528"/>
                </a:lnTo>
                <a:lnTo>
                  <a:pt x="1952625" y="1179156"/>
                </a:lnTo>
                <a:lnTo>
                  <a:pt x="1953094" y="1180287"/>
                </a:lnTo>
                <a:lnTo>
                  <a:pt x="1954961" y="1182141"/>
                </a:lnTo>
                <a:lnTo>
                  <a:pt x="1956079" y="1182611"/>
                </a:lnTo>
                <a:lnTo>
                  <a:pt x="1958708" y="1182611"/>
                </a:lnTo>
                <a:lnTo>
                  <a:pt x="1959825" y="1182141"/>
                </a:lnTo>
                <a:lnTo>
                  <a:pt x="1961692" y="1180287"/>
                </a:lnTo>
                <a:lnTo>
                  <a:pt x="1962150" y="1179156"/>
                </a:lnTo>
                <a:lnTo>
                  <a:pt x="1962150" y="1176528"/>
                </a:lnTo>
                <a:close/>
              </a:path>
              <a:path w="11201400" h="1183005">
                <a:moveTo>
                  <a:pt x="1962150" y="589991"/>
                </a:moveTo>
                <a:lnTo>
                  <a:pt x="1961692" y="588873"/>
                </a:lnTo>
                <a:lnTo>
                  <a:pt x="1959825" y="587006"/>
                </a:lnTo>
                <a:lnTo>
                  <a:pt x="1958708" y="586536"/>
                </a:lnTo>
                <a:lnTo>
                  <a:pt x="1956079" y="586536"/>
                </a:lnTo>
                <a:lnTo>
                  <a:pt x="1954961" y="587006"/>
                </a:lnTo>
                <a:lnTo>
                  <a:pt x="1953094" y="588873"/>
                </a:lnTo>
                <a:lnTo>
                  <a:pt x="1952625" y="589991"/>
                </a:lnTo>
                <a:lnTo>
                  <a:pt x="1952625" y="592620"/>
                </a:lnTo>
                <a:lnTo>
                  <a:pt x="1953094" y="593737"/>
                </a:lnTo>
                <a:lnTo>
                  <a:pt x="1954961" y="595604"/>
                </a:lnTo>
                <a:lnTo>
                  <a:pt x="1956079" y="596061"/>
                </a:lnTo>
                <a:lnTo>
                  <a:pt x="1958708" y="596061"/>
                </a:lnTo>
                <a:lnTo>
                  <a:pt x="1959825" y="595604"/>
                </a:lnTo>
                <a:lnTo>
                  <a:pt x="1961692" y="593737"/>
                </a:lnTo>
                <a:lnTo>
                  <a:pt x="1962150" y="592620"/>
                </a:lnTo>
                <a:lnTo>
                  <a:pt x="1962150" y="589991"/>
                </a:lnTo>
                <a:close/>
              </a:path>
              <a:path w="11201400" h="1183005">
                <a:moveTo>
                  <a:pt x="1962150" y="3454"/>
                </a:moveTo>
                <a:lnTo>
                  <a:pt x="1961692" y="2324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24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11201400" h="1183005">
                <a:moveTo>
                  <a:pt x="2009775" y="1176528"/>
                </a:moveTo>
                <a:lnTo>
                  <a:pt x="2009317" y="1175410"/>
                </a:lnTo>
                <a:lnTo>
                  <a:pt x="2007450" y="1173543"/>
                </a:lnTo>
                <a:lnTo>
                  <a:pt x="2006333" y="1173086"/>
                </a:lnTo>
                <a:lnTo>
                  <a:pt x="2003704" y="1173086"/>
                </a:lnTo>
                <a:lnTo>
                  <a:pt x="2002586" y="1173543"/>
                </a:lnTo>
                <a:lnTo>
                  <a:pt x="2000719" y="1175410"/>
                </a:lnTo>
                <a:lnTo>
                  <a:pt x="2000250" y="1176528"/>
                </a:lnTo>
                <a:lnTo>
                  <a:pt x="2000250" y="1179156"/>
                </a:lnTo>
                <a:lnTo>
                  <a:pt x="2000719" y="1180287"/>
                </a:lnTo>
                <a:lnTo>
                  <a:pt x="2002586" y="1182141"/>
                </a:lnTo>
                <a:lnTo>
                  <a:pt x="2003704" y="1182611"/>
                </a:lnTo>
                <a:lnTo>
                  <a:pt x="2006333" y="1182611"/>
                </a:lnTo>
                <a:lnTo>
                  <a:pt x="2007450" y="1182141"/>
                </a:lnTo>
                <a:lnTo>
                  <a:pt x="2009317" y="1180287"/>
                </a:lnTo>
                <a:lnTo>
                  <a:pt x="2009775" y="1179156"/>
                </a:lnTo>
                <a:lnTo>
                  <a:pt x="2009775" y="1176528"/>
                </a:lnTo>
                <a:close/>
              </a:path>
              <a:path w="11201400" h="1183005">
                <a:moveTo>
                  <a:pt x="2009775" y="589991"/>
                </a:moveTo>
                <a:lnTo>
                  <a:pt x="2009317" y="588873"/>
                </a:lnTo>
                <a:lnTo>
                  <a:pt x="2007450" y="587006"/>
                </a:lnTo>
                <a:lnTo>
                  <a:pt x="2006333" y="586536"/>
                </a:lnTo>
                <a:lnTo>
                  <a:pt x="2003704" y="586536"/>
                </a:lnTo>
                <a:lnTo>
                  <a:pt x="2002586" y="587006"/>
                </a:lnTo>
                <a:lnTo>
                  <a:pt x="2000719" y="588873"/>
                </a:lnTo>
                <a:lnTo>
                  <a:pt x="2000250" y="589991"/>
                </a:lnTo>
                <a:lnTo>
                  <a:pt x="2000250" y="592620"/>
                </a:lnTo>
                <a:lnTo>
                  <a:pt x="2000719" y="593737"/>
                </a:lnTo>
                <a:lnTo>
                  <a:pt x="2002586" y="595604"/>
                </a:lnTo>
                <a:lnTo>
                  <a:pt x="2003704" y="596061"/>
                </a:lnTo>
                <a:lnTo>
                  <a:pt x="2006333" y="596061"/>
                </a:lnTo>
                <a:lnTo>
                  <a:pt x="2007450" y="595604"/>
                </a:lnTo>
                <a:lnTo>
                  <a:pt x="2009317" y="593737"/>
                </a:lnTo>
                <a:lnTo>
                  <a:pt x="2009775" y="592620"/>
                </a:lnTo>
                <a:lnTo>
                  <a:pt x="2009775" y="589991"/>
                </a:lnTo>
                <a:close/>
              </a:path>
              <a:path w="11201400" h="1183005">
                <a:moveTo>
                  <a:pt x="2009775" y="3454"/>
                </a:moveTo>
                <a:lnTo>
                  <a:pt x="2009317" y="2324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24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11201400" h="1183005">
                <a:moveTo>
                  <a:pt x="2057400" y="1176528"/>
                </a:moveTo>
                <a:lnTo>
                  <a:pt x="2056942" y="1175410"/>
                </a:lnTo>
                <a:lnTo>
                  <a:pt x="2055075" y="1173543"/>
                </a:lnTo>
                <a:lnTo>
                  <a:pt x="2053958" y="1173086"/>
                </a:lnTo>
                <a:lnTo>
                  <a:pt x="2051329" y="1173086"/>
                </a:lnTo>
                <a:lnTo>
                  <a:pt x="2050211" y="1173543"/>
                </a:lnTo>
                <a:lnTo>
                  <a:pt x="2048344" y="1175410"/>
                </a:lnTo>
                <a:lnTo>
                  <a:pt x="2047875" y="1176528"/>
                </a:lnTo>
                <a:lnTo>
                  <a:pt x="2047875" y="1179156"/>
                </a:lnTo>
                <a:lnTo>
                  <a:pt x="2048344" y="1180287"/>
                </a:lnTo>
                <a:lnTo>
                  <a:pt x="2050211" y="1182141"/>
                </a:lnTo>
                <a:lnTo>
                  <a:pt x="2051329" y="1182611"/>
                </a:lnTo>
                <a:lnTo>
                  <a:pt x="2053958" y="1182611"/>
                </a:lnTo>
                <a:lnTo>
                  <a:pt x="2055075" y="1182141"/>
                </a:lnTo>
                <a:lnTo>
                  <a:pt x="2056942" y="1180287"/>
                </a:lnTo>
                <a:lnTo>
                  <a:pt x="2057400" y="1179156"/>
                </a:lnTo>
                <a:lnTo>
                  <a:pt x="2057400" y="1176528"/>
                </a:lnTo>
                <a:close/>
              </a:path>
              <a:path w="11201400" h="1183005">
                <a:moveTo>
                  <a:pt x="2057400" y="589991"/>
                </a:moveTo>
                <a:lnTo>
                  <a:pt x="2056942" y="588873"/>
                </a:lnTo>
                <a:lnTo>
                  <a:pt x="2055075" y="587006"/>
                </a:lnTo>
                <a:lnTo>
                  <a:pt x="2053958" y="586536"/>
                </a:lnTo>
                <a:lnTo>
                  <a:pt x="2051329" y="586536"/>
                </a:lnTo>
                <a:lnTo>
                  <a:pt x="2050211" y="587006"/>
                </a:lnTo>
                <a:lnTo>
                  <a:pt x="2048344" y="588873"/>
                </a:lnTo>
                <a:lnTo>
                  <a:pt x="2047875" y="589991"/>
                </a:lnTo>
                <a:lnTo>
                  <a:pt x="2047875" y="592620"/>
                </a:lnTo>
                <a:lnTo>
                  <a:pt x="2048344" y="593737"/>
                </a:lnTo>
                <a:lnTo>
                  <a:pt x="2050211" y="595604"/>
                </a:lnTo>
                <a:lnTo>
                  <a:pt x="2051329" y="596061"/>
                </a:lnTo>
                <a:lnTo>
                  <a:pt x="2053958" y="596061"/>
                </a:lnTo>
                <a:lnTo>
                  <a:pt x="2055075" y="595604"/>
                </a:lnTo>
                <a:lnTo>
                  <a:pt x="2056942" y="593737"/>
                </a:lnTo>
                <a:lnTo>
                  <a:pt x="2057400" y="592620"/>
                </a:lnTo>
                <a:lnTo>
                  <a:pt x="2057400" y="589991"/>
                </a:lnTo>
                <a:close/>
              </a:path>
              <a:path w="11201400" h="1183005">
                <a:moveTo>
                  <a:pt x="2057400" y="3454"/>
                </a:moveTo>
                <a:lnTo>
                  <a:pt x="2056942" y="2324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24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11201400" h="1183005">
                <a:moveTo>
                  <a:pt x="2105025" y="1176528"/>
                </a:moveTo>
                <a:lnTo>
                  <a:pt x="2104567" y="1175410"/>
                </a:lnTo>
                <a:lnTo>
                  <a:pt x="2102700" y="1173543"/>
                </a:lnTo>
                <a:lnTo>
                  <a:pt x="2101583" y="1173086"/>
                </a:lnTo>
                <a:lnTo>
                  <a:pt x="2098954" y="1173086"/>
                </a:lnTo>
                <a:lnTo>
                  <a:pt x="2097836" y="1173543"/>
                </a:lnTo>
                <a:lnTo>
                  <a:pt x="2095969" y="1175410"/>
                </a:lnTo>
                <a:lnTo>
                  <a:pt x="2095500" y="1176528"/>
                </a:lnTo>
                <a:lnTo>
                  <a:pt x="2095500" y="1179156"/>
                </a:lnTo>
                <a:lnTo>
                  <a:pt x="2095969" y="1180287"/>
                </a:lnTo>
                <a:lnTo>
                  <a:pt x="2097836" y="1182141"/>
                </a:lnTo>
                <a:lnTo>
                  <a:pt x="2098954" y="1182611"/>
                </a:lnTo>
                <a:lnTo>
                  <a:pt x="2101583" y="1182611"/>
                </a:lnTo>
                <a:lnTo>
                  <a:pt x="2102700" y="1182141"/>
                </a:lnTo>
                <a:lnTo>
                  <a:pt x="2104567" y="1180287"/>
                </a:lnTo>
                <a:lnTo>
                  <a:pt x="2105025" y="1179156"/>
                </a:lnTo>
                <a:lnTo>
                  <a:pt x="2105025" y="1176528"/>
                </a:lnTo>
                <a:close/>
              </a:path>
              <a:path w="11201400" h="1183005">
                <a:moveTo>
                  <a:pt x="2105025" y="589991"/>
                </a:moveTo>
                <a:lnTo>
                  <a:pt x="2104567" y="588873"/>
                </a:lnTo>
                <a:lnTo>
                  <a:pt x="2102700" y="587006"/>
                </a:lnTo>
                <a:lnTo>
                  <a:pt x="2101583" y="586536"/>
                </a:lnTo>
                <a:lnTo>
                  <a:pt x="2098954" y="586536"/>
                </a:lnTo>
                <a:lnTo>
                  <a:pt x="2097836" y="587006"/>
                </a:lnTo>
                <a:lnTo>
                  <a:pt x="2095969" y="588873"/>
                </a:lnTo>
                <a:lnTo>
                  <a:pt x="2095500" y="589991"/>
                </a:lnTo>
                <a:lnTo>
                  <a:pt x="2095500" y="592620"/>
                </a:lnTo>
                <a:lnTo>
                  <a:pt x="2095969" y="593737"/>
                </a:lnTo>
                <a:lnTo>
                  <a:pt x="2097836" y="595604"/>
                </a:lnTo>
                <a:lnTo>
                  <a:pt x="2098954" y="596061"/>
                </a:lnTo>
                <a:lnTo>
                  <a:pt x="2101583" y="596061"/>
                </a:lnTo>
                <a:lnTo>
                  <a:pt x="2102700" y="595604"/>
                </a:lnTo>
                <a:lnTo>
                  <a:pt x="2104567" y="593737"/>
                </a:lnTo>
                <a:lnTo>
                  <a:pt x="2105025" y="592620"/>
                </a:lnTo>
                <a:lnTo>
                  <a:pt x="2105025" y="589991"/>
                </a:lnTo>
                <a:close/>
              </a:path>
              <a:path w="11201400" h="1183005">
                <a:moveTo>
                  <a:pt x="2105025" y="3454"/>
                </a:moveTo>
                <a:lnTo>
                  <a:pt x="2104567" y="2324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24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11201400" h="1183005">
                <a:moveTo>
                  <a:pt x="2152650" y="1176528"/>
                </a:moveTo>
                <a:lnTo>
                  <a:pt x="2152192" y="1175410"/>
                </a:lnTo>
                <a:lnTo>
                  <a:pt x="2150326" y="1173543"/>
                </a:lnTo>
                <a:lnTo>
                  <a:pt x="2149208" y="1173086"/>
                </a:lnTo>
                <a:lnTo>
                  <a:pt x="2146579" y="1173086"/>
                </a:lnTo>
                <a:lnTo>
                  <a:pt x="2145461" y="1173543"/>
                </a:lnTo>
                <a:lnTo>
                  <a:pt x="2143595" y="1175410"/>
                </a:lnTo>
                <a:lnTo>
                  <a:pt x="2143125" y="1176528"/>
                </a:lnTo>
                <a:lnTo>
                  <a:pt x="2143125" y="1179156"/>
                </a:lnTo>
                <a:lnTo>
                  <a:pt x="2143595" y="1180287"/>
                </a:lnTo>
                <a:lnTo>
                  <a:pt x="2145461" y="1182141"/>
                </a:lnTo>
                <a:lnTo>
                  <a:pt x="2146579" y="1182611"/>
                </a:lnTo>
                <a:lnTo>
                  <a:pt x="2149208" y="1182611"/>
                </a:lnTo>
                <a:lnTo>
                  <a:pt x="2150326" y="1182141"/>
                </a:lnTo>
                <a:lnTo>
                  <a:pt x="2152192" y="1180287"/>
                </a:lnTo>
                <a:lnTo>
                  <a:pt x="2152650" y="1179156"/>
                </a:lnTo>
                <a:lnTo>
                  <a:pt x="2152650" y="1176528"/>
                </a:lnTo>
                <a:close/>
              </a:path>
              <a:path w="11201400" h="1183005">
                <a:moveTo>
                  <a:pt x="2152650" y="589991"/>
                </a:moveTo>
                <a:lnTo>
                  <a:pt x="2152192" y="588873"/>
                </a:lnTo>
                <a:lnTo>
                  <a:pt x="2150326" y="587006"/>
                </a:lnTo>
                <a:lnTo>
                  <a:pt x="2149208" y="586536"/>
                </a:lnTo>
                <a:lnTo>
                  <a:pt x="2146579" y="586536"/>
                </a:lnTo>
                <a:lnTo>
                  <a:pt x="2145461" y="587006"/>
                </a:lnTo>
                <a:lnTo>
                  <a:pt x="2143595" y="588873"/>
                </a:lnTo>
                <a:lnTo>
                  <a:pt x="2143125" y="589991"/>
                </a:lnTo>
                <a:lnTo>
                  <a:pt x="2143125" y="592620"/>
                </a:lnTo>
                <a:lnTo>
                  <a:pt x="2143595" y="593737"/>
                </a:lnTo>
                <a:lnTo>
                  <a:pt x="2145461" y="595604"/>
                </a:lnTo>
                <a:lnTo>
                  <a:pt x="2146579" y="596061"/>
                </a:lnTo>
                <a:lnTo>
                  <a:pt x="2149208" y="596061"/>
                </a:lnTo>
                <a:lnTo>
                  <a:pt x="2150326" y="595604"/>
                </a:lnTo>
                <a:lnTo>
                  <a:pt x="2152192" y="593737"/>
                </a:lnTo>
                <a:lnTo>
                  <a:pt x="2152650" y="592620"/>
                </a:lnTo>
                <a:lnTo>
                  <a:pt x="2152650" y="589991"/>
                </a:lnTo>
                <a:close/>
              </a:path>
              <a:path w="11201400" h="1183005">
                <a:moveTo>
                  <a:pt x="2152650" y="3454"/>
                </a:moveTo>
                <a:lnTo>
                  <a:pt x="2152192" y="2324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24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11201400" h="1183005">
                <a:moveTo>
                  <a:pt x="2200275" y="1176528"/>
                </a:moveTo>
                <a:lnTo>
                  <a:pt x="2199817" y="1175410"/>
                </a:lnTo>
                <a:lnTo>
                  <a:pt x="2197951" y="1173543"/>
                </a:lnTo>
                <a:lnTo>
                  <a:pt x="2196833" y="1173086"/>
                </a:lnTo>
                <a:lnTo>
                  <a:pt x="2194204" y="1173086"/>
                </a:lnTo>
                <a:lnTo>
                  <a:pt x="2193086" y="1173543"/>
                </a:lnTo>
                <a:lnTo>
                  <a:pt x="2191220" y="1175410"/>
                </a:lnTo>
                <a:lnTo>
                  <a:pt x="2190750" y="1176528"/>
                </a:lnTo>
                <a:lnTo>
                  <a:pt x="2190750" y="1179156"/>
                </a:lnTo>
                <a:lnTo>
                  <a:pt x="2191220" y="1180287"/>
                </a:lnTo>
                <a:lnTo>
                  <a:pt x="2193086" y="1182141"/>
                </a:lnTo>
                <a:lnTo>
                  <a:pt x="2194204" y="1182611"/>
                </a:lnTo>
                <a:lnTo>
                  <a:pt x="2196833" y="1182611"/>
                </a:lnTo>
                <a:lnTo>
                  <a:pt x="2197951" y="1182141"/>
                </a:lnTo>
                <a:lnTo>
                  <a:pt x="2199817" y="1180287"/>
                </a:lnTo>
                <a:lnTo>
                  <a:pt x="2200275" y="1179156"/>
                </a:lnTo>
                <a:lnTo>
                  <a:pt x="2200275" y="1176528"/>
                </a:lnTo>
                <a:close/>
              </a:path>
              <a:path w="11201400" h="1183005">
                <a:moveTo>
                  <a:pt x="2200275" y="589991"/>
                </a:moveTo>
                <a:lnTo>
                  <a:pt x="2199817" y="588873"/>
                </a:lnTo>
                <a:lnTo>
                  <a:pt x="2197951" y="587006"/>
                </a:lnTo>
                <a:lnTo>
                  <a:pt x="2196833" y="586536"/>
                </a:lnTo>
                <a:lnTo>
                  <a:pt x="2194204" y="586536"/>
                </a:lnTo>
                <a:lnTo>
                  <a:pt x="2193086" y="587006"/>
                </a:lnTo>
                <a:lnTo>
                  <a:pt x="2191220" y="588873"/>
                </a:lnTo>
                <a:lnTo>
                  <a:pt x="2190750" y="589991"/>
                </a:lnTo>
                <a:lnTo>
                  <a:pt x="2190750" y="592620"/>
                </a:lnTo>
                <a:lnTo>
                  <a:pt x="2191220" y="593737"/>
                </a:lnTo>
                <a:lnTo>
                  <a:pt x="2193086" y="595604"/>
                </a:lnTo>
                <a:lnTo>
                  <a:pt x="2194204" y="596061"/>
                </a:lnTo>
                <a:lnTo>
                  <a:pt x="2196833" y="596061"/>
                </a:lnTo>
                <a:lnTo>
                  <a:pt x="2197951" y="595604"/>
                </a:lnTo>
                <a:lnTo>
                  <a:pt x="2199817" y="593737"/>
                </a:lnTo>
                <a:lnTo>
                  <a:pt x="2200275" y="592620"/>
                </a:lnTo>
                <a:lnTo>
                  <a:pt x="2200275" y="589991"/>
                </a:lnTo>
                <a:close/>
              </a:path>
              <a:path w="11201400" h="1183005">
                <a:moveTo>
                  <a:pt x="2200275" y="3454"/>
                </a:moveTo>
                <a:lnTo>
                  <a:pt x="2199817" y="2324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24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11201400" h="1183005">
                <a:moveTo>
                  <a:pt x="2247900" y="1176528"/>
                </a:moveTo>
                <a:lnTo>
                  <a:pt x="2247442" y="1175410"/>
                </a:lnTo>
                <a:lnTo>
                  <a:pt x="2245576" y="1173543"/>
                </a:lnTo>
                <a:lnTo>
                  <a:pt x="2244458" y="1173086"/>
                </a:lnTo>
                <a:lnTo>
                  <a:pt x="2241829" y="1173086"/>
                </a:lnTo>
                <a:lnTo>
                  <a:pt x="2240711" y="1173543"/>
                </a:lnTo>
                <a:lnTo>
                  <a:pt x="2238845" y="1175410"/>
                </a:lnTo>
                <a:lnTo>
                  <a:pt x="2238375" y="1176528"/>
                </a:lnTo>
                <a:lnTo>
                  <a:pt x="2238375" y="1179156"/>
                </a:lnTo>
                <a:lnTo>
                  <a:pt x="2238845" y="1180287"/>
                </a:lnTo>
                <a:lnTo>
                  <a:pt x="2240711" y="1182141"/>
                </a:lnTo>
                <a:lnTo>
                  <a:pt x="2241829" y="1182611"/>
                </a:lnTo>
                <a:lnTo>
                  <a:pt x="2244458" y="1182611"/>
                </a:lnTo>
                <a:lnTo>
                  <a:pt x="2245576" y="1182141"/>
                </a:lnTo>
                <a:lnTo>
                  <a:pt x="2247442" y="1180287"/>
                </a:lnTo>
                <a:lnTo>
                  <a:pt x="2247900" y="1179156"/>
                </a:lnTo>
                <a:lnTo>
                  <a:pt x="2247900" y="1176528"/>
                </a:lnTo>
                <a:close/>
              </a:path>
              <a:path w="11201400" h="1183005">
                <a:moveTo>
                  <a:pt x="2247900" y="589991"/>
                </a:moveTo>
                <a:lnTo>
                  <a:pt x="2247442" y="588873"/>
                </a:lnTo>
                <a:lnTo>
                  <a:pt x="2245576" y="587006"/>
                </a:lnTo>
                <a:lnTo>
                  <a:pt x="2244458" y="586536"/>
                </a:lnTo>
                <a:lnTo>
                  <a:pt x="2241829" y="586536"/>
                </a:lnTo>
                <a:lnTo>
                  <a:pt x="2240711" y="587006"/>
                </a:lnTo>
                <a:lnTo>
                  <a:pt x="2238845" y="588873"/>
                </a:lnTo>
                <a:lnTo>
                  <a:pt x="2238375" y="589991"/>
                </a:lnTo>
                <a:lnTo>
                  <a:pt x="2238375" y="592620"/>
                </a:lnTo>
                <a:lnTo>
                  <a:pt x="2238845" y="593737"/>
                </a:lnTo>
                <a:lnTo>
                  <a:pt x="2240711" y="595604"/>
                </a:lnTo>
                <a:lnTo>
                  <a:pt x="2241829" y="596061"/>
                </a:lnTo>
                <a:lnTo>
                  <a:pt x="2244458" y="596061"/>
                </a:lnTo>
                <a:lnTo>
                  <a:pt x="2245576" y="595604"/>
                </a:lnTo>
                <a:lnTo>
                  <a:pt x="2247442" y="593737"/>
                </a:lnTo>
                <a:lnTo>
                  <a:pt x="2247900" y="592620"/>
                </a:lnTo>
                <a:lnTo>
                  <a:pt x="2247900" y="589991"/>
                </a:lnTo>
                <a:close/>
              </a:path>
              <a:path w="11201400" h="1183005">
                <a:moveTo>
                  <a:pt x="2247900" y="3454"/>
                </a:moveTo>
                <a:lnTo>
                  <a:pt x="2247442" y="2324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24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11201400" h="1183005">
                <a:moveTo>
                  <a:pt x="2295525" y="1176528"/>
                </a:moveTo>
                <a:lnTo>
                  <a:pt x="2295067" y="1175410"/>
                </a:lnTo>
                <a:lnTo>
                  <a:pt x="2293201" y="1173543"/>
                </a:lnTo>
                <a:lnTo>
                  <a:pt x="2292083" y="1173086"/>
                </a:lnTo>
                <a:lnTo>
                  <a:pt x="2289454" y="1173086"/>
                </a:lnTo>
                <a:lnTo>
                  <a:pt x="2288336" y="1173543"/>
                </a:lnTo>
                <a:lnTo>
                  <a:pt x="2286470" y="1175410"/>
                </a:lnTo>
                <a:lnTo>
                  <a:pt x="2286000" y="1176528"/>
                </a:lnTo>
                <a:lnTo>
                  <a:pt x="2286000" y="1179156"/>
                </a:lnTo>
                <a:lnTo>
                  <a:pt x="2286470" y="1180287"/>
                </a:lnTo>
                <a:lnTo>
                  <a:pt x="2288336" y="1182141"/>
                </a:lnTo>
                <a:lnTo>
                  <a:pt x="2289454" y="1182611"/>
                </a:lnTo>
                <a:lnTo>
                  <a:pt x="2292083" y="1182611"/>
                </a:lnTo>
                <a:lnTo>
                  <a:pt x="2293201" y="1182141"/>
                </a:lnTo>
                <a:lnTo>
                  <a:pt x="2295067" y="1180287"/>
                </a:lnTo>
                <a:lnTo>
                  <a:pt x="2295525" y="1179156"/>
                </a:lnTo>
                <a:lnTo>
                  <a:pt x="2295525" y="1176528"/>
                </a:lnTo>
                <a:close/>
              </a:path>
              <a:path w="11201400" h="1183005">
                <a:moveTo>
                  <a:pt x="2295525" y="589991"/>
                </a:moveTo>
                <a:lnTo>
                  <a:pt x="2295067" y="588873"/>
                </a:lnTo>
                <a:lnTo>
                  <a:pt x="2293201" y="587006"/>
                </a:lnTo>
                <a:lnTo>
                  <a:pt x="2292083" y="586536"/>
                </a:lnTo>
                <a:lnTo>
                  <a:pt x="2289454" y="586536"/>
                </a:lnTo>
                <a:lnTo>
                  <a:pt x="2288336" y="587006"/>
                </a:lnTo>
                <a:lnTo>
                  <a:pt x="2286470" y="588873"/>
                </a:lnTo>
                <a:lnTo>
                  <a:pt x="2286000" y="589991"/>
                </a:lnTo>
                <a:lnTo>
                  <a:pt x="2286000" y="592620"/>
                </a:lnTo>
                <a:lnTo>
                  <a:pt x="2286470" y="593737"/>
                </a:lnTo>
                <a:lnTo>
                  <a:pt x="2288336" y="595604"/>
                </a:lnTo>
                <a:lnTo>
                  <a:pt x="2289454" y="596061"/>
                </a:lnTo>
                <a:lnTo>
                  <a:pt x="2292083" y="596061"/>
                </a:lnTo>
                <a:lnTo>
                  <a:pt x="2293201" y="595604"/>
                </a:lnTo>
                <a:lnTo>
                  <a:pt x="2295067" y="593737"/>
                </a:lnTo>
                <a:lnTo>
                  <a:pt x="2295525" y="592620"/>
                </a:lnTo>
                <a:lnTo>
                  <a:pt x="2295525" y="589991"/>
                </a:lnTo>
                <a:close/>
              </a:path>
              <a:path w="11201400" h="1183005">
                <a:moveTo>
                  <a:pt x="2295525" y="3454"/>
                </a:moveTo>
                <a:lnTo>
                  <a:pt x="2295067" y="2324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24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11201400" h="1183005">
                <a:moveTo>
                  <a:pt x="2343150" y="1176528"/>
                </a:moveTo>
                <a:lnTo>
                  <a:pt x="2342692" y="1175410"/>
                </a:lnTo>
                <a:lnTo>
                  <a:pt x="2340826" y="1173543"/>
                </a:lnTo>
                <a:lnTo>
                  <a:pt x="2339708" y="1173086"/>
                </a:lnTo>
                <a:lnTo>
                  <a:pt x="2337079" y="1173086"/>
                </a:lnTo>
                <a:lnTo>
                  <a:pt x="2335961" y="1173543"/>
                </a:lnTo>
                <a:lnTo>
                  <a:pt x="2334095" y="1175410"/>
                </a:lnTo>
                <a:lnTo>
                  <a:pt x="2333625" y="1176528"/>
                </a:lnTo>
                <a:lnTo>
                  <a:pt x="2333625" y="1179156"/>
                </a:lnTo>
                <a:lnTo>
                  <a:pt x="2334095" y="1180287"/>
                </a:lnTo>
                <a:lnTo>
                  <a:pt x="2335961" y="1182141"/>
                </a:lnTo>
                <a:lnTo>
                  <a:pt x="2337079" y="1182611"/>
                </a:lnTo>
                <a:lnTo>
                  <a:pt x="2339708" y="1182611"/>
                </a:lnTo>
                <a:lnTo>
                  <a:pt x="2340826" y="1182141"/>
                </a:lnTo>
                <a:lnTo>
                  <a:pt x="2342692" y="1180287"/>
                </a:lnTo>
                <a:lnTo>
                  <a:pt x="2343150" y="1179156"/>
                </a:lnTo>
                <a:lnTo>
                  <a:pt x="2343150" y="1176528"/>
                </a:lnTo>
                <a:close/>
              </a:path>
              <a:path w="11201400" h="1183005">
                <a:moveTo>
                  <a:pt x="2343150" y="589991"/>
                </a:moveTo>
                <a:lnTo>
                  <a:pt x="2342692" y="588873"/>
                </a:lnTo>
                <a:lnTo>
                  <a:pt x="2340826" y="587006"/>
                </a:lnTo>
                <a:lnTo>
                  <a:pt x="2339708" y="586536"/>
                </a:lnTo>
                <a:lnTo>
                  <a:pt x="2337079" y="586536"/>
                </a:lnTo>
                <a:lnTo>
                  <a:pt x="2335961" y="587006"/>
                </a:lnTo>
                <a:lnTo>
                  <a:pt x="2334095" y="588873"/>
                </a:lnTo>
                <a:lnTo>
                  <a:pt x="2333625" y="589991"/>
                </a:lnTo>
                <a:lnTo>
                  <a:pt x="2333625" y="592620"/>
                </a:lnTo>
                <a:lnTo>
                  <a:pt x="2334095" y="593737"/>
                </a:lnTo>
                <a:lnTo>
                  <a:pt x="2335961" y="595604"/>
                </a:lnTo>
                <a:lnTo>
                  <a:pt x="2337079" y="596061"/>
                </a:lnTo>
                <a:lnTo>
                  <a:pt x="2339708" y="596061"/>
                </a:lnTo>
                <a:lnTo>
                  <a:pt x="2340826" y="595604"/>
                </a:lnTo>
                <a:lnTo>
                  <a:pt x="2342692" y="593737"/>
                </a:lnTo>
                <a:lnTo>
                  <a:pt x="2343150" y="592620"/>
                </a:lnTo>
                <a:lnTo>
                  <a:pt x="2343150" y="589991"/>
                </a:lnTo>
                <a:close/>
              </a:path>
              <a:path w="11201400" h="1183005">
                <a:moveTo>
                  <a:pt x="2343150" y="3454"/>
                </a:moveTo>
                <a:lnTo>
                  <a:pt x="2342692" y="2324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24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11201400" h="1183005">
                <a:moveTo>
                  <a:pt x="2390775" y="1176528"/>
                </a:moveTo>
                <a:lnTo>
                  <a:pt x="2390317" y="1175410"/>
                </a:lnTo>
                <a:lnTo>
                  <a:pt x="2388451" y="1173543"/>
                </a:lnTo>
                <a:lnTo>
                  <a:pt x="2387333" y="1173086"/>
                </a:lnTo>
                <a:lnTo>
                  <a:pt x="2384704" y="1173086"/>
                </a:lnTo>
                <a:lnTo>
                  <a:pt x="2383586" y="1173543"/>
                </a:lnTo>
                <a:lnTo>
                  <a:pt x="2381720" y="1175410"/>
                </a:lnTo>
                <a:lnTo>
                  <a:pt x="2381250" y="1176528"/>
                </a:lnTo>
                <a:lnTo>
                  <a:pt x="2381250" y="1179156"/>
                </a:lnTo>
                <a:lnTo>
                  <a:pt x="2381720" y="1180287"/>
                </a:lnTo>
                <a:lnTo>
                  <a:pt x="2383586" y="1182141"/>
                </a:lnTo>
                <a:lnTo>
                  <a:pt x="2384704" y="1182611"/>
                </a:lnTo>
                <a:lnTo>
                  <a:pt x="2387333" y="1182611"/>
                </a:lnTo>
                <a:lnTo>
                  <a:pt x="2388451" y="1182141"/>
                </a:lnTo>
                <a:lnTo>
                  <a:pt x="2390317" y="1180287"/>
                </a:lnTo>
                <a:lnTo>
                  <a:pt x="2390775" y="1179156"/>
                </a:lnTo>
                <a:lnTo>
                  <a:pt x="2390775" y="1176528"/>
                </a:lnTo>
                <a:close/>
              </a:path>
              <a:path w="11201400" h="1183005">
                <a:moveTo>
                  <a:pt x="2390775" y="589991"/>
                </a:moveTo>
                <a:lnTo>
                  <a:pt x="2390317" y="588873"/>
                </a:lnTo>
                <a:lnTo>
                  <a:pt x="2388451" y="587006"/>
                </a:lnTo>
                <a:lnTo>
                  <a:pt x="2387333" y="586536"/>
                </a:lnTo>
                <a:lnTo>
                  <a:pt x="2384704" y="586536"/>
                </a:lnTo>
                <a:lnTo>
                  <a:pt x="2383586" y="587006"/>
                </a:lnTo>
                <a:lnTo>
                  <a:pt x="2381720" y="588873"/>
                </a:lnTo>
                <a:lnTo>
                  <a:pt x="2381250" y="589991"/>
                </a:lnTo>
                <a:lnTo>
                  <a:pt x="2381250" y="592620"/>
                </a:lnTo>
                <a:lnTo>
                  <a:pt x="2381720" y="593737"/>
                </a:lnTo>
                <a:lnTo>
                  <a:pt x="2383586" y="595604"/>
                </a:lnTo>
                <a:lnTo>
                  <a:pt x="2384704" y="596061"/>
                </a:lnTo>
                <a:lnTo>
                  <a:pt x="2387333" y="596061"/>
                </a:lnTo>
                <a:lnTo>
                  <a:pt x="2388451" y="595604"/>
                </a:lnTo>
                <a:lnTo>
                  <a:pt x="2390317" y="593737"/>
                </a:lnTo>
                <a:lnTo>
                  <a:pt x="2390775" y="592620"/>
                </a:lnTo>
                <a:lnTo>
                  <a:pt x="2390775" y="589991"/>
                </a:lnTo>
                <a:close/>
              </a:path>
              <a:path w="11201400" h="1183005">
                <a:moveTo>
                  <a:pt x="2390775" y="3454"/>
                </a:moveTo>
                <a:lnTo>
                  <a:pt x="2390317" y="2324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24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11201400" h="1183005">
                <a:moveTo>
                  <a:pt x="2438400" y="1176528"/>
                </a:moveTo>
                <a:lnTo>
                  <a:pt x="2437942" y="1175410"/>
                </a:lnTo>
                <a:lnTo>
                  <a:pt x="2436076" y="1173543"/>
                </a:lnTo>
                <a:lnTo>
                  <a:pt x="2434958" y="1173086"/>
                </a:lnTo>
                <a:lnTo>
                  <a:pt x="2432329" y="1173086"/>
                </a:lnTo>
                <a:lnTo>
                  <a:pt x="2431211" y="1173543"/>
                </a:lnTo>
                <a:lnTo>
                  <a:pt x="2429345" y="1175410"/>
                </a:lnTo>
                <a:lnTo>
                  <a:pt x="2428875" y="1176528"/>
                </a:lnTo>
                <a:lnTo>
                  <a:pt x="2428875" y="1179156"/>
                </a:lnTo>
                <a:lnTo>
                  <a:pt x="2429345" y="1180287"/>
                </a:lnTo>
                <a:lnTo>
                  <a:pt x="2431211" y="1182141"/>
                </a:lnTo>
                <a:lnTo>
                  <a:pt x="2432329" y="1182611"/>
                </a:lnTo>
                <a:lnTo>
                  <a:pt x="2434958" y="1182611"/>
                </a:lnTo>
                <a:lnTo>
                  <a:pt x="2436076" y="1182141"/>
                </a:lnTo>
                <a:lnTo>
                  <a:pt x="2437942" y="1180287"/>
                </a:lnTo>
                <a:lnTo>
                  <a:pt x="2438400" y="1179156"/>
                </a:lnTo>
                <a:lnTo>
                  <a:pt x="2438400" y="1176528"/>
                </a:lnTo>
                <a:close/>
              </a:path>
              <a:path w="11201400" h="1183005">
                <a:moveTo>
                  <a:pt x="2438400" y="589991"/>
                </a:moveTo>
                <a:lnTo>
                  <a:pt x="2437942" y="588873"/>
                </a:lnTo>
                <a:lnTo>
                  <a:pt x="2436076" y="587006"/>
                </a:lnTo>
                <a:lnTo>
                  <a:pt x="2434958" y="586536"/>
                </a:lnTo>
                <a:lnTo>
                  <a:pt x="2432329" y="586536"/>
                </a:lnTo>
                <a:lnTo>
                  <a:pt x="2431211" y="587006"/>
                </a:lnTo>
                <a:lnTo>
                  <a:pt x="2429345" y="588873"/>
                </a:lnTo>
                <a:lnTo>
                  <a:pt x="2428875" y="589991"/>
                </a:lnTo>
                <a:lnTo>
                  <a:pt x="2428875" y="592620"/>
                </a:lnTo>
                <a:lnTo>
                  <a:pt x="2429345" y="593737"/>
                </a:lnTo>
                <a:lnTo>
                  <a:pt x="2431211" y="595604"/>
                </a:lnTo>
                <a:lnTo>
                  <a:pt x="2432329" y="596061"/>
                </a:lnTo>
                <a:lnTo>
                  <a:pt x="2434958" y="596061"/>
                </a:lnTo>
                <a:lnTo>
                  <a:pt x="2436076" y="595604"/>
                </a:lnTo>
                <a:lnTo>
                  <a:pt x="2437942" y="593737"/>
                </a:lnTo>
                <a:lnTo>
                  <a:pt x="2438400" y="592620"/>
                </a:lnTo>
                <a:lnTo>
                  <a:pt x="2438400" y="589991"/>
                </a:lnTo>
                <a:close/>
              </a:path>
              <a:path w="11201400" h="1183005">
                <a:moveTo>
                  <a:pt x="2438400" y="3454"/>
                </a:moveTo>
                <a:lnTo>
                  <a:pt x="2437942" y="2324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24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11201400" h="1183005">
                <a:moveTo>
                  <a:pt x="2486025" y="1176528"/>
                </a:moveTo>
                <a:lnTo>
                  <a:pt x="2485567" y="1175410"/>
                </a:lnTo>
                <a:lnTo>
                  <a:pt x="2483701" y="1173543"/>
                </a:lnTo>
                <a:lnTo>
                  <a:pt x="2482583" y="1173086"/>
                </a:lnTo>
                <a:lnTo>
                  <a:pt x="2479954" y="1173086"/>
                </a:lnTo>
                <a:lnTo>
                  <a:pt x="2478836" y="1173543"/>
                </a:lnTo>
                <a:lnTo>
                  <a:pt x="2476970" y="1175410"/>
                </a:lnTo>
                <a:lnTo>
                  <a:pt x="2476500" y="1176528"/>
                </a:lnTo>
                <a:lnTo>
                  <a:pt x="2476500" y="1179156"/>
                </a:lnTo>
                <a:lnTo>
                  <a:pt x="2476970" y="1180287"/>
                </a:lnTo>
                <a:lnTo>
                  <a:pt x="2478836" y="1182141"/>
                </a:lnTo>
                <a:lnTo>
                  <a:pt x="2479954" y="1182611"/>
                </a:lnTo>
                <a:lnTo>
                  <a:pt x="2482583" y="1182611"/>
                </a:lnTo>
                <a:lnTo>
                  <a:pt x="2483701" y="1182141"/>
                </a:lnTo>
                <a:lnTo>
                  <a:pt x="2485567" y="1180287"/>
                </a:lnTo>
                <a:lnTo>
                  <a:pt x="2486025" y="1179156"/>
                </a:lnTo>
                <a:lnTo>
                  <a:pt x="2486025" y="1176528"/>
                </a:lnTo>
                <a:close/>
              </a:path>
              <a:path w="11201400" h="1183005">
                <a:moveTo>
                  <a:pt x="2486025" y="589991"/>
                </a:moveTo>
                <a:lnTo>
                  <a:pt x="2485567" y="588873"/>
                </a:lnTo>
                <a:lnTo>
                  <a:pt x="2483701" y="587006"/>
                </a:lnTo>
                <a:lnTo>
                  <a:pt x="2482583" y="586536"/>
                </a:lnTo>
                <a:lnTo>
                  <a:pt x="2479954" y="586536"/>
                </a:lnTo>
                <a:lnTo>
                  <a:pt x="2478836" y="587006"/>
                </a:lnTo>
                <a:lnTo>
                  <a:pt x="2476970" y="588873"/>
                </a:lnTo>
                <a:lnTo>
                  <a:pt x="2476500" y="589991"/>
                </a:lnTo>
                <a:lnTo>
                  <a:pt x="2476500" y="592620"/>
                </a:lnTo>
                <a:lnTo>
                  <a:pt x="2476970" y="593737"/>
                </a:lnTo>
                <a:lnTo>
                  <a:pt x="2478836" y="595604"/>
                </a:lnTo>
                <a:lnTo>
                  <a:pt x="2479954" y="596061"/>
                </a:lnTo>
                <a:lnTo>
                  <a:pt x="2482583" y="596061"/>
                </a:lnTo>
                <a:lnTo>
                  <a:pt x="2483701" y="595604"/>
                </a:lnTo>
                <a:lnTo>
                  <a:pt x="2485567" y="593737"/>
                </a:lnTo>
                <a:lnTo>
                  <a:pt x="2486025" y="592620"/>
                </a:lnTo>
                <a:lnTo>
                  <a:pt x="2486025" y="589991"/>
                </a:lnTo>
                <a:close/>
              </a:path>
              <a:path w="11201400" h="1183005">
                <a:moveTo>
                  <a:pt x="2486025" y="3454"/>
                </a:moveTo>
                <a:lnTo>
                  <a:pt x="2485567" y="2324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24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11201400" h="1183005">
                <a:moveTo>
                  <a:pt x="2533650" y="1176528"/>
                </a:moveTo>
                <a:lnTo>
                  <a:pt x="2533192" y="1175410"/>
                </a:lnTo>
                <a:lnTo>
                  <a:pt x="2531326" y="1173543"/>
                </a:lnTo>
                <a:lnTo>
                  <a:pt x="2530208" y="1173086"/>
                </a:lnTo>
                <a:lnTo>
                  <a:pt x="2527579" y="1173086"/>
                </a:lnTo>
                <a:lnTo>
                  <a:pt x="2526461" y="1173543"/>
                </a:lnTo>
                <a:lnTo>
                  <a:pt x="2524595" y="1175410"/>
                </a:lnTo>
                <a:lnTo>
                  <a:pt x="2524125" y="1176528"/>
                </a:lnTo>
                <a:lnTo>
                  <a:pt x="2524125" y="1179156"/>
                </a:lnTo>
                <a:lnTo>
                  <a:pt x="2524595" y="1180287"/>
                </a:lnTo>
                <a:lnTo>
                  <a:pt x="2526461" y="1182141"/>
                </a:lnTo>
                <a:lnTo>
                  <a:pt x="2527579" y="1182611"/>
                </a:lnTo>
                <a:lnTo>
                  <a:pt x="2530208" y="1182611"/>
                </a:lnTo>
                <a:lnTo>
                  <a:pt x="2531326" y="1182141"/>
                </a:lnTo>
                <a:lnTo>
                  <a:pt x="2533192" y="1180287"/>
                </a:lnTo>
                <a:lnTo>
                  <a:pt x="2533650" y="1179156"/>
                </a:lnTo>
                <a:lnTo>
                  <a:pt x="2533650" y="1176528"/>
                </a:lnTo>
                <a:close/>
              </a:path>
              <a:path w="11201400" h="1183005">
                <a:moveTo>
                  <a:pt x="2533650" y="589991"/>
                </a:moveTo>
                <a:lnTo>
                  <a:pt x="2533192" y="588873"/>
                </a:lnTo>
                <a:lnTo>
                  <a:pt x="2531326" y="587006"/>
                </a:lnTo>
                <a:lnTo>
                  <a:pt x="2530208" y="586536"/>
                </a:lnTo>
                <a:lnTo>
                  <a:pt x="2527579" y="586536"/>
                </a:lnTo>
                <a:lnTo>
                  <a:pt x="2526461" y="587006"/>
                </a:lnTo>
                <a:lnTo>
                  <a:pt x="2524595" y="588873"/>
                </a:lnTo>
                <a:lnTo>
                  <a:pt x="2524125" y="589991"/>
                </a:lnTo>
                <a:lnTo>
                  <a:pt x="2524125" y="592620"/>
                </a:lnTo>
                <a:lnTo>
                  <a:pt x="2524595" y="593737"/>
                </a:lnTo>
                <a:lnTo>
                  <a:pt x="2526461" y="595604"/>
                </a:lnTo>
                <a:lnTo>
                  <a:pt x="2527579" y="596061"/>
                </a:lnTo>
                <a:lnTo>
                  <a:pt x="2530208" y="596061"/>
                </a:lnTo>
                <a:lnTo>
                  <a:pt x="2531326" y="595604"/>
                </a:lnTo>
                <a:lnTo>
                  <a:pt x="2533192" y="593737"/>
                </a:lnTo>
                <a:lnTo>
                  <a:pt x="2533650" y="592620"/>
                </a:lnTo>
                <a:lnTo>
                  <a:pt x="2533650" y="589991"/>
                </a:lnTo>
                <a:close/>
              </a:path>
              <a:path w="11201400" h="1183005">
                <a:moveTo>
                  <a:pt x="2533650" y="3454"/>
                </a:moveTo>
                <a:lnTo>
                  <a:pt x="2533192" y="2324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24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11201400" h="1183005">
                <a:moveTo>
                  <a:pt x="2581275" y="1176528"/>
                </a:moveTo>
                <a:lnTo>
                  <a:pt x="2580817" y="1175410"/>
                </a:lnTo>
                <a:lnTo>
                  <a:pt x="2578951" y="1173543"/>
                </a:lnTo>
                <a:lnTo>
                  <a:pt x="2577833" y="1173086"/>
                </a:lnTo>
                <a:lnTo>
                  <a:pt x="2575204" y="1173086"/>
                </a:lnTo>
                <a:lnTo>
                  <a:pt x="2574086" y="1173543"/>
                </a:lnTo>
                <a:lnTo>
                  <a:pt x="2572220" y="1175410"/>
                </a:lnTo>
                <a:lnTo>
                  <a:pt x="2571750" y="1176528"/>
                </a:lnTo>
                <a:lnTo>
                  <a:pt x="2571750" y="1179156"/>
                </a:lnTo>
                <a:lnTo>
                  <a:pt x="2572220" y="1180287"/>
                </a:lnTo>
                <a:lnTo>
                  <a:pt x="2574086" y="1182141"/>
                </a:lnTo>
                <a:lnTo>
                  <a:pt x="2575204" y="1182611"/>
                </a:lnTo>
                <a:lnTo>
                  <a:pt x="2577833" y="1182611"/>
                </a:lnTo>
                <a:lnTo>
                  <a:pt x="2578951" y="1182141"/>
                </a:lnTo>
                <a:lnTo>
                  <a:pt x="2580817" y="1180287"/>
                </a:lnTo>
                <a:lnTo>
                  <a:pt x="2581275" y="1179156"/>
                </a:lnTo>
                <a:lnTo>
                  <a:pt x="2581275" y="1176528"/>
                </a:lnTo>
                <a:close/>
              </a:path>
              <a:path w="11201400" h="1183005">
                <a:moveTo>
                  <a:pt x="2581275" y="589991"/>
                </a:moveTo>
                <a:lnTo>
                  <a:pt x="2580817" y="588873"/>
                </a:lnTo>
                <a:lnTo>
                  <a:pt x="2578951" y="587006"/>
                </a:lnTo>
                <a:lnTo>
                  <a:pt x="2577833" y="586536"/>
                </a:lnTo>
                <a:lnTo>
                  <a:pt x="2575204" y="586536"/>
                </a:lnTo>
                <a:lnTo>
                  <a:pt x="2574086" y="587006"/>
                </a:lnTo>
                <a:lnTo>
                  <a:pt x="2572220" y="588873"/>
                </a:lnTo>
                <a:lnTo>
                  <a:pt x="2571750" y="589991"/>
                </a:lnTo>
                <a:lnTo>
                  <a:pt x="2571750" y="592620"/>
                </a:lnTo>
                <a:lnTo>
                  <a:pt x="2572220" y="593737"/>
                </a:lnTo>
                <a:lnTo>
                  <a:pt x="2574086" y="595604"/>
                </a:lnTo>
                <a:lnTo>
                  <a:pt x="2575204" y="596061"/>
                </a:lnTo>
                <a:lnTo>
                  <a:pt x="2577833" y="596061"/>
                </a:lnTo>
                <a:lnTo>
                  <a:pt x="2578951" y="595604"/>
                </a:lnTo>
                <a:lnTo>
                  <a:pt x="2580817" y="593737"/>
                </a:lnTo>
                <a:lnTo>
                  <a:pt x="2581275" y="592620"/>
                </a:lnTo>
                <a:lnTo>
                  <a:pt x="2581275" y="589991"/>
                </a:lnTo>
                <a:close/>
              </a:path>
              <a:path w="11201400" h="1183005">
                <a:moveTo>
                  <a:pt x="2581275" y="3454"/>
                </a:moveTo>
                <a:lnTo>
                  <a:pt x="2580817" y="2324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24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11201400" h="1183005">
                <a:moveTo>
                  <a:pt x="2628900" y="1176528"/>
                </a:moveTo>
                <a:lnTo>
                  <a:pt x="2628442" y="1175410"/>
                </a:lnTo>
                <a:lnTo>
                  <a:pt x="2626576" y="1173543"/>
                </a:lnTo>
                <a:lnTo>
                  <a:pt x="2625458" y="1173086"/>
                </a:lnTo>
                <a:lnTo>
                  <a:pt x="2622829" y="1173086"/>
                </a:lnTo>
                <a:lnTo>
                  <a:pt x="2621711" y="1173543"/>
                </a:lnTo>
                <a:lnTo>
                  <a:pt x="2619845" y="1175410"/>
                </a:lnTo>
                <a:lnTo>
                  <a:pt x="2619375" y="1176528"/>
                </a:lnTo>
                <a:lnTo>
                  <a:pt x="2619375" y="1179156"/>
                </a:lnTo>
                <a:lnTo>
                  <a:pt x="2619845" y="1180287"/>
                </a:lnTo>
                <a:lnTo>
                  <a:pt x="2621711" y="1182141"/>
                </a:lnTo>
                <a:lnTo>
                  <a:pt x="2622829" y="1182611"/>
                </a:lnTo>
                <a:lnTo>
                  <a:pt x="2625458" y="1182611"/>
                </a:lnTo>
                <a:lnTo>
                  <a:pt x="2626576" y="1182141"/>
                </a:lnTo>
                <a:lnTo>
                  <a:pt x="2628442" y="1180287"/>
                </a:lnTo>
                <a:lnTo>
                  <a:pt x="2628900" y="1179156"/>
                </a:lnTo>
                <a:lnTo>
                  <a:pt x="2628900" y="1176528"/>
                </a:lnTo>
                <a:close/>
              </a:path>
              <a:path w="11201400" h="1183005">
                <a:moveTo>
                  <a:pt x="2628900" y="589991"/>
                </a:moveTo>
                <a:lnTo>
                  <a:pt x="2628442" y="588873"/>
                </a:lnTo>
                <a:lnTo>
                  <a:pt x="2626576" y="587006"/>
                </a:lnTo>
                <a:lnTo>
                  <a:pt x="2625458" y="586536"/>
                </a:lnTo>
                <a:lnTo>
                  <a:pt x="2622829" y="586536"/>
                </a:lnTo>
                <a:lnTo>
                  <a:pt x="2621711" y="587006"/>
                </a:lnTo>
                <a:lnTo>
                  <a:pt x="2619845" y="588873"/>
                </a:lnTo>
                <a:lnTo>
                  <a:pt x="2619375" y="589991"/>
                </a:lnTo>
                <a:lnTo>
                  <a:pt x="2619375" y="592620"/>
                </a:lnTo>
                <a:lnTo>
                  <a:pt x="2619845" y="593737"/>
                </a:lnTo>
                <a:lnTo>
                  <a:pt x="2621711" y="595604"/>
                </a:lnTo>
                <a:lnTo>
                  <a:pt x="2622829" y="596061"/>
                </a:lnTo>
                <a:lnTo>
                  <a:pt x="2625458" y="596061"/>
                </a:lnTo>
                <a:lnTo>
                  <a:pt x="2626576" y="595604"/>
                </a:lnTo>
                <a:lnTo>
                  <a:pt x="2628442" y="593737"/>
                </a:lnTo>
                <a:lnTo>
                  <a:pt x="2628900" y="592620"/>
                </a:lnTo>
                <a:lnTo>
                  <a:pt x="2628900" y="589991"/>
                </a:lnTo>
                <a:close/>
              </a:path>
              <a:path w="11201400" h="1183005">
                <a:moveTo>
                  <a:pt x="2628900" y="3454"/>
                </a:moveTo>
                <a:lnTo>
                  <a:pt x="2628442" y="2324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24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11201400" h="1183005">
                <a:moveTo>
                  <a:pt x="2676525" y="1176528"/>
                </a:moveTo>
                <a:lnTo>
                  <a:pt x="2676067" y="1175410"/>
                </a:lnTo>
                <a:lnTo>
                  <a:pt x="2674201" y="1173543"/>
                </a:lnTo>
                <a:lnTo>
                  <a:pt x="2673083" y="1173086"/>
                </a:lnTo>
                <a:lnTo>
                  <a:pt x="2670454" y="1173086"/>
                </a:lnTo>
                <a:lnTo>
                  <a:pt x="2669336" y="1173543"/>
                </a:lnTo>
                <a:lnTo>
                  <a:pt x="2667470" y="1175410"/>
                </a:lnTo>
                <a:lnTo>
                  <a:pt x="2667000" y="1176528"/>
                </a:lnTo>
                <a:lnTo>
                  <a:pt x="2667000" y="1179156"/>
                </a:lnTo>
                <a:lnTo>
                  <a:pt x="2667470" y="1180287"/>
                </a:lnTo>
                <a:lnTo>
                  <a:pt x="2669336" y="1182141"/>
                </a:lnTo>
                <a:lnTo>
                  <a:pt x="2670454" y="1182611"/>
                </a:lnTo>
                <a:lnTo>
                  <a:pt x="2673083" y="1182611"/>
                </a:lnTo>
                <a:lnTo>
                  <a:pt x="2674201" y="1182141"/>
                </a:lnTo>
                <a:lnTo>
                  <a:pt x="2676067" y="1180287"/>
                </a:lnTo>
                <a:lnTo>
                  <a:pt x="2676525" y="1179156"/>
                </a:lnTo>
                <a:lnTo>
                  <a:pt x="2676525" y="1176528"/>
                </a:lnTo>
                <a:close/>
              </a:path>
              <a:path w="11201400" h="1183005">
                <a:moveTo>
                  <a:pt x="2676525" y="589991"/>
                </a:moveTo>
                <a:lnTo>
                  <a:pt x="2676067" y="588873"/>
                </a:lnTo>
                <a:lnTo>
                  <a:pt x="2674201" y="587006"/>
                </a:lnTo>
                <a:lnTo>
                  <a:pt x="2673083" y="586536"/>
                </a:lnTo>
                <a:lnTo>
                  <a:pt x="2670454" y="586536"/>
                </a:lnTo>
                <a:lnTo>
                  <a:pt x="2669336" y="587006"/>
                </a:lnTo>
                <a:lnTo>
                  <a:pt x="2667470" y="588873"/>
                </a:lnTo>
                <a:lnTo>
                  <a:pt x="2667000" y="589991"/>
                </a:lnTo>
                <a:lnTo>
                  <a:pt x="2667000" y="592620"/>
                </a:lnTo>
                <a:lnTo>
                  <a:pt x="2667470" y="593737"/>
                </a:lnTo>
                <a:lnTo>
                  <a:pt x="2669336" y="595604"/>
                </a:lnTo>
                <a:lnTo>
                  <a:pt x="2670454" y="596061"/>
                </a:lnTo>
                <a:lnTo>
                  <a:pt x="2673083" y="596061"/>
                </a:lnTo>
                <a:lnTo>
                  <a:pt x="2674201" y="595604"/>
                </a:lnTo>
                <a:lnTo>
                  <a:pt x="2676067" y="593737"/>
                </a:lnTo>
                <a:lnTo>
                  <a:pt x="2676525" y="592620"/>
                </a:lnTo>
                <a:lnTo>
                  <a:pt x="2676525" y="589991"/>
                </a:lnTo>
                <a:close/>
              </a:path>
              <a:path w="11201400" h="1183005">
                <a:moveTo>
                  <a:pt x="2676525" y="3454"/>
                </a:moveTo>
                <a:lnTo>
                  <a:pt x="2676067" y="2324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24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11201400" h="1183005">
                <a:moveTo>
                  <a:pt x="2724150" y="1176528"/>
                </a:moveTo>
                <a:lnTo>
                  <a:pt x="2723692" y="1175410"/>
                </a:lnTo>
                <a:lnTo>
                  <a:pt x="2721826" y="1173543"/>
                </a:lnTo>
                <a:lnTo>
                  <a:pt x="2720708" y="1173086"/>
                </a:lnTo>
                <a:lnTo>
                  <a:pt x="2718079" y="1173086"/>
                </a:lnTo>
                <a:lnTo>
                  <a:pt x="2716961" y="1173543"/>
                </a:lnTo>
                <a:lnTo>
                  <a:pt x="2715095" y="1175410"/>
                </a:lnTo>
                <a:lnTo>
                  <a:pt x="2714625" y="1176528"/>
                </a:lnTo>
                <a:lnTo>
                  <a:pt x="2714625" y="1179156"/>
                </a:lnTo>
                <a:lnTo>
                  <a:pt x="2715095" y="1180287"/>
                </a:lnTo>
                <a:lnTo>
                  <a:pt x="2716961" y="1182141"/>
                </a:lnTo>
                <a:lnTo>
                  <a:pt x="2718079" y="1182611"/>
                </a:lnTo>
                <a:lnTo>
                  <a:pt x="2720708" y="1182611"/>
                </a:lnTo>
                <a:lnTo>
                  <a:pt x="2721826" y="1182141"/>
                </a:lnTo>
                <a:lnTo>
                  <a:pt x="2723692" y="1180287"/>
                </a:lnTo>
                <a:lnTo>
                  <a:pt x="2724150" y="1179156"/>
                </a:lnTo>
                <a:lnTo>
                  <a:pt x="2724150" y="1176528"/>
                </a:lnTo>
                <a:close/>
              </a:path>
              <a:path w="11201400" h="1183005">
                <a:moveTo>
                  <a:pt x="2724150" y="589991"/>
                </a:moveTo>
                <a:lnTo>
                  <a:pt x="2723692" y="588873"/>
                </a:lnTo>
                <a:lnTo>
                  <a:pt x="2721826" y="587006"/>
                </a:lnTo>
                <a:lnTo>
                  <a:pt x="2720708" y="586536"/>
                </a:lnTo>
                <a:lnTo>
                  <a:pt x="2718079" y="586536"/>
                </a:lnTo>
                <a:lnTo>
                  <a:pt x="2716961" y="587006"/>
                </a:lnTo>
                <a:lnTo>
                  <a:pt x="2715095" y="588873"/>
                </a:lnTo>
                <a:lnTo>
                  <a:pt x="2714625" y="589991"/>
                </a:lnTo>
                <a:lnTo>
                  <a:pt x="2714625" y="592620"/>
                </a:lnTo>
                <a:lnTo>
                  <a:pt x="2715095" y="593737"/>
                </a:lnTo>
                <a:lnTo>
                  <a:pt x="2716961" y="595604"/>
                </a:lnTo>
                <a:lnTo>
                  <a:pt x="2718079" y="596061"/>
                </a:lnTo>
                <a:lnTo>
                  <a:pt x="2720708" y="596061"/>
                </a:lnTo>
                <a:lnTo>
                  <a:pt x="2721826" y="595604"/>
                </a:lnTo>
                <a:lnTo>
                  <a:pt x="2723692" y="593737"/>
                </a:lnTo>
                <a:lnTo>
                  <a:pt x="2724150" y="592620"/>
                </a:lnTo>
                <a:lnTo>
                  <a:pt x="2724150" y="589991"/>
                </a:lnTo>
                <a:close/>
              </a:path>
              <a:path w="11201400" h="1183005">
                <a:moveTo>
                  <a:pt x="2724150" y="3454"/>
                </a:moveTo>
                <a:lnTo>
                  <a:pt x="2723692" y="2324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24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11201400" h="1183005">
                <a:moveTo>
                  <a:pt x="2771775" y="1176528"/>
                </a:moveTo>
                <a:lnTo>
                  <a:pt x="2771317" y="1175410"/>
                </a:lnTo>
                <a:lnTo>
                  <a:pt x="2769451" y="1173543"/>
                </a:lnTo>
                <a:lnTo>
                  <a:pt x="2768333" y="1173086"/>
                </a:lnTo>
                <a:lnTo>
                  <a:pt x="2765704" y="1173086"/>
                </a:lnTo>
                <a:lnTo>
                  <a:pt x="2764586" y="1173543"/>
                </a:lnTo>
                <a:lnTo>
                  <a:pt x="2762720" y="1175410"/>
                </a:lnTo>
                <a:lnTo>
                  <a:pt x="2762250" y="1176528"/>
                </a:lnTo>
                <a:lnTo>
                  <a:pt x="2762250" y="1179156"/>
                </a:lnTo>
                <a:lnTo>
                  <a:pt x="2762720" y="1180287"/>
                </a:lnTo>
                <a:lnTo>
                  <a:pt x="2764586" y="1182141"/>
                </a:lnTo>
                <a:lnTo>
                  <a:pt x="2765704" y="1182611"/>
                </a:lnTo>
                <a:lnTo>
                  <a:pt x="2768333" y="1182611"/>
                </a:lnTo>
                <a:lnTo>
                  <a:pt x="2769451" y="1182141"/>
                </a:lnTo>
                <a:lnTo>
                  <a:pt x="2771317" y="1180287"/>
                </a:lnTo>
                <a:lnTo>
                  <a:pt x="2771775" y="1179156"/>
                </a:lnTo>
                <a:lnTo>
                  <a:pt x="2771775" y="1176528"/>
                </a:lnTo>
                <a:close/>
              </a:path>
              <a:path w="11201400" h="1183005">
                <a:moveTo>
                  <a:pt x="2771775" y="589991"/>
                </a:moveTo>
                <a:lnTo>
                  <a:pt x="2771317" y="588873"/>
                </a:lnTo>
                <a:lnTo>
                  <a:pt x="2769451" y="587006"/>
                </a:lnTo>
                <a:lnTo>
                  <a:pt x="2768333" y="586536"/>
                </a:lnTo>
                <a:lnTo>
                  <a:pt x="2765704" y="586536"/>
                </a:lnTo>
                <a:lnTo>
                  <a:pt x="2764586" y="587006"/>
                </a:lnTo>
                <a:lnTo>
                  <a:pt x="2762720" y="588873"/>
                </a:lnTo>
                <a:lnTo>
                  <a:pt x="2762250" y="589991"/>
                </a:lnTo>
                <a:lnTo>
                  <a:pt x="2762250" y="592620"/>
                </a:lnTo>
                <a:lnTo>
                  <a:pt x="2762720" y="593737"/>
                </a:lnTo>
                <a:lnTo>
                  <a:pt x="2764586" y="595604"/>
                </a:lnTo>
                <a:lnTo>
                  <a:pt x="2765704" y="596061"/>
                </a:lnTo>
                <a:lnTo>
                  <a:pt x="2768333" y="596061"/>
                </a:lnTo>
                <a:lnTo>
                  <a:pt x="2769451" y="595604"/>
                </a:lnTo>
                <a:lnTo>
                  <a:pt x="2771317" y="593737"/>
                </a:lnTo>
                <a:lnTo>
                  <a:pt x="2771775" y="592620"/>
                </a:lnTo>
                <a:lnTo>
                  <a:pt x="2771775" y="589991"/>
                </a:lnTo>
                <a:close/>
              </a:path>
              <a:path w="11201400" h="1183005">
                <a:moveTo>
                  <a:pt x="2771775" y="3454"/>
                </a:moveTo>
                <a:lnTo>
                  <a:pt x="2771317" y="2324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24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11201400" h="1183005">
                <a:moveTo>
                  <a:pt x="2819400" y="1176528"/>
                </a:moveTo>
                <a:lnTo>
                  <a:pt x="2818942" y="1175410"/>
                </a:lnTo>
                <a:lnTo>
                  <a:pt x="2817076" y="1173543"/>
                </a:lnTo>
                <a:lnTo>
                  <a:pt x="2815958" y="1173086"/>
                </a:lnTo>
                <a:lnTo>
                  <a:pt x="2813329" y="1173086"/>
                </a:lnTo>
                <a:lnTo>
                  <a:pt x="2812211" y="1173543"/>
                </a:lnTo>
                <a:lnTo>
                  <a:pt x="2810345" y="1175410"/>
                </a:lnTo>
                <a:lnTo>
                  <a:pt x="2809875" y="1176528"/>
                </a:lnTo>
                <a:lnTo>
                  <a:pt x="2809875" y="1179156"/>
                </a:lnTo>
                <a:lnTo>
                  <a:pt x="2810345" y="1180287"/>
                </a:lnTo>
                <a:lnTo>
                  <a:pt x="2812211" y="1182141"/>
                </a:lnTo>
                <a:lnTo>
                  <a:pt x="2813329" y="1182611"/>
                </a:lnTo>
                <a:lnTo>
                  <a:pt x="2815958" y="1182611"/>
                </a:lnTo>
                <a:lnTo>
                  <a:pt x="2817076" y="1182141"/>
                </a:lnTo>
                <a:lnTo>
                  <a:pt x="2818942" y="1180287"/>
                </a:lnTo>
                <a:lnTo>
                  <a:pt x="2819400" y="1179156"/>
                </a:lnTo>
                <a:lnTo>
                  <a:pt x="2819400" y="1176528"/>
                </a:lnTo>
                <a:close/>
              </a:path>
              <a:path w="11201400" h="1183005">
                <a:moveTo>
                  <a:pt x="2819400" y="589991"/>
                </a:moveTo>
                <a:lnTo>
                  <a:pt x="2818942" y="588873"/>
                </a:lnTo>
                <a:lnTo>
                  <a:pt x="2817076" y="587006"/>
                </a:lnTo>
                <a:lnTo>
                  <a:pt x="2815958" y="586536"/>
                </a:lnTo>
                <a:lnTo>
                  <a:pt x="2813329" y="586536"/>
                </a:lnTo>
                <a:lnTo>
                  <a:pt x="2812211" y="587006"/>
                </a:lnTo>
                <a:lnTo>
                  <a:pt x="2810345" y="588873"/>
                </a:lnTo>
                <a:lnTo>
                  <a:pt x="2809875" y="589991"/>
                </a:lnTo>
                <a:lnTo>
                  <a:pt x="2809875" y="592620"/>
                </a:lnTo>
                <a:lnTo>
                  <a:pt x="2810345" y="593737"/>
                </a:lnTo>
                <a:lnTo>
                  <a:pt x="2812211" y="595604"/>
                </a:lnTo>
                <a:lnTo>
                  <a:pt x="2813329" y="596061"/>
                </a:lnTo>
                <a:lnTo>
                  <a:pt x="2815958" y="596061"/>
                </a:lnTo>
                <a:lnTo>
                  <a:pt x="2817076" y="595604"/>
                </a:lnTo>
                <a:lnTo>
                  <a:pt x="2818942" y="593737"/>
                </a:lnTo>
                <a:lnTo>
                  <a:pt x="2819400" y="592620"/>
                </a:lnTo>
                <a:lnTo>
                  <a:pt x="2819400" y="589991"/>
                </a:lnTo>
                <a:close/>
              </a:path>
              <a:path w="11201400" h="1183005">
                <a:moveTo>
                  <a:pt x="2819400" y="3454"/>
                </a:moveTo>
                <a:lnTo>
                  <a:pt x="2818942" y="2324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24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11201400" h="1183005">
                <a:moveTo>
                  <a:pt x="2867025" y="1176528"/>
                </a:moveTo>
                <a:lnTo>
                  <a:pt x="2866567" y="1175410"/>
                </a:lnTo>
                <a:lnTo>
                  <a:pt x="2864701" y="1173543"/>
                </a:lnTo>
                <a:lnTo>
                  <a:pt x="2863583" y="1173086"/>
                </a:lnTo>
                <a:lnTo>
                  <a:pt x="2860954" y="1173086"/>
                </a:lnTo>
                <a:lnTo>
                  <a:pt x="2859836" y="1173543"/>
                </a:lnTo>
                <a:lnTo>
                  <a:pt x="2857970" y="1175410"/>
                </a:lnTo>
                <a:lnTo>
                  <a:pt x="2857500" y="1176528"/>
                </a:lnTo>
                <a:lnTo>
                  <a:pt x="2857500" y="1179156"/>
                </a:lnTo>
                <a:lnTo>
                  <a:pt x="2857970" y="1180287"/>
                </a:lnTo>
                <a:lnTo>
                  <a:pt x="2859836" y="1182141"/>
                </a:lnTo>
                <a:lnTo>
                  <a:pt x="2860954" y="1182611"/>
                </a:lnTo>
                <a:lnTo>
                  <a:pt x="2863583" y="1182611"/>
                </a:lnTo>
                <a:lnTo>
                  <a:pt x="2864701" y="1182141"/>
                </a:lnTo>
                <a:lnTo>
                  <a:pt x="2866567" y="1180287"/>
                </a:lnTo>
                <a:lnTo>
                  <a:pt x="2867025" y="1179156"/>
                </a:lnTo>
                <a:lnTo>
                  <a:pt x="2867025" y="1176528"/>
                </a:lnTo>
                <a:close/>
              </a:path>
              <a:path w="11201400" h="1183005">
                <a:moveTo>
                  <a:pt x="2867025" y="589991"/>
                </a:moveTo>
                <a:lnTo>
                  <a:pt x="2866567" y="588873"/>
                </a:lnTo>
                <a:lnTo>
                  <a:pt x="2864701" y="587006"/>
                </a:lnTo>
                <a:lnTo>
                  <a:pt x="2863583" y="586536"/>
                </a:lnTo>
                <a:lnTo>
                  <a:pt x="2860954" y="586536"/>
                </a:lnTo>
                <a:lnTo>
                  <a:pt x="2859836" y="587006"/>
                </a:lnTo>
                <a:lnTo>
                  <a:pt x="2857970" y="588873"/>
                </a:lnTo>
                <a:lnTo>
                  <a:pt x="2857500" y="589991"/>
                </a:lnTo>
                <a:lnTo>
                  <a:pt x="2857500" y="592620"/>
                </a:lnTo>
                <a:lnTo>
                  <a:pt x="2857970" y="593737"/>
                </a:lnTo>
                <a:lnTo>
                  <a:pt x="2859836" y="595604"/>
                </a:lnTo>
                <a:lnTo>
                  <a:pt x="2860954" y="596061"/>
                </a:lnTo>
                <a:lnTo>
                  <a:pt x="2863583" y="596061"/>
                </a:lnTo>
                <a:lnTo>
                  <a:pt x="2864701" y="595604"/>
                </a:lnTo>
                <a:lnTo>
                  <a:pt x="2866567" y="593737"/>
                </a:lnTo>
                <a:lnTo>
                  <a:pt x="2867025" y="592620"/>
                </a:lnTo>
                <a:lnTo>
                  <a:pt x="2867025" y="589991"/>
                </a:lnTo>
                <a:close/>
              </a:path>
              <a:path w="11201400" h="1183005">
                <a:moveTo>
                  <a:pt x="2867025" y="3454"/>
                </a:moveTo>
                <a:lnTo>
                  <a:pt x="2866567" y="2324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24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11201400" h="1183005">
                <a:moveTo>
                  <a:pt x="2914650" y="1176528"/>
                </a:moveTo>
                <a:lnTo>
                  <a:pt x="2914192" y="1175410"/>
                </a:lnTo>
                <a:lnTo>
                  <a:pt x="2912326" y="1173543"/>
                </a:lnTo>
                <a:lnTo>
                  <a:pt x="2911208" y="1173086"/>
                </a:lnTo>
                <a:lnTo>
                  <a:pt x="2908579" y="1173086"/>
                </a:lnTo>
                <a:lnTo>
                  <a:pt x="2907461" y="1173543"/>
                </a:lnTo>
                <a:lnTo>
                  <a:pt x="2905595" y="1175410"/>
                </a:lnTo>
                <a:lnTo>
                  <a:pt x="2905125" y="1176528"/>
                </a:lnTo>
                <a:lnTo>
                  <a:pt x="2905125" y="1179156"/>
                </a:lnTo>
                <a:lnTo>
                  <a:pt x="2905595" y="1180287"/>
                </a:lnTo>
                <a:lnTo>
                  <a:pt x="2907461" y="1182141"/>
                </a:lnTo>
                <a:lnTo>
                  <a:pt x="2908579" y="1182611"/>
                </a:lnTo>
                <a:lnTo>
                  <a:pt x="2911208" y="1182611"/>
                </a:lnTo>
                <a:lnTo>
                  <a:pt x="2912326" y="1182141"/>
                </a:lnTo>
                <a:lnTo>
                  <a:pt x="2914192" y="1180287"/>
                </a:lnTo>
                <a:lnTo>
                  <a:pt x="2914650" y="1179156"/>
                </a:lnTo>
                <a:lnTo>
                  <a:pt x="2914650" y="1176528"/>
                </a:lnTo>
                <a:close/>
              </a:path>
              <a:path w="11201400" h="1183005">
                <a:moveTo>
                  <a:pt x="2914650" y="589991"/>
                </a:moveTo>
                <a:lnTo>
                  <a:pt x="2914192" y="588873"/>
                </a:lnTo>
                <a:lnTo>
                  <a:pt x="2912326" y="587006"/>
                </a:lnTo>
                <a:lnTo>
                  <a:pt x="2911208" y="586536"/>
                </a:lnTo>
                <a:lnTo>
                  <a:pt x="2908579" y="586536"/>
                </a:lnTo>
                <a:lnTo>
                  <a:pt x="2907461" y="587006"/>
                </a:lnTo>
                <a:lnTo>
                  <a:pt x="2905595" y="588873"/>
                </a:lnTo>
                <a:lnTo>
                  <a:pt x="2905125" y="589991"/>
                </a:lnTo>
                <a:lnTo>
                  <a:pt x="2905125" y="592620"/>
                </a:lnTo>
                <a:lnTo>
                  <a:pt x="2905595" y="593737"/>
                </a:lnTo>
                <a:lnTo>
                  <a:pt x="2907461" y="595604"/>
                </a:lnTo>
                <a:lnTo>
                  <a:pt x="2908579" y="596061"/>
                </a:lnTo>
                <a:lnTo>
                  <a:pt x="2911208" y="596061"/>
                </a:lnTo>
                <a:lnTo>
                  <a:pt x="2912326" y="595604"/>
                </a:lnTo>
                <a:lnTo>
                  <a:pt x="2914192" y="593737"/>
                </a:lnTo>
                <a:lnTo>
                  <a:pt x="2914650" y="592620"/>
                </a:lnTo>
                <a:lnTo>
                  <a:pt x="2914650" y="589991"/>
                </a:lnTo>
                <a:close/>
              </a:path>
              <a:path w="11201400" h="1183005">
                <a:moveTo>
                  <a:pt x="2914650" y="3454"/>
                </a:moveTo>
                <a:lnTo>
                  <a:pt x="2914192" y="2324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24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11201400" h="1183005">
                <a:moveTo>
                  <a:pt x="2962275" y="1176528"/>
                </a:moveTo>
                <a:lnTo>
                  <a:pt x="2961817" y="1175410"/>
                </a:lnTo>
                <a:lnTo>
                  <a:pt x="2959951" y="1173543"/>
                </a:lnTo>
                <a:lnTo>
                  <a:pt x="2958833" y="1173086"/>
                </a:lnTo>
                <a:lnTo>
                  <a:pt x="2956204" y="1173086"/>
                </a:lnTo>
                <a:lnTo>
                  <a:pt x="2955086" y="1173543"/>
                </a:lnTo>
                <a:lnTo>
                  <a:pt x="2953220" y="1175410"/>
                </a:lnTo>
                <a:lnTo>
                  <a:pt x="2952750" y="1176528"/>
                </a:lnTo>
                <a:lnTo>
                  <a:pt x="2952750" y="1179156"/>
                </a:lnTo>
                <a:lnTo>
                  <a:pt x="2953220" y="1180287"/>
                </a:lnTo>
                <a:lnTo>
                  <a:pt x="2955086" y="1182141"/>
                </a:lnTo>
                <a:lnTo>
                  <a:pt x="2956204" y="1182611"/>
                </a:lnTo>
                <a:lnTo>
                  <a:pt x="2958833" y="1182611"/>
                </a:lnTo>
                <a:lnTo>
                  <a:pt x="2959951" y="1182141"/>
                </a:lnTo>
                <a:lnTo>
                  <a:pt x="2961817" y="1180287"/>
                </a:lnTo>
                <a:lnTo>
                  <a:pt x="2962275" y="1179156"/>
                </a:lnTo>
                <a:lnTo>
                  <a:pt x="2962275" y="1176528"/>
                </a:lnTo>
                <a:close/>
              </a:path>
              <a:path w="11201400" h="1183005">
                <a:moveTo>
                  <a:pt x="2962275" y="589991"/>
                </a:moveTo>
                <a:lnTo>
                  <a:pt x="2961817" y="588873"/>
                </a:lnTo>
                <a:lnTo>
                  <a:pt x="2959951" y="587006"/>
                </a:lnTo>
                <a:lnTo>
                  <a:pt x="2958833" y="586536"/>
                </a:lnTo>
                <a:lnTo>
                  <a:pt x="2956204" y="586536"/>
                </a:lnTo>
                <a:lnTo>
                  <a:pt x="2955086" y="587006"/>
                </a:lnTo>
                <a:lnTo>
                  <a:pt x="2953220" y="588873"/>
                </a:lnTo>
                <a:lnTo>
                  <a:pt x="2952750" y="589991"/>
                </a:lnTo>
                <a:lnTo>
                  <a:pt x="2952750" y="592620"/>
                </a:lnTo>
                <a:lnTo>
                  <a:pt x="2953220" y="593737"/>
                </a:lnTo>
                <a:lnTo>
                  <a:pt x="2955086" y="595604"/>
                </a:lnTo>
                <a:lnTo>
                  <a:pt x="2956204" y="596061"/>
                </a:lnTo>
                <a:lnTo>
                  <a:pt x="2958833" y="596061"/>
                </a:lnTo>
                <a:lnTo>
                  <a:pt x="2959951" y="595604"/>
                </a:lnTo>
                <a:lnTo>
                  <a:pt x="2961817" y="593737"/>
                </a:lnTo>
                <a:lnTo>
                  <a:pt x="2962275" y="592620"/>
                </a:lnTo>
                <a:lnTo>
                  <a:pt x="2962275" y="589991"/>
                </a:lnTo>
                <a:close/>
              </a:path>
              <a:path w="11201400" h="1183005">
                <a:moveTo>
                  <a:pt x="2962275" y="3454"/>
                </a:moveTo>
                <a:lnTo>
                  <a:pt x="2961817" y="2324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24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11201400" h="1183005">
                <a:moveTo>
                  <a:pt x="3009900" y="1176528"/>
                </a:moveTo>
                <a:lnTo>
                  <a:pt x="3009442" y="1175410"/>
                </a:lnTo>
                <a:lnTo>
                  <a:pt x="3007576" y="1173543"/>
                </a:lnTo>
                <a:lnTo>
                  <a:pt x="3006458" y="1173086"/>
                </a:lnTo>
                <a:lnTo>
                  <a:pt x="3003829" y="1173086"/>
                </a:lnTo>
                <a:lnTo>
                  <a:pt x="3002711" y="1173543"/>
                </a:lnTo>
                <a:lnTo>
                  <a:pt x="3000845" y="1175410"/>
                </a:lnTo>
                <a:lnTo>
                  <a:pt x="3000375" y="1176528"/>
                </a:lnTo>
                <a:lnTo>
                  <a:pt x="3000375" y="1179156"/>
                </a:lnTo>
                <a:lnTo>
                  <a:pt x="3000845" y="1180287"/>
                </a:lnTo>
                <a:lnTo>
                  <a:pt x="3002711" y="1182141"/>
                </a:lnTo>
                <a:lnTo>
                  <a:pt x="3003829" y="1182611"/>
                </a:lnTo>
                <a:lnTo>
                  <a:pt x="3006458" y="1182611"/>
                </a:lnTo>
                <a:lnTo>
                  <a:pt x="3007576" y="1182141"/>
                </a:lnTo>
                <a:lnTo>
                  <a:pt x="3009442" y="1180287"/>
                </a:lnTo>
                <a:lnTo>
                  <a:pt x="3009900" y="1179156"/>
                </a:lnTo>
                <a:lnTo>
                  <a:pt x="3009900" y="1176528"/>
                </a:lnTo>
                <a:close/>
              </a:path>
              <a:path w="11201400" h="1183005">
                <a:moveTo>
                  <a:pt x="3009900" y="589991"/>
                </a:moveTo>
                <a:lnTo>
                  <a:pt x="3009442" y="588873"/>
                </a:lnTo>
                <a:lnTo>
                  <a:pt x="3007576" y="587006"/>
                </a:lnTo>
                <a:lnTo>
                  <a:pt x="3006458" y="586536"/>
                </a:lnTo>
                <a:lnTo>
                  <a:pt x="3003829" y="586536"/>
                </a:lnTo>
                <a:lnTo>
                  <a:pt x="3002711" y="587006"/>
                </a:lnTo>
                <a:lnTo>
                  <a:pt x="3000845" y="588873"/>
                </a:lnTo>
                <a:lnTo>
                  <a:pt x="3000375" y="589991"/>
                </a:lnTo>
                <a:lnTo>
                  <a:pt x="3000375" y="592620"/>
                </a:lnTo>
                <a:lnTo>
                  <a:pt x="3000845" y="593737"/>
                </a:lnTo>
                <a:lnTo>
                  <a:pt x="3002711" y="595604"/>
                </a:lnTo>
                <a:lnTo>
                  <a:pt x="3003829" y="596061"/>
                </a:lnTo>
                <a:lnTo>
                  <a:pt x="3006458" y="596061"/>
                </a:lnTo>
                <a:lnTo>
                  <a:pt x="3007576" y="595604"/>
                </a:lnTo>
                <a:lnTo>
                  <a:pt x="3009442" y="593737"/>
                </a:lnTo>
                <a:lnTo>
                  <a:pt x="3009900" y="592620"/>
                </a:lnTo>
                <a:lnTo>
                  <a:pt x="3009900" y="589991"/>
                </a:lnTo>
                <a:close/>
              </a:path>
              <a:path w="11201400" h="1183005">
                <a:moveTo>
                  <a:pt x="3009900" y="3454"/>
                </a:moveTo>
                <a:lnTo>
                  <a:pt x="3009442" y="2324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24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11201400" h="1183005">
                <a:moveTo>
                  <a:pt x="3057525" y="1176528"/>
                </a:moveTo>
                <a:lnTo>
                  <a:pt x="3057067" y="1175410"/>
                </a:lnTo>
                <a:lnTo>
                  <a:pt x="3055201" y="1173543"/>
                </a:lnTo>
                <a:lnTo>
                  <a:pt x="3054083" y="1173086"/>
                </a:lnTo>
                <a:lnTo>
                  <a:pt x="3051454" y="1173086"/>
                </a:lnTo>
                <a:lnTo>
                  <a:pt x="3050336" y="1173543"/>
                </a:lnTo>
                <a:lnTo>
                  <a:pt x="3048470" y="1175410"/>
                </a:lnTo>
                <a:lnTo>
                  <a:pt x="3048000" y="1176528"/>
                </a:lnTo>
                <a:lnTo>
                  <a:pt x="3048000" y="1179156"/>
                </a:lnTo>
                <a:lnTo>
                  <a:pt x="3048470" y="1180287"/>
                </a:lnTo>
                <a:lnTo>
                  <a:pt x="3050336" y="1182141"/>
                </a:lnTo>
                <a:lnTo>
                  <a:pt x="3051454" y="1182611"/>
                </a:lnTo>
                <a:lnTo>
                  <a:pt x="3054083" y="1182611"/>
                </a:lnTo>
                <a:lnTo>
                  <a:pt x="3055201" y="1182141"/>
                </a:lnTo>
                <a:lnTo>
                  <a:pt x="3057067" y="1180287"/>
                </a:lnTo>
                <a:lnTo>
                  <a:pt x="3057525" y="1179156"/>
                </a:lnTo>
                <a:lnTo>
                  <a:pt x="3057525" y="1176528"/>
                </a:lnTo>
                <a:close/>
              </a:path>
              <a:path w="11201400" h="1183005">
                <a:moveTo>
                  <a:pt x="3057525" y="589991"/>
                </a:moveTo>
                <a:lnTo>
                  <a:pt x="3057067" y="588873"/>
                </a:lnTo>
                <a:lnTo>
                  <a:pt x="3055201" y="587006"/>
                </a:lnTo>
                <a:lnTo>
                  <a:pt x="3054083" y="586536"/>
                </a:lnTo>
                <a:lnTo>
                  <a:pt x="3051454" y="586536"/>
                </a:lnTo>
                <a:lnTo>
                  <a:pt x="3050336" y="587006"/>
                </a:lnTo>
                <a:lnTo>
                  <a:pt x="3048470" y="588873"/>
                </a:lnTo>
                <a:lnTo>
                  <a:pt x="3048000" y="589991"/>
                </a:lnTo>
                <a:lnTo>
                  <a:pt x="3048000" y="592620"/>
                </a:lnTo>
                <a:lnTo>
                  <a:pt x="3048470" y="593737"/>
                </a:lnTo>
                <a:lnTo>
                  <a:pt x="3050336" y="595604"/>
                </a:lnTo>
                <a:lnTo>
                  <a:pt x="3051454" y="596061"/>
                </a:lnTo>
                <a:lnTo>
                  <a:pt x="3054083" y="596061"/>
                </a:lnTo>
                <a:lnTo>
                  <a:pt x="3055201" y="595604"/>
                </a:lnTo>
                <a:lnTo>
                  <a:pt x="3057067" y="593737"/>
                </a:lnTo>
                <a:lnTo>
                  <a:pt x="3057525" y="592620"/>
                </a:lnTo>
                <a:lnTo>
                  <a:pt x="3057525" y="589991"/>
                </a:lnTo>
                <a:close/>
              </a:path>
              <a:path w="11201400" h="1183005">
                <a:moveTo>
                  <a:pt x="3057525" y="3454"/>
                </a:moveTo>
                <a:lnTo>
                  <a:pt x="3057067" y="2324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24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11201400" h="1183005">
                <a:moveTo>
                  <a:pt x="3105150" y="1176528"/>
                </a:moveTo>
                <a:lnTo>
                  <a:pt x="3104692" y="1175410"/>
                </a:lnTo>
                <a:lnTo>
                  <a:pt x="3102826" y="1173543"/>
                </a:lnTo>
                <a:lnTo>
                  <a:pt x="3101708" y="1173086"/>
                </a:lnTo>
                <a:lnTo>
                  <a:pt x="3099079" y="1173086"/>
                </a:lnTo>
                <a:lnTo>
                  <a:pt x="3097961" y="1173543"/>
                </a:lnTo>
                <a:lnTo>
                  <a:pt x="3096095" y="1175410"/>
                </a:lnTo>
                <a:lnTo>
                  <a:pt x="3095625" y="1176528"/>
                </a:lnTo>
                <a:lnTo>
                  <a:pt x="3095625" y="1179156"/>
                </a:lnTo>
                <a:lnTo>
                  <a:pt x="3096095" y="1180287"/>
                </a:lnTo>
                <a:lnTo>
                  <a:pt x="3097961" y="1182141"/>
                </a:lnTo>
                <a:lnTo>
                  <a:pt x="3099079" y="1182611"/>
                </a:lnTo>
                <a:lnTo>
                  <a:pt x="3101708" y="1182611"/>
                </a:lnTo>
                <a:lnTo>
                  <a:pt x="3102826" y="1182141"/>
                </a:lnTo>
                <a:lnTo>
                  <a:pt x="3104692" y="1180287"/>
                </a:lnTo>
                <a:lnTo>
                  <a:pt x="3105150" y="1179156"/>
                </a:lnTo>
                <a:lnTo>
                  <a:pt x="3105150" y="1176528"/>
                </a:lnTo>
                <a:close/>
              </a:path>
              <a:path w="11201400" h="1183005">
                <a:moveTo>
                  <a:pt x="3105150" y="589991"/>
                </a:moveTo>
                <a:lnTo>
                  <a:pt x="3104692" y="588873"/>
                </a:lnTo>
                <a:lnTo>
                  <a:pt x="3102826" y="587006"/>
                </a:lnTo>
                <a:lnTo>
                  <a:pt x="3101708" y="586536"/>
                </a:lnTo>
                <a:lnTo>
                  <a:pt x="3099079" y="586536"/>
                </a:lnTo>
                <a:lnTo>
                  <a:pt x="3097961" y="587006"/>
                </a:lnTo>
                <a:lnTo>
                  <a:pt x="3096095" y="588873"/>
                </a:lnTo>
                <a:lnTo>
                  <a:pt x="3095625" y="589991"/>
                </a:lnTo>
                <a:lnTo>
                  <a:pt x="3095625" y="592620"/>
                </a:lnTo>
                <a:lnTo>
                  <a:pt x="3096095" y="593737"/>
                </a:lnTo>
                <a:lnTo>
                  <a:pt x="3097961" y="595604"/>
                </a:lnTo>
                <a:lnTo>
                  <a:pt x="3099079" y="596061"/>
                </a:lnTo>
                <a:lnTo>
                  <a:pt x="3101708" y="596061"/>
                </a:lnTo>
                <a:lnTo>
                  <a:pt x="3102826" y="595604"/>
                </a:lnTo>
                <a:lnTo>
                  <a:pt x="3104692" y="593737"/>
                </a:lnTo>
                <a:lnTo>
                  <a:pt x="3105150" y="592620"/>
                </a:lnTo>
                <a:lnTo>
                  <a:pt x="3105150" y="589991"/>
                </a:lnTo>
                <a:close/>
              </a:path>
              <a:path w="11201400" h="1183005">
                <a:moveTo>
                  <a:pt x="3105150" y="3454"/>
                </a:moveTo>
                <a:lnTo>
                  <a:pt x="3104692" y="2324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24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11201400" h="1183005">
                <a:moveTo>
                  <a:pt x="3152775" y="1176528"/>
                </a:moveTo>
                <a:lnTo>
                  <a:pt x="3152317" y="1175410"/>
                </a:lnTo>
                <a:lnTo>
                  <a:pt x="3150451" y="1173543"/>
                </a:lnTo>
                <a:lnTo>
                  <a:pt x="3149333" y="1173086"/>
                </a:lnTo>
                <a:lnTo>
                  <a:pt x="3146704" y="1173086"/>
                </a:lnTo>
                <a:lnTo>
                  <a:pt x="3145586" y="1173543"/>
                </a:lnTo>
                <a:lnTo>
                  <a:pt x="3143720" y="1175410"/>
                </a:lnTo>
                <a:lnTo>
                  <a:pt x="3143250" y="1176528"/>
                </a:lnTo>
                <a:lnTo>
                  <a:pt x="3143250" y="1179156"/>
                </a:lnTo>
                <a:lnTo>
                  <a:pt x="3143720" y="1180287"/>
                </a:lnTo>
                <a:lnTo>
                  <a:pt x="3145586" y="1182141"/>
                </a:lnTo>
                <a:lnTo>
                  <a:pt x="3146704" y="1182611"/>
                </a:lnTo>
                <a:lnTo>
                  <a:pt x="3149333" y="1182611"/>
                </a:lnTo>
                <a:lnTo>
                  <a:pt x="3150451" y="1182141"/>
                </a:lnTo>
                <a:lnTo>
                  <a:pt x="3152317" y="1180287"/>
                </a:lnTo>
                <a:lnTo>
                  <a:pt x="3152775" y="1179156"/>
                </a:lnTo>
                <a:lnTo>
                  <a:pt x="3152775" y="1176528"/>
                </a:lnTo>
                <a:close/>
              </a:path>
              <a:path w="11201400" h="1183005">
                <a:moveTo>
                  <a:pt x="3152775" y="589991"/>
                </a:moveTo>
                <a:lnTo>
                  <a:pt x="3152317" y="588873"/>
                </a:lnTo>
                <a:lnTo>
                  <a:pt x="3150451" y="587006"/>
                </a:lnTo>
                <a:lnTo>
                  <a:pt x="3149333" y="586536"/>
                </a:lnTo>
                <a:lnTo>
                  <a:pt x="3146704" y="586536"/>
                </a:lnTo>
                <a:lnTo>
                  <a:pt x="3145586" y="587006"/>
                </a:lnTo>
                <a:lnTo>
                  <a:pt x="3143720" y="588873"/>
                </a:lnTo>
                <a:lnTo>
                  <a:pt x="3143250" y="589991"/>
                </a:lnTo>
                <a:lnTo>
                  <a:pt x="3143250" y="592620"/>
                </a:lnTo>
                <a:lnTo>
                  <a:pt x="3143720" y="593737"/>
                </a:lnTo>
                <a:lnTo>
                  <a:pt x="3145586" y="595604"/>
                </a:lnTo>
                <a:lnTo>
                  <a:pt x="3146704" y="596061"/>
                </a:lnTo>
                <a:lnTo>
                  <a:pt x="3149333" y="596061"/>
                </a:lnTo>
                <a:lnTo>
                  <a:pt x="3150451" y="595604"/>
                </a:lnTo>
                <a:lnTo>
                  <a:pt x="3152317" y="593737"/>
                </a:lnTo>
                <a:lnTo>
                  <a:pt x="3152775" y="592620"/>
                </a:lnTo>
                <a:lnTo>
                  <a:pt x="3152775" y="589991"/>
                </a:lnTo>
                <a:close/>
              </a:path>
              <a:path w="11201400" h="1183005">
                <a:moveTo>
                  <a:pt x="3152775" y="3454"/>
                </a:moveTo>
                <a:lnTo>
                  <a:pt x="3152317" y="2324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24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11201400" h="1183005">
                <a:moveTo>
                  <a:pt x="3200400" y="1176528"/>
                </a:moveTo>
                <a:lnTo>
                  <a:pt x="3199942" y="1175410"/>
                </a:lnTo>
                <a:lnTo>
                  <a:pt x="3198076" y="1173543"/>
                </a:lnTo>
                <a:lnTo>
                  <a:pt x="3196958" y="1173086"/>
                </a:lnTo>
                <a:lnTo>
                  <a:pt x="3194329" y="1173086"/>
                </a:lnTo>
                <a:lnTo>
                  <a:pt x="3193211" y="1173543"/>
                </a:lnTo>
                <a:lnTo>
                  <a:pt x="3191345" y="1175410"/>
                </a:lnTo>
                <a:lnTo>
                  <a:pt x="3190875" y="1176528"/>
                </a:lnTo>
                <a:lnTo>
                  <a:pt x="3190875" y="1179156"/>
                </a:lnTo>
                <a:lnTo>
                  <a:pt x="3191345" y="1180287"/>
                </a:lnTo>
                <a:lnTo>
                  <a:pt x="3193211" y="1182141"/>
                </a:lnTo>
                <a:lnTo>
                  <a:pt x="3194329" y="1182611"/>
                </a:lnTo>
                <a:lnTo>
                  <a:pt x="3196958" y="1182611"/>
                </a:lnTo>
                <a:lnTo>
                  <a:pt x="3198076" y="1182141"/>
                </a:lnTo>
                <a:lnTo>
                  <a:pt x="3199942" y="1180287"/>
                </a:lnTo>
                <a:lnTo>
                  <a:pt x="3200400" y="1179156"/>
                </a:lnTo>
                <a:lnTo>
                  <a:pt x="3200400" y="1176528"/>
                </a:lnTo>
                <a:close/>
              </a:path>
              <a:path w="11201400" h="1183005">
                <a:moveTo>
                  <a:pt x="3200400" y="589991"/>
                </a:moveTo>
                <a:lnTo>
                  <a:pt x="3199942" y="588873"/>
                </a:lnTo>
                <a:lnTo>
                  <a:pt x="3198076" y="587006"/>
                </a:lnTo>
                <a:lnTo>
                  <a:pt x="3196958" y="586536"/>
                </a:lnTo>
                <a:lnTo>
                  <a:pt x="3194329" y="586536"/>
                </a:lnTo>
                <a:lnTo>
                  <a:pt x="3193211" y="587006"/>
                </a:lnTo>
                <a:lnTo>
                  <a:pt x="3191345" y="588873"/>
                </a:lnTo>
                <a:lnTo>
                  <a:pt x="3190875" y="589991"/>
                </a:lnTo>
                <a:lnTo>
                  <a:pt x="3190875" y="592620"/>
                </a:lnTo>
                <a:lnTo>
                  <a:pt x="3191345" y="593737"/>
                </a:lnTo>
                <a:lnTo>
                  <a:pt x="3193211" y="595604"/>
                </a:lnTo>
                <a:lnTo>
                  <a:pt x="3194329" y="596061"/>
                </a:lnTo>
                <a:lnTo>
                  <a:pt x="3196958" y="596061"/>
                </a:lnTo>
                <a:lnTo>
                  <a:pt x="3198076" y="595604"/>
                </a:lnTo>
                <a:lnTo>
                  <a:pt x="3199942" y="593737"/>
                </a:lnTo>
                <a:lnTo>
                  <a:pt x="3200400" y="592620"/>
                </a:lnTo>
                <a:lnTo>
                  <a:pt x="3200400" y="589991"/>
                </a:lnTo>
                <a:close/>
              </a:path>
              <a:path w="11201400" h="1183005">
                <a:moveTo>
                  <a:pt x="3200400" y="3454"/>
                </a:moveTo>
                <a:lnTo>
                  <a:pt x="3199942" y="2324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24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11201400" h="1183005">
                <a:moveTo>
                  <a:pt x="3248025" y="1176528"/>
                </a:moveTo>
                <a:lnTo>
                  <a:pt x="3247567" y="1175410"/>
                </a:lnTo>
                <a:lnTo>
                  <a:pt x="3245701" y="1173543"/>
                </a:lnTo>
                <a:lnTo>
                  <a:pt x="3244583" y="1173086"/>
                </a:lnTo>
                <a:lnTo>
                  <a:pt x="3241954" y="1173086"/>
                </a:lnTo>
                <a:lnTo>
                  <a:pt x="3240836" y="1173543"/>
                </a:lnTo>
                <a:lnTo>
                  <a:pt x="3238970" y="1175410"/>
                </a:lnTo>
                <a:lnTo>
                  <a:pt x="3238500" y="1176528"/>
                </a:lnTo>
                <a:lnTo>
                  <a:pt x="3238500" y="1179156"/>
                </a:lnTo>
                <a:lnTo>
                  <a:pt x="3238970" y="1180287"/>
                </a:lnTo>
                <a:lnTo>
                  <a:pt x="3240836" y="1182141"/>
                </a:lnTo>
                <a:lnTo>
                  <a:pt x="3241954" y="1182611"/>
                </a:lnTo>
                <a:lnTo>
                  <a:pt x="3244583" y="1182611"/>
                </a:lnTo>
                <a:lnTo>
                  <a:pt x="3245701" y="1182141"/>
                </a:lnTo>
                <a:lnTo>
                  <a:pt x="3247567" y="1180287"/>
                </a:lnTo>
                <a:lnTo>
                  <a:pt x="3248025" y="1179156"/>
                </a:lnTo>
                <a:lnTo>
                  <a:pt x="3248025" y="1176528"/>
                </a:lnTo>
                <a:close/>
              </a:path>
              <a:path w="11201400" h="1183005">
                <a:moveTo>
                  <a:pt x="3248025" y="589991"/>
                </a:moveTo>
                <a:lnTo>
                  <a:pt x="3247567" y="588873"/>
                </a:lnTo>
                <a:lnTo>
                  <a:pt x="3245701" y="587006"/>
                </a:lnTo>
                <a:lnTo>
                  <a:pt x="3244583" y="586536"/>
                </a:lnTo>
                <a:lnTo>
                  <a:pt x="3241954" y="586536"/>
                </a:lnTo>
                <a:lnTo>
                  <a:pt x="3240836" y="587006"/>
                </a:lnTo>
                <a:lnTo>
                  <a:pt x="3238970" y="588873"/>
                </a:lnTo>
                <a:lnTo>
                  <a:pt x="3238500" y="589991"/>
                </a:lnTo>
                <a:lnTo>
                  <a:pt x="3238500" y="592620"/>
                </a:lnTo>
                <a:lnTo>
                  <a:pt x="3238970" y="593737"/>
                </a:lnTo>
                <a:lnTo>
                  <a:pt x="3240836" y="595604"/>
                </a:lnTo>
                <a:lnTo>
                  <a:pt x="3241954" y="596061"/>
                </a:lnTo>
                <a:lnTo>
                  <a:pt x="3244583" y="596061"/>
                </a:lnTo>
                <a:lnTo>
                  <a:pt x="3245701" y="595604"/>
                </a:lnTo>
                <a:lnTo>
                  <a:pt x="3247567" y="593737"/>
                </a:lnTo>
                <a:lnTo>
                  <a:pt x="3248025" y="592620"/>
                </a:lnTo>
                <a:lnTo>
                  <a:pt x="3248025" y="589991"/>
                </a:lnTo>
                <a:close/>
              </a:path>
              <a:path w="11201400" h="1183005">
                <a:moveTo>
                  <a:pt x="3248025" y="3454"/>
                </a:moveTo>
                <a:lnTo>
                  <a:pt x="3247567" y="2324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24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11201400" h="1183005">
                <a:moveTo>
                  <a:pt x="3295650" y="1176528"/>
                </a:moveTo>
                <a:lnTo>
                  <a:pt x="3295192" y="1175410"/>
                </a:lnTo>
                <a:lnTo>
                  <a:pt x="3293326" y="1173543"/>
                </a:lnTo>
                <a:lnTo>
                  <a:pt x="3292208" y="1173086"/>
                </a:lnTo>
                <a:lnTo>
                  <a:pt x="3289579" y="1173086"/>
                </a:lnTo>
                <a:lnTo>
                  <a:pt x="3288461" y="1173543"/>
                </a:lnTo>
                <a:lnTo>
                  <a:pt x="3286595" y="1175410"/>
                </a:lnTo>
                <a:lnTo>
                  <a:pt x="3286125" y="1176528"/>
                </a:lnTo>
                <a:lnTo>
                  <a:pt x="3286125" y="1179156"/>
                </a:lnTo>
                <a:lnTo>
                  <a:pt x="3286595" y="1180287"/>
                </a:lnTo>
                <a:lnTo>
                  <a:pt x="3288461" y="1182141"/>
                </a:lnTo>
                <a:lnTo>
                  <a:pt x="3289579" y="1182611"/>
                </a:lnTo>
                <a:lnTo>
                  <a:pt x="3292208" y="1182611"/>
                </a:lnTo>
                <a:lnTo>
                  <a:pt x="3293326" y="1182141"/>
                </a:lnTo>
                <a:lnTo>
                  <a:pt x="3295192" y="1180287"/>
                </a:lnTo>
                <a:lnTo>
                  <a:pt x="3295650" y="1179156"/>
                </a:lnTo>
                <a:lnTo>
                  <a:pt x="3295650" y="1176528"/>
                </a:lnTo>
                <a:close/>
              </a:path>
              <a:path w="11201400" h="1183005">
                <a:moveTo>
                  <a:pt x="3295650" y="589991"/>
                </a:moveTo>
                <a:lnTo>
                  <a:pt x="3295192" y="588873"/>
                </a:lnTo>
                <a:lnTo>
                  <a:pt x="3293326" y="587006"/>
                </a:lnTo>
                <a:lnTo>
                  <a:pt x="3292208" y="586536"/>
                </a:lnTo>
                <a:lnTo>
                  <a:pt x="3289579" y="586536"/>
                </a:lnTo>
                <a:lnTo>
                  <a:pt x="3288461" y="587006"/>
                </a:lnTo>
                <a:lnTo>
                  <a:pt x="3286595" y="588873"/>
                </a:lnTo>
                <a:lnTo>
                  <a:pt x="3286125" y="589991"/>
                </a:lnTo>
                <a:lnTo>
                  <a:pt x="3286125" y="592620"/>
                </a:lnTo>
                <a:lnTo>
                  <a:pt x="3286595" y="593737"/>
                </a:lnTo>
                <a:lnTo>
                  <a:pt x="3288461" y="595604"/>
                </a:lnTo>
                <a:lnTo>
                  <a:pt x="3289579" y="596061"/>
                </a:lnTo>
                <a:lnTo>
                  <a:pt x="3292208" y="596061"/>
                </a:lnTo>
                <a:lnTo>
                  <a:pt x="3293326" y="595604"/>
                </a:lnTo>
                <a:lnTo>
                  <a:pt x="3295192" y="593737"/>
                </a:lnTo>
                <a:lnTo>
                  <a:pt x="3295650" y="592620"/>
                </a:lnTo>
                <a:lnTo>
                  <a:pt x="3295650" y="589991"/>
                </a:lnTo>
                <a:close/>
              </a:path>
              <a:path w="11201400" h="1183005">
                <a:moveTo>
                  <a:pt x="3295650" y="3454"/>
                </a:moveTo>
                <a:lnTo>
                  <a:pt x="3295192" y="2324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24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11201400" h="1183005">
                <a:moveTo>
                  <a:pt x="3343275" y="1176528"/>
                </a:moveTo>
                <a:lnTo>
                  <a:pt x="3342817" y="1175410"/>
                </a:lnTo>
                <a:lnTo>
                  <a:pt x="3340951" y="1173543"/>
                </a:lnTo>
                <a:lnTo>
                  <a:pt x="3339833" y="1173086"/>
                </a:lnTo>
                <a:lnTo>
                  <a:pt x="3337204" y="1173086"/>
                </a:lnTo>
                <a:lnTo>
                  <a:pt x="3336086" y="1173543"/>
                </a:lnTo>
                <a:lnTo>
                  <a:pt x="3334220" y="1175410"/>
                </a:lnTo>
                <a:lnTo>
                  <a:pt x="3333750" y="1176528"/>
                </a:lnTo>
                <a:lnTo>
                  <a:pt x="3333750" y="1179156"/>
                </a:lnTo>
                <a:lnTo>
                  <a:pt x="3334220" y="1180287"/>
                </a:lnTo>
                <a:lnTo>
                  <a:pt x="3336086" y="1182141"/>
                </a:lnTo>
                <a:lnTo>
                  <a:pt x="3337204" y="1182611"/>
                </a:lnTo>
                <a:lnTo>
                  <a:pt x="3339833" y="1182611"/>
                </a:lnTo>
                <a:lnTo>
                  <a:pt x="3340951" y="1182141"/>
                </a:lnTo>
                <a:lnTo>
                  <a:pt x="3342817" y="1180287"/>
                </a:lnTo>
                <a:lnTo>
                  <a:pt x="3343275" y="1179156"/>
                </a:lnTo>
                <a:lnTo>
                  <a:pt x="3343275" y="1176528"/>
                </a:lnTo>
                <a:close/>
              </a:path>
              <a:path w="11201400" h="1183005">
                <a:moveTo>
                  <a:pt x="3343275" y="589991"/>
                </a:moveTo>
                <a:lnTo>
                  <a:pt x="3342817" y="588873"/>
                </a:lnTo>
                <a:lnTo>
                  <a:pt x="3340951" y="587006"/>
                </a:lnTo>
                <a:lnTo>
                  <a:pt x="3339833" y="586536"/>
                </a:lnTo>
                <a:lnTo>
                  <a:pt x="3337204" y="586536"/>
                </a:lnTo>
                <a:lnTo>
                  <a:pt x="3336086" y="587006"/>
                </a:lnTo>
                <a:lnTo>
                  <a:pt x="3334220" y="588873"/>
                </a:lnTo>
                <a:lnTo>
                  <a:pt x="3333750" y="589991"/>
                </a:lnTo>
                <a:lnTo>
                  <a:pt x="3333750" y="592620"/>
                </a:lnTo>
                <a:lnTo>
                  <a:pt x="3334220" y="593737"/>
                </a:lnTo>
                <a:lnTo>
                  <a:pt x="3336086" y="595604"/>
                </a:lnTo>
                <a:lnTo>
                  <a:pt x="3337204" y="596061"/>
                </a:lnTo>
                <a:lnTo>
                  <a:pt x="3339833" y="596061"/>
                </a:lnTo>
                <a:lnTo>
                  <a:pt x="3340951" y="595604"/>
                </a:lnTo>
                <a:lnTo>
                  <a:pt x="3342817" y="593737"/>
                </a:lnTo>
                <a:lnTo>
                  <a:pt x="3343275" y="592620"/>
                </a:lnTo>
                <a:lnTo>
                  <a:pt x="3343275" y="589991"/>
                </a:lnTo>
                <a:close/>
              </a:path>
              <a:path w="11201400" h="1183005">
                <a:moveTo>
                  <a:pt x="3343275" y="3454"/>
                </a:moveTo>
                <a:lnTo>
                  <a:pt x="3342817" y="2324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86" y="469"/>
                </a:lnTo>
                <a:lnTo>
                  <a:pt x="3334220" y="2324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86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11201400" h="1183005">
                <a:moveTo>
                  <a:pt x="3390912" y="1176528"/>
                </a:moveTo>
                <a:lnTo>
                  <a:pt x="3390442" y="1175410"/>
                </a:lnTo>
                <a:lnTo>
                  <a:pt x="3388576" y="1173543"/>
                </a:lnTo>
                <a:lnTo>
                  <a:pt x="3387458" y="1173086"/>
                </a:lnTo>
                <a:lnTo>
                  <a:pt x="3384829" y="1173086"/>
                </a:lnTo>
                <a:lnTo>
                  <a:pt x="3383711" y="1173543"/>
                </a:lnTo>
                <a:lnTo>
                  <a:pt x="3381845" y="1175410"/>
                </a:lnTo>
                <a:lnTo>
                  <a:pt x="3381387" y="1176528"/>
                </a:lnTo>
                <a:lnTo>
                  <a:pt x="3381387" y="1179156"/>
                </a:lnTo>
                <a:lnTo>
                  <a:pt x="3381845" y="1180287"/>
                </a:lnTo>
                <a:lnTo>
                  <a:pt x="3383711" y="1182141"/>
                </a:lnTo>
                <a:lnTo>
                  <a:pt x="3384829" y="1182611"/>
                </a:lnTo>
                <a:lnTo>
                  <a:pt x="3387458" y="1182611"/>
                </a:lnTo>
                <a:lnTo>
                  <a:pt x="3388576" y="1182141"/>
                </a:lnTo>
                <a:lnTo>
                  <a:pt x="3390442" y="1180287"/>
                </a:lnTo>
                <a:lnTo>
                  <a:pt x="3390912" y="1179156"/>
                </a:lnTo>
                <a:lnTo>
                  <a:pt x="3390912" y="1176528"/>
                </a:lnTo>
                <a:close/>
              </a:path>
              <a:path w="11201400" h="1183005">
                <a:moveTo>
                  <a:pt x="3390912" y="589991"/>
                </a:moveTo>
                <a:lnTo>
                  <a:pt x="3390442" y="588873"/>
                </a:lnTo>
                <a:lnTo>
                  <a:pt x="3388576" y="587006"/>
                </a:lnTo>
                <a:lnTo>
                  <a:pt x="3387458" y="586536"/>
                </a:lnTo>
                <a:lnTo>
                  <a:pt x="3384829" y="586536"/>
                </a:lnTo>
                <a:lnTo>
                  <a:pt x="3383711" y="587006"/>
                </a:lnTo>
                <a:lnTo>
                  <a:pt x="3381845" y="588873"/>
                </a:lnTo>
                <a:lnTo>
                  <a:pt x="3381387" y="589991"/>
                </a:lnTo>
                <a:lnTo>
                  <a:pt x="3381387" y="592620"/>
                </a:lnTo>
                <a:lnTo>
                  <a:pt x="3381845" y="593737"/>
                </a:lnTo>
                <a:lnTo>
                  <a:pt x="3383711" y="595604"/>
                </a:lnTo>
                <a:lnTo>
                  <a:pt x="3384829" y="596061"/>
                </a:lnTo>
                <a:lnTo>
                  <a:pt x="3387458" y="596061"/>
                </a:lnTo>
                <a:lnTo>
                  <a:pt x="3388576" y="595604"/>
                </a:lnTo>
                <a:lnTo>
                  <a:pt x="3390442" y="593737"/>
                </a:lnTo>
                <a:lnTo>
                  <a:pt x="3390912" y="592620"/>
                </a:lnTo>
                <a:lnTo>
                  <a:pt x="3390912" y="589991"/>
                </a:lnTo>
                <a:close/>
              </a:path>
              <a:path w="11201400" h="1183005">
                <a:moveTo>
                  <a:pt x="3390912" y="3454"/>
                </a:moveTo>
                <a:lnTo>
                  <a:pt x="3390442" y="2324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711" y="469"/>
                </a:lnTo>
                <a:lnTo>
                  <a:pt x="3381845" y="2324"/>
                </a:lnTo>
                <a:lnTo>
                  <a:pt x="3381387" y="3454"/>
                </a:lnTo>
                <a:lnTo>
                  <a:pt x="3381387" y="6083"/>
                </a:lnTo>
                <a:lnTo>
                  <a:pt x="3381845" y="7200"/>
                </a:lnTo>
                <a:lnTo>
                  <a:pt x="3383711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12" y="6083"/>
                </a:lnTo>
                <a:lnTo>
                  <a:pt x="3390912" y="3454"/>
                </a:lnTo>
                <a:close/>
              </a:path>
              <a:path w="11201400" h="1183005">
                <a:moveTo>
                  <a:pt x="3438525" y="1176528"/>
                </a:moveTo>
                <a:lnTo>
                  <a:pt x="3438067" y="1175410"/>
                </a:lnTo>
                <a:lnTo>
                  <a:pt x="3436201" y="1173543"/>
                </a:lnTo>
                <a:lnTo>
                  <a:pt x="3435083" y="1173086"/>
                </a:lnTo>
                <a:lnTo>
                  <a:pt x="3432454" y="1173086"/>
                </a:lnTo>
                <a:lnTo>
                  <a:pt x="3431336" y="1173543"/>
                </a:lnTo>
                <a:lnTo>
                  <a:pt x="3429470" y="1175410"/>
                </a:lnTo>
                <a:lnTo>
                  <a:pt x="3429000" y="1176528"/>
                </a:lnTo>
                <a:lnTo>
                  <a:pt x="3429000" y="1179156"/>
                </a:lnTo>
                <a:lnTo>
                  <a:pt x="3429470" y="1180287"/>
                </a:lnTo>
                <a:lnTo>
                  <a:pt x="3431336" y="1182141"/>
                </a:lnTo>
                <a:lnTo>
                  <a:pt x="3432454" y="1182611"/>
                </a:lnTo>
                <a:lnTo>
                  <a:pt x="3435083" y="1182611"/>
                </a:lnTo>
                <a:lnTo>
                  <a:pt x="3436201" y="1182141"/>
                </a:lnTo>
                <a:lnTo>
                  <a:pt x="3438067" y="1180287"/>
                </a:lnTo>
                <a:lnTo>
                  <a:pt x="3438525" y="1179156"/>
                </a:lnTo>
                <a:lnTo>
                  <a:pt x="3438525" y="1176528"/>
                </a:lnTo>
                <a:close/>
              </a:path>
              <a:path w="11201400" h="1183005">
                <a:moveTo>
                  <a:pt x="3438525" y="589991"/>
                </a:moveTo>
                <a:lnTo>
                  <a:pt x="3438067" y="588873"/>
                </a:lnTo>
                <a:lnTo>
                  <a:pt x="3436201" y="587006"/>
                </a:lnTo>
                <a:lnTo>
                  <a:pt x="3435083" y="586536"/>
                </a:lnTo>
                <a:lnTo>
                  <a:pt x="3432454" y="586536"/>
                </a:lnTo>
                <a:lnTo>
                  <a:pt x="3431336" y="587006"/>
                </a:lnTo>
                <a:lnTo>
                  <a:pt x="3429470" y="588873"/>
                </a:lnTo>
                <a:lnTo>
                  <a:pt x="3429000" y="589991"/>
                </a:lnTo>
                <a:lnTo>
                  <a:pt x="3429000" y="592620"/>
                </a:lnTo>
                <a:lnTo>
                  <a:pt x="3429470" y="593737"/>
                </a:lnTo>
                <a:lnTo>
                  <a:pt x="3431336" y="595604"/>
                </a:lnTo>
                <a:lnTo>
                  <a:pt x="3432454" y="596061"/>
                </a:lnTo>
                <a:lnTo>
                  <a:pt x="3435083" y="596061"/>
                </a:lnTo>
                <a:lnTo>
                  <a:pt x="3436201" y="595604"/>
                </a:lnTo>
                <a:lnTo>
                  <a:pt x="3438067" y="593737"/>
                </a:lnTo>
                <a:lnTo>
                  <a:pt x="3438525" y="592620"/>
                </a:lnTo>
                <a:lnTo>
                  <a:pt x="3438525" y="589991"/>
                </a:lnTo>
                <a:close/>
              </a:path>
              <a:path w="11201400" h="1183005">
                <a:moveTo>
                  <a:pt x="3438525" y="3454"/>
                </a:moveTo>
                <a:lnTo>
                  <a:pt x="3438067" y="2324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24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11201400" h="1183005">
                <a:moveTo>
                  <a:pt x="3486150" y="1176528"/>
                </a:moveTo>
                <a:lnTo>
                  <a:pt x="3485692" y="1175410"/>
                </a:lnTo>
                <a:lnTo>
                  <a:pt x="3483826" y="1173543"/>
                </a:lnTo>
                <a:lnTo>
                  <a:pt x="3482708" y="1173086"/>
                </a:lnTo>
                <a:lnTo>
                  <a:pt x="3480079" y="1173086"/>
                </a:lnTo>
                <a:lnTo>
                  <a:pt x="3478961" y="1173543"/>
                </a:lnTo>
                <a:lnTo>
                  <a:pt x="3477095" y="1175410"/>
                </a:lnTo>
                <a:lnTo>
                  <a:pt x="3476625" y="1176528"/>
                </a:lnTo>
                <a:lnTo>
                  <a:pt x="3476625" y="1179156"/>
                </a:lnTo>
                <a:lnTo>
                  <a:pt x="3477095" y="1180287"/>
                </a:lnTo>
                <a:lnTo>
                  <a:pt x="3478961" y="1182141"/>
                </a:lnTo>
                <a:lnTo>
                  <a:pt x="3480079" y="1182611"/>
                </a:lnTo>
                <a:lnTo>
                  <a:pt x="3482708" y="1182611"/>
                </a:lnTo>
                <a:lnTo>
                  <a:pt x="3483826" y="1182141"/>
                </a:lnTo>
                <a:lnTo>
                  <a:pt x="3485692" y="1180287"/>
                </a:lnTo>
                <a:lnTo>
                  <a:pt x="3486150" y="1179156"/>
                </a:lnTo>
                <a:lnTo>
                  <a:pt x="3486150" y="1176528"/>
                </a:lnTo>
                <a:close/>
              </a:path>
              <a:path w="11201400" h="1183005">
                <a:moveTo>
                  <a:pt x="3486150" y="589991"/>
                </a:moveTo>
                <a:lnTo>
                  <a:pt x="3485692" y="588873"/>
                </a:lnTo>
                <a:lnTo>
                  <a:pt x="3483826" y="587006"/>
                </a:lnTo>
                <a:lnTo>
                  <a:pt x="3482708" y="586536"/>
                </a:lnTo>
                <a:lnTo>
                  <a:pt x="3480079" y="586536"/>
                </a:lnTo>
                <a:lnTo>
                  <a:pt x="3478961" y="587006"/>
                </a:lnTo>
                <a:lnTo>
                  <a:pt x="3477095" y="588873"/>
                </a:lnTo>
                <a:lnTo>
                  <a:pt x="3476625" y="589991"/>
                </a:lnTo>
                <a:lnTo>
                  <a:pt x="3476625" y="592620"/>
                </a:lnTo>
                <a:lnTo>
                  <a:pt x="3477095" y="593737"/>
                </a:lnTo>
                <a:lnTo>
                  <a:pt x="3478961" y="595604"/>
                </a:lnTo>
                <a:lnTo>
                  <a:pt x="3480079" y="596061"/>
                </a:lnTo>
                <a:lnTo>
                  <a:pt x="3482708" y="596061"/>
                </a:lnTo>
                <a:lnTo>
                  <a:pt x="3483826" y="595604"/>
                </a:lnTo>
                <a:lnTo>
                  <a:pt x="3485692" y="593737"/>
                </a:lnTo>
                <a:lnTo>
                  <a:pt x="3486150" y="592620"/>
                </a:lnTo>
                <a:lnTo>
                  <a:pt x="3486150" y="589991"/>
                </a:lnTo>
                <a:close/>
              </a:path>
              <a:path w="11201400" h="1183005">
                <a:moveTo>
                  <a:pt x="3486150" y="3454"/>
                </a:moveTo>
                <a:lnTo>
                  <a:pt x="3485692" y="2324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24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11201400" h="1183005">
                <a:moveTo>
                  <a:pt x="3533775" y="1176528"/>
                </a:moveTo>
                <a:lnTo>
                  <a:pt x="3533317" y="1175410"/>
                </a:lnTo>
                <a:lnTo>
                  <a:pt x="3531451" y="1173543"/>
                </a:lnTo>
                <a:lnTo>
                  <a:pt x="3530333" y="1173086"/>
                </a:lnTo>
                <a:lnTo>
                  <a:pt x="3527704" y="1173086"/>
                </a:lnTo>
                <a:lnTo>
                  <a:pt x="3526586" y="1173543"/>
                </a:lnTo>
                <a:lnTo>
                  <a:pt x="3524720" y="1175410"/>
                </a:lnTo>
                <a:lnTo>
                  <a:pt x="3524250" y="1176528"/>
                </a:lnTo>
                <a:lnTo>
                  <a:pt x="3524250" y="1179156"/>
                </a:lnTo>
                <a:lnTo>
                  <a:pt x="3524720" y="1180287"/>
                </a:lnTo>
                <a:lnTo>
                  <a:pt x="3526586" y="1182141"/>
                </a:lnTo>
                <a:lnTo>
                  <a:pt x="3527704" y="1182611"/>
                </a:lnTo>
                <a:lnTo>
                  <a:pt x="3530333" y="1182611"/>
                </a:lnTo>
                <a:lnTo>
                  <a:pt x="3531451" y="1182141"/>
                </a:lnTo>
                <a:lnTo>
                  <a:pt x="3533317" y="1180287"/>
                </a:lnTo>
                <a:lnTo>
                  <a:pt x="3533775" y="1179156"/>
                </a:lnTo>
                <a:lnTo>
                  <a:pt x="3533775" y="1176528"/>
                </a:lnTo>
                <a:close/>
              </a:path>
              <a:path w="11201400" h="1183005">
                <a:moveTo>
                  <a:pt x="3533775" y="589991"/>
                </a:moveTo>
                <a:lnTo>
                  <a:pt x="3533317" y="588873"/>
                </a:lnTo>
                <a:lnTo>
                  <a:pt x="3531451" y="587006"/>
                </a:lnTo>
                <a:lnTo>
                  <a:pt x="3530333" y="586536"/>
                </a:lnTo>
                <a:lnTo>
                  <a:pt x="3527704" y="586536"/>
                </a:lnTo>
                <a:lnTo>
                  <a:pt x="3526586" y="587006"/>
                </a:lnTo>
                <a:lnTo>
                  <a:pt x="3524720" y="588873"/>
                </a:lnTo>
                <a:lnTo>
                  <a:pt x="3524250" y="589991"/>
                </a:lnTo>
                <a:lnTo>
                  <a:pt x="3524250" y="592620"/>
                </a:lnTo>
                <a:lnTo>
                  <a:pt x="3524720" y="593737"/>
                </a:lnTo>
                <a:lnTo>
                  <a:pt x="3526586" y="595604"/>
                </a:lnTo>
                <a:lnTo>
                  <a:pt x="3527704" y="596061"/>
                </a:lnTo>
                <a:lnTo>
                  <a:pt x="3530333" y="596061"/>
                </a:lnTo>
                <a:lnTo>
                  <a:pt x="3531451" y="595604"/>
                </a:lnTo>
                <a:lnTo>
                  <a:pt x="3533317" y="593737"/>
                </a:lnTo>
                <a:lnTo>
                  <a:pt x="3533775" y="592620"/>
                </a:lnTo>
                <a:lnTo>
                  <a:pt x="3533775" y="589991"/>
                </a:lnTo>
                <a:close/>
              </a:path>
              <a:path w="11201400" h="1183005">
                <a:moveTo>
                  <a:pt x="3533775" y="3454"/>
                </a:moveTo>
                <a:lnTo>
                  <a:pt x="3533317" y="2324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24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11201400" h="1183005">
                <a:moveTo>
                  <a:pt x="3581400" y="1176528"/>
                </a:moveTo>
                <a:lnTo>
                  <a:pt x="3580942" y="1175410"/>
                </a:lnTo>
                <a:lnTo>
                  <a:pt x="3579076" y="1173543"/>
                </a:lnTo>
                <a:lnTo>
                  <a:pt x="3577958" y="1173086"/>
                </a:lnTo>
                <a:lnTo>
                  <a:pt x="3575329" y="1173086"/>
                </a:lnTo>
                <a:lnTo>
                  <a:pt x="3574211" y="1173543"/>
                </a:lnTo>
                <a:lnTo>
                  <a:pt x="3572345" y="1175410"/>
                </a:lnTo>
                <a:lnTo>
                  <a:pt x="3571875" y="1176528"/>
                </a:lnTo>
                <a:lnTo>
                  <a:pt x="3571875" y="1179156"/>
                </a:lnTo>
                <a:lnTo>
                  <a:pt x="3572345" y="1180287"/>
                </a:lnTo>
                <a:lnTo>
                  <a:pt x="3574211" y="1182141"/>
                </a:lnTo>
                <a:lnTo>
                  <a:pt x="3575329" y="1182611"/>
                </a:lnTo>
                <a:lnTo>
                  <a:pt x="3577958" y="1182611"/>
                </a:lnTo>
                <a:lnTo>
                  <a:pt x="3579076" y="1182141"/>
                </a:lnTo>
                <a:lnTo>
                  <a:pt x="3580942" y="1180287"/>
                </a:lnTo>
                <a:lnTo>
                  <a:pt x="3581400" y="1179156"/>
                </a:lnTo>
                <a:lnTo>
                  <a:pt x="3581400" y="1176528"/>
                </a:lnTo>
                <a:close/>
              </a:path>
              <a:path w="11201400" h="1183005">
                <a:moveTo>
                  <a:pt x="3581400" y="589991"/>
                </a:moveTo>
                <a:lnTo>
                  <a:pt x="3580942" y="588873"/>
                </a:lnTo>
                <a:lnTo>
                  <a:pt x="3579076" y="587006"/>
                </a:lnTo>
                <a:lnTo>
                  <a:pt x="3577958" y="586536"/>
                </a:lnTo>
                <a:lnTo>
                  <a:pt x="3575329" y="586536"/>
                </a:lnTo>
                <a:lnTo>
                  <a:pt x="3574211" y="587006"/>
                </a:lnTo>
                <a:lnTo>
                  <a:pt x="3572345" y="588873"/>
                </a:lnTo>
                <a:lnTo>
                  <a:pt x="3571875" y="589991"/>
                </a:lnTo>
                <a:lnTo>
                  <a:pt x="3571875" y="592620"/>
                </a:lnTo>
                <a:lnTo>
                  <a:pt x="3572345" y="593737"/>
                </a:lnTo>
                <a:lnTo>
                  <a:pt x="3574211" y="595604"/>
                </a:lnTo>
                <a:lnTo>
                  <a:pt x="3575329" y="596061"/>
                </a:lnTo>
                <a:lnTo>
                  <a:pt x="3577958" y="596061"/>
                </a:lnTo>
                <a:lnTo>
                  <a:pt x="3579076" y="595604"/>
                </a:lnTo>
                <a:lnTo>
                  <a:pt x="3580942" y="593737"/>
                </a:lnTo>
                <a:lnTo>
                  <a:pt x="3581400" y="592620"/>
                </a:lnTo>
                <a:lnTo>
                  <a:pt x="3581400" y="589991"/>
                </a:lnTo>
                <a:close/>
              </a:path>
              <a:path w="11201400" h="1183005">
                <a:moveTo>
                  <a:pt x="3581400" y="3454"/>
                </a:moveTo>
                <a:lnTo>
                  <a:pt x="3580942" y="2324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24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11201400" h="1183005">
                <a:moveTo>
                  <a:pt x="3629037" y="1176528"/>
                </a:moveTo>
                <a:lnTo>
                  <a:pt x="3628567" y="1175410"/>
                </a:lnTo>
                <a:lnTo>
                  <a:pt x="3626701" y="1173543"/>
                </a:lnTo>
                <a:lnTo>
                  <a:pt x="3625583" y="1173086"/>
                </a:lnTo>
                <a:lnTo>
                  <a:pt x="3622954" y="1173086"/>
                </a:lnTo>
                <a:lnTo>
                  <a:pt x="3621836" y="1173543"/>
                </a:lnTo>
                <a:lnTo>
                  <a:pt x="3619970" y="1175410"/>
                </a:lnTo>
                <a:lnTo>
                  <a:pt x="3619500" y="1176528"/>
                </a:lnTo>
                <a:lnTo>
                  <a:pt x="3619500" y="1179156"/>
                </a:lnTo>
                <a:lnTo>
                  <a:pt x="3619970" y="1180287"/>
                </a:lnTo>
                <a:lnTo>
                  <a:pt x="3621836" y="1182141"/>
                </a:lnTo>
                <a:lnTo>
                  <a:pt x="3622954" y="1182611"/>
                </a:lnTo>
                <a:lnTo>
                  <a:pt x="3625583" y="1182611"/>
                </a:lnTo>
                <a:lnTo>
                  <a:pt x="3626701" y="1182141"/>
                </a:lnTo>
                <a:lnTo>
                  <a:pt x="3628567" y="1180287"/>
                </a:lnTo>
                <a:lnTo>
                  <a:pt x="3629037" y="1179156"/>
                </a:lnTo>
                <a:lnTo>
                  <a:pt x="3629037" y="1176528"/>
                </a:lnTo>
                <a:close/>
              </a:path>
              <a:path w="11201400" h="1183005">
                <a:moveTo>
                  <a:pt x="3629037" y="589991"/>
                </a:moveTo>
                <a:lnTo>
                  <a:pt x="3628567" y="588873"/>
                </a:lnTo>
                <a:lnTo>
                  <a:pt x="3626701" y="587006"/>
                </a:lnTo>
                <a:lnTo>
                  <a:pt x="3625583" y="586536"/>
                </a:lnTo>
                <a:lnTo>
                  <a:pt x="3622954" y="586536"/>
                </a:lnTo>
                <a:lnTo>
                  <a:pt x="3621836" y="587006"/>
                </a:lnTo>
                <a:lnTo>
                  <a:pt x="3619970" y="588873"/>
                </a:lnTo>
                <a:lnTo>
                  <a:pt x="3619500" y="589991"/>
                </a:lnTo>
                <a:lnTo>
                  <a:pt x="3619500" y="592620"/>
                </a:lnTo>
                <a:lnTo>
                  <a:pt x="3619970" y="593737"/>
                </a:lnTo>
                <a:lnTo>
                  <a:pt x="3621836" y="595604"/>
                </a:lnTo>
                <a:lnTo>
                  <a:pt x="3622954" y="596061"/>
                </a:lnTo>
                <a:lnTo>
                  <a:pt x="3625583" y="596061"/>
                </a:lnTo>
                <a:lnTo>
                  <a:pt x="3626701" y="595604"/>
                </a:lnTo>
                <a:lnTo>
                  <a:pt x="3628567" y="593737"/>
                </a:lnTo>
                <a:lnTo>
                  <a:pt x="3629037" y="592620"/>
                </a:lnTo>
                <a:lnTo>
                  <a:pt x="3629037" y="589991"/>
                </a:lnTo>
                <a:close/>
              </a:path>
              <a:path w="11201400" h="1183005">
                <a:moveTo>
                  <a:pt x="3629037" y="3454"/>
                </a:moveTo>
                <a:lnTo>
                  <a:pt x="3628567" y="2324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24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37" y="6083"/>
                </a:lnTo>
                <a:lnTo>
                  <a:pt x="3629037" y="3454"/>
                </a:lnTo>
                <a:close/>
              </a:path>
              <a:path w="11201400" h="1183005">
                <a:moveTo>
                  <a:pt x="3676650" y="1176528"/>
                </a:moveTo>
                <a:lnTo>
                  <a:pt x="3676192" y="1175410"/>
                </a:lnTo>
                <a:lnTo>
                  <a:pt x="3674326" y="1173543"/>
                </a:lnTo>
                <a:lnTo>
                  <a:pt x="3673208" y="1173086"/>
                </a:lnTo>
                <a:lnTo>
                  <a:pt x="3670579" y="1173086"/>
                </a:lnTo>
                <a:lnTo>
                  <a:pt x="3669461" y="1173543"/>
                </a:lnTo>
                <a:lnTo>
                  <a:pt x="3667595" y="1175410"/>
                </a:lnTo>
                <a:lnTo>
                  <a:pt x="3667125" y="1176528"/>
                </a:lnTo>
                <a:lnTo>
                  <a:pt x="3667125" y="1179156"/>
                </a:lnTo>
                <a:lnTo>
                  <a:pt x="3667595" y="1180287"/>
                </a:lnTo>
                <a:lnTo>
                  <a:pt x="3669461" y="1182141"/>
                </a:lnTo>
                <a:lnTo>
                  <a:pt x="3670579" y="1182611"/>
                </a:lnTo>
                <a:lnTo>
                  <a:pt x="3673208" y="1182611"/>
                </a:lnTo>
                <a:lnTo>
                  <a:pt x="3674326" y="1182141"/>
                </a:lnTo>
                <a:lnTo>
                  <a:pt x="3676192" y="1180287"/>
                </a:lnTo>
                <a:lnTo>
                  <a:pt x="3676650" y="1179156"/>
                </a:lnTo>
                <a:lnTo>
                  <a:pt x="3676650" y="1176528"/>
                </a:lnTo>
                <a:close/>
              </a:path>
              <a:path w="11201400" h="1183005">
                <a:moveTo>
                  <a:pt x="3676650" y="589991"/>
                </a:moveTo>
                <a:lnTo>
                  <a:pt x="3676192" y="588873"/>
                </a:lnTo>
                <a:lnTo>
                  <a:pt x="3674326" y="587006"/>
                </a:lnTo>
                <a:lnTo>
                  <a:pt x="3673208" y="586536"/>
                </a:lnTo>
                <a:lnTo>
                  <a:pt x="3670579" y="586536"/>
                </a:lnTo>
                <a:lnTo>
                  <a:pt x="3669461" y="587006"/>
                </a:lnTo>
                <a:lnTo>
                  <a:pt x="3667595" y="588873"/>
                </a:lnTo>
                <a:lnTo>
                  <a:pt x="3667125" y="589991"/>
                </a:lnTo>
                <a:lnTo>
                  <a:pt x="3667125" y="592620"/>
                </a:lnTo>
                <a:lnTo>
                  <a:pt x="3667595" y="593737"/>
                </a:lnTo>
                <a:lnTo>
                  <a:pt x="3669461" y="595604"/>
                </a:lnTo>
                <a:lnTo>
                  <a:pt x="3670579" y="596061"/>
                </a:lnTo>
                <a:lnTo>
                  <a:pt x="3673208" y="596061"/>
                </a:lnTo>
                <a:lnTo>
                  <a:pt x="3674326" y="595604"/>
                </a:lnTo>
                <a:lnTo>
                  <a:pt x="3676192" y="593737"/>
                </a:lnTo>
                <a:lnTo>
                  <a:pt x="3676650" y="592620"/>
                </a:lnTo>
                <a:lnTo>
                  <a:pt x="3676650" y="589991"/>
                </a:lnTo>
                <a:close/>
              </a:path>
              <a:path w="11201400" h="1183005">
                <a:moveTo>
                  <a:pt x="3676650" y="3454"/>
                </a:moveTo>
                <a:lnTo>
                  <a:pt x="3676192" y="2324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24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11201400" h="1183005">
                <a:moveTo>
                  <a:pt x="3724275" y="1176528"/>
                </a:moveTo>
                <a:lnTo>
                  <a:pt x="3723817" y="1175410"/>
                </a:lnTo>
                <a:lnTo>
                  <a:pt x="3721951" y="1173543"/>
                </a:lnTo>
                <a:lnTo>
                  <a:pt x="3720833" y="1173086"/>
                </a:lnTo>
                <a:lnTo>
                  <a:pt x="3718204" y="1173086"/>
                </a:lnTo>
                <a:lnTo>
                  <a:pt x="3717086" y="1173543"/>
                </a:lnTo>
                <a:lnTo>
                  <a:pt x="3715220" y="1175410"/>
                </a:lnTo>
                <a:lnTo>
                  <a:pt x="3714750" y="1176528"/>
                </a:lnTo>
                <a:lnTo>
                  <a:pt x="3714750" y="1179156"/>
                </a:lnTo>
                <a:lnTo>
                  <a:pt x="3715220" y="1180287"/>
                </a:lnTo>
                <a:lnTo>
                  <a:pt x="3717086" y="1182141"/>
                </a:lnTo>
                <a:lnTo>
                  <a:pt x="3718204" y="1182611"/>
                </a:lnTo>
                <a:lnTo>
                  <a:pt x="3720833" y="1182611"/>
                </a:lnTo>
                <a:lnTo>
                  <a:pt x="3721951" y="1182141"/>
                </a:lnTo>
                <a:lnTo>
                  <a:pt x="3723817" y="1180287"/>
                </a:lnTo>
                <a:lnTo>
                  <a:pt x="3724275" y="1179156"/>
                </a:lnTo>
                <a:lnTo>
                  <a:pt x="3724275" y="1176528"/>
                </a:lnTo>
                <a:close/>
              </a:path>
              <a:path w="11201400" h="1183005">
                <a:moveTo>
                  <a:pt x="3724275" y="589991"/>
                </a:moveTo>
                <a:lnTo>
                  <a:pt x="3723817" y="588873"/>
                </a:lnTo>
                <a:lnTo>
                  <a:pt x="3721951" y="587006"/>
                </a:lnTo>
                <a:lnTo>
                  <a:pt x="3720833" y="586536"/>
                </a:lnTo>
                <a:lnTo>
                  <a:pt x="3718204" y="586536"/>
                </a:lnTo>
                <a:lnTo>
                  <a:pt x="3717086" y="587006"/>
                </a:lnTo>
                <a:lnTo>
                  <a:pt x="3715220" y="588873"/>
                </a:lnTo>
                <a:lnTo>
                  <a:pt x="3714750" y="589991"/>
                </a:lnTo>
                <a:lnTo>
                  <a:pt x="3714750" y="592620"/>
                </a:lnTo>
                <a:lnTo>
                  <a:pt x="3715220" y="593737"/>
                </a:lnTo>
                <a:lnTo>
                  <a:pt x="3717086" y="595604"/>
                </a:lnTo>
                <a:lnTo>
                  <a:pt x="3718204" y="596061"/>
                </a:lnTo>
                <a:lnTo>
                  <a:pt x="3720833" y="596061"/>
                </a:lnTo>
                <a:lnTo>
                  <a:pt x="3721951" y="595604"/>
                </a:lnTo>
                <a:lnTo>
                  <a:pt x="3723817" y="593737"/>
                </a:lnTo>
                <a:lnTo>
                  <a:pt x="3724275" y="592620"/>
                </a:lnTo>
                <a:lnTo>
                  <a:pt x="3724275" y="589991"/>
                </a:lnTo>
                <a:close/>
              </a:path>
              <a:path w="11201400" h="1183005">
                <a:moveTo>
                  <a:pt x="3724275" y="3454"/>
                </a:moveTo>
                <a:lnTo>
                  <a:pt x="3723817" y="2324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24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11201400" h="1183005">
                <a:moveTo>
                  <a:pt x="3771900" y="1176528"/>
                </a:moveTo>
                <a:lnTo>
                  <a:pt x="3771442" y="1175410"/>
                </a:lnTo>
                <a:lnTo>
                  <a:pt x="3769576" y="1173543"/>
                </a:lnTo>
                <a:lnTo>
                  <a:pt x="3768458" y="1173086"/>
                </a:lnTo>
                <a:lnTo>
                  <a:pt x="3765829" y="1173086"/>
                </a:lnTo>
                <a:lnTo>
                  <a:pt x="3764711" y="1173543"/>
                </a:lnTo>
                <a:lnTo>
                  <a:pt x="3762845" y="1175410"/>
                </a:lnTo>
                <a:lnTo>
                  <a:pt x="3762375" y="1176528"/>
                </a:lnTo>
                <a:lnTo>
                  <a:pt x="3762375" y="1179156"/>
                </a:lnTo>
                <a:lnTo>
                  <a:pt x="3762845" y="1180287"/>
                </a:lnTo>
                <a:lnTo>
                  <a:pt x="3764711" y="1182141"/>
                </a:lnTo>
                <a:lnTo>
                  <a:pt x="3765829" y="1182611"/>
                </a:lnTo>
                <a:lnTo>
                  <a:pt x="3768458" y="1182611"/>
                </a:lnTo>
                <a:lnTo>
                  <a:pt x="3769576" y="1182141"/>
                </a:lnTo>
                <a:lnTo>
                  <a:pt x="3771442" y="1180287"/>
                </a:lnTo>
                <a:lnTo>
                  <a:pt x="3771900" y="1179156"/>
                </a:lnTo>
                <a:lnTo>
                  <a:pt x="3771900" y="1176528"/>
                </a:lnTo>
                <a:close/>
              </a:path>
              <a:path w="11201400" h="1183005">
                <a:moveTo>
                  <a:pt x="3771900" y="589991"/>
                </a:moveTo>
                <a:lnTo>
                  <a:pt x="3771442" y="588873"/>
                </a:lnTo>
                <a:lnTo>
                  <a:pt x="3769576" y="587006"/>
                </a:lnTo>
                <a:lnTo>
                  <a:pt x="3768458" y="586536"/>
                </a:lnTo>
                <a:lnTo>
                  <a:pt x="3765829" y="586536"/>
                </a:lnTo>
                <a:lnTo>
                  <a:pt x="3764711" y="587006"/>
                </a:lnTo>
                <a:lnTo>
                  <a:pt x="3762845" y="588873"/>
                </a:lnTo>
                <a:lnTo>
                  <a:pt x="3762375" y="589991"/>
                </a:lnTo>
                <a:lnTo>
                  <a:pt x="3762375" y="592620"/>
                </a:lnTo>
                <a:lnTo>
                  <a:pt x="3762845" y="593737"/>
                </a:lnTo>
                <a:lnTo>
                  <a:pt x="3764711" y="595604"/>
                </a:lnTo>
                <a:lnTo>
                  <a:pt x="3765829" y="596061"/>
                </a:lnTo>
                <a:lnTo>
                  <a:pt x="3768458" y="596061"/>
                </a:lnTo>
                <a:lnTo>
                  <a:pt x="3769576" y="595604"/>
                </a:lnTo>
                <a:lnTo>
                  <a:pt x="3771442" y="593737"/>
                </a:lnTo>
                <a:lnTo>
                  <a:pt x="3771900" y="592620"/>
                </a:lnTo>
                <a:lnTo>
                  <a:pt x="3771900" y="589991"/>
                </a:lnTo>
                <a:close/>
              </a:path>
              <a:path w="11201400" h="1183005">
                <a:moveTo>
                  <a:pt x="3771900" y="3454"/>
                </a:moveTo>
                <a:lnTo>
                  <a:pt x="3771442" y="2324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24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11201400" h="1183005">
                <a:moveTo>
                  <a:pt x="3819525" y="1176528"/>
                </a:moveTo>
                <a:lnTo>
                  <a:pt x="3819067" y="1175410"/>
                </a:lnTo>
                <a:lnTo>
                  <a:pt x="3817201" y="1173543"/>
                </a:lnTo>
                <a:lnTo>
                  <a:pt x="3816083" y="1173086"/>
                </a:lnTo>
                <a:lnTo>
                  <a:pt x="3813454" y="1173086"/>
                </a:lnTo>
                <a:lnTo>
                  <a:pt x="3812336" y="1173543"/>
                </a:lnTo>
                <a:lnTo>
                  <a:pt x="3810470" y="1175410"/>
                </a:lnTo>
                <a:lnTo>
                  <a:pt x="3810000" y="1176528"/>
                </a:lnTo>
                <a:lnTo>
                  <a:pt x="3810000" y="1179156"/>
                </a:lnTo>
                <a:lnTo>
                  <a:pt x="3810470" y="1180287"/>
                </a:lnTo>
                <a:lnTo>
                  <a:pt x="3812336" y="1182141"/>
                </a:lnTo>
                <a:lnTo>
                  <a:pt x="3813454" y="1182611"/>
                </a:lnTo>
                <a:lnTo>
                  <a:pt x="3816083" y="1182611"/>
                </a:lnTo>
                <a:lnTo>
                  <a:pt x="3817201" y="1182141"/>
                </a:lnTo>
                <a:lnTo>
                  <a:pt x="3819067" y="1180287"/>
                </a:lnTo>
                <a:lnTo>
                  <a:pt x="3819525" y="1179156"/>
                </a:lnTo>
                <a:lnTo>
                  <a:pt x="3819525" y="1176528"/>
                </a:lnTo>
                <a:close/>
              </a:path>
              <a:path w="11201400" h="1183005">
                <a:moveTo>
                  <a:pt x="3819525" y="589991"/>
                </a:moveTo>
                <a:lnTo>
                  <a:pt x="3819067" y="588873"/>
                </a:lnTo>
                <a:lnTo>
                  <a:pt x="3817201" y="587006"/>
                </a:lnTo>
                <a:lnTo>
                  <a:pt x="3816083" y="586536"/>
                </a:lnTo>
                <a:lnTo>
                  <a:pt x="3813454" y="586536"/>
                </a:lnTo>
                <a:lnTo>
                  <a:pt x="3812336" y="587006"/>
                </a:lnTo>
                <a:lnTo>
                  <a:pt x="3810470" y="588873"/>
                </a:lnTo>
                <a:lnTo>
                  <a:pt x="3810000" y="589991"/>
                </a:lnTo>
                <a:lnTo>
                  <a:pt x="3810000" y="592620"/>
                </a:lnTo>
                <a:lnTo>
                  <a:pt x="3810470" y="593737"/>
                </a:lnTo>
                <a:lnTo>
                  <a:pt x="3812336" y="595604"/>
                </a:lnTo>
                <a:lnTo>
                  <a:pt x="3813454" y="596061"/>
                </a:lnTo>
                <a:lnTo>
                  <a:pt x="3816083" y="596061"/>
                </a:lnTo>
                <a:lnTo>
                  <a:pt x="3817201" y="595604"/>
                </a:lnTo>
                <a:lnTo>
                  <a:pt x="3819067" y="593737"/>
                </a:lnTo>
                <a:lnTo>
                  <a:pt x="3819525" y="592620"/>
                </a:lnTo>
                <a:lnTo>
                  <a:pt x="3819525" y="589991"/>
                </a:lnTo>
                <a:close/>
              </a:path>
              <a:path w="11201400" h="1183005">
                <a:moveTo>
                  <a:pt x="3819525" y="3454"/>
                </a:moveTo>
                <a:lnTo>
                  <a:pt x="3819067" y="2324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24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11201400" h="1183005">
                <a:moveTo>
                  <a:pt x="3867150" y="1176528"/>
                </a:moveTo>
                <a:lnTo>
                  <a:pt x="3866692" y="1175410"/>
                </a:lnTo>
                <a:lnTo>
                  <a:pt x="3864826" y="1173543"/>
                </a:lnTo>
                <a:lnTo>
                  <a:pt x="3863708" y="1173086"/>
                </a:lnTo>
                <a:lnTo>
                  <a:pt x="3861079" y="1173086"/>
                </a:lnTo>
                <a:lnTo>
                  <a:pt x="3859961" y="1173543"/>
                </a:lnTo>
                <a:lnTo>
                  <a:pt x="3858095" y="1175410"/>
                </a:lnTo>
                <a:lnTo>
                  <a:pt x="3857637" y="1176528"/>
                </a:lnTo>
                <a:lnTo>
                  <a:pt x="3857637" y="1179156"/>
                </a:lnTo>
                <a:lnTo>
                  <a:pt x="3858095" y="1180287"/>
                </a:lnTo>
                <a:lnTo>
                  <a:pt x="3859961" y="1182141"/>
                </a:lnTo>
                <a:lnTo>
                  <a:pt x="3861079" y="1182611"/>
                </a:lnTo>
                <a:lnTo>
                  <a:pt x="3863708" y="1182611"/>
                </a:lnTo>
                <a:lnTo>
                  <a:pt x="3864826" y="1182141"/>
                </a:lnTo>
                <a:lnTo>
                  <a:pt x="3866692" y="1180287"/>
                </a:lnTo>
                <a:lnTo>
                  <a:pt x="3867150" y="1179156"/>
                </a:lnTo>
                <a:lnTo>
                  <a:pt x="3867150" y="1176528"/>
                </a:lnTo>
                <a:close/>
              </a:path>
              <a:path w="11201400" h="1183005">
                <a:moveTo>
                  <a:pt x="3867150" y="589991"/>
                </a:moveTo>
                <a:lnTo>
                  <a:pt x="3866692" y="588873"/>
                </a:lnTo>
                <a:lnTo>
                  <a:pt x="3864826" y="587006"/>
                </a:lnTo>
                <a:lnTo>
                  <a:pt x="3863708" y="586536"/>
                </a:lnTo>
                <a:lnTo>
                  <a:pt x="3861079" y="586536"/>
                </a:lnTo>
                <a:lnTo>
                  <a:pt x="3859961" y="587006"/>
                </a:lnTo>
                <a:lnTo>
                  <a:pt x="3858095" y="588873"/>
                </a:lnTo>
                <a:lnTo>
                  <a:pt x="3857637" y="589991"/>
                </a:lnTo>
                <a:lnTo>
                  <a:pt x="3857637" y="592620"/>
                </a:lnTo>
                <a:lnTo>
                  <a:pt x="3858095" y="593737"/>
                </a:lnTo>
                <a:lnTo>
                  <a:pt x="3859961" y="595604"/>
                </a:lnTo>
                <a:lnTo>
                  <a:pt x="3861079" y="596061"/>
                </a:lnTo>
                <a:lnTo>
                  <a:pt x="3863708" y="596061"/>
                </a:lnTo>
                <a:lnTo>
                  <a:pt x="3864826" y="595604"/>
                </a:lnTo>
                <a:lnTo>
                  <a:pt x="3866692" y="593737"/>
                </a:lnTo>
                <a:lnTo>
                  <a:pt x="3867150" y="592620"/>
                </a:lnTo>
                <a:lnTo>
                  <a:pt x="3867150" y="589991"/>
                </a:lnTo>
                <a:close/>
              </a:path>
              <a:path w="11201400" h="1183005">
                <a:moveTo>
                  <a:pt x="3867150" y="3454"/>
                </a:moveTo>
                <a:lnTo>
                  <a:pt x="3866692" y="2324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61" y="469"/>
                </a:lnTo>
                <a:lnTo>
                  <a:pt x="3858095" y="2324"/>
                </a:lnTo>
                <a:lnTo>
                  <a:pt x="3857637" y="3454"/>
                </a:lnTo>
                <a:lnTo>
                  <a:pt x="3857637" y="6083"/>
                </a:lnTo>
                <a:lnTo>
                  <a:pt x="3858095" y="7200"/>
                </a:lnTo>
                <a:lnTo>
                  <a:pt x="3859961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11201400" h="1183005">
                <a:moveTo>
                  <a:pt x="3914775" y="1176528"/>
                </a:moveTo>
                <a:lnTo>
                  <a:pt x="3914317" y="1175410"/>
                </a:lnTo>
                <a:lnTo>
                  <a:pt x="3912451" y="1173543"/>
                </a:lnTo>
                <a:lnTo>
                  <a:pt x="3911333" y="1173086"/>
                </a:lnTo>
                <a:lnTo>
                  <a:pt x="3908704" y="1173086"/>
                </a:lnTo>
                <a:lnTo>
                  <a:pt x="3907574" y="1173543"/>
                </a:lnTo>
                <a:lnTo>
                  <a:pt x="3905720" y="1175410"/>
                </a:lnTo>
                <a:lnTo>
                  <a:pt x="3905250" y="1176528"/>
                </a:lnTo>
                <a:lnTo>
                  <a:pt x="3905250" y="1179156"/>
                </a:lnTo>
                <a:lnTo>
                  <a:pt x="3905720" y="1180287"/>
                </a:lnTo>
                <a:lnTo>
                  <a:pt x="3907574" y="1182141"/>
                </a:lnTo>
                <a:lnTo>
                  <a:pt x="3908704" y="1182611"/>
                </a:lnTo>
                <a:lnTo>
                  <a:pt x="3911333" y="1182611"/>
                </a:lnTo>
                <a:lnTo>
                  <a:pt x="3912451" y="1182141"/>
                </a:lnTo>
                <a:lnTo>
                  <a:pt x="3914317" y="1180287"/>
                </a:lnTo>
                <a:lnTo>
                  <a:pt x="3914775" y="1179156"/>
                </a:lnTo>
                <a:lnTo>
                  <a:pt x="3914775" y="1176528"/>
                </a:lnTo>
                <a:close/>
              </a:path>
              <a:path w="11201400" h="1183005">
                <a:moveTo>
                  <a:pt x="3914775" y="589991"/>
                </a:moveTo>
                <a:lnTo>
                  <a:pt x="3914317" y="588873"/>
                </a:lnTo>
                <a:lnTo>
                  <a:pt x="3912451" y="587006"/>
                </a:lnTo>
                <a:lnTo>
                  <a:pt x="3911333" y="586536"/>
                </a:lnTo>
                <a:lnTo>
                  <a:pt x="3908704" y="586536"/>
                </a:lnTo>
                <a:lnTo>
                  <a:pt x="3907574" y="587006"/>
                </a:lnTo>
                <a:lnTo>
                  <a:pt x="3905720" y="588873"/>
                </a:lnTo>
                <a:lnTo>
                  <a:pt x="3905250" y="589991"/>
                </a:lnTo>
                <a:lnTo>
                  <a:pt x="3905250" y="592620"/>
                </a:lnTo>
                <a:lnTo>
                  <a:pt x="3905720" y="593737"/>
                </a:lnTo>
                <a:lnTo>
                  <a:pt x="3907574" y="595604"/>
                </a:lnTo>
                <a:lnTo>
                  <a:pt x="3908704" y="596061"/>
                </a:lnTo>
                <a:lnTo>
                  <a:pt x="3911333" y="596061"/>
                </a:lnTo>
                <a:lnTo>
                  <a:pt x="3912451" y="595604"/>
                </a:lnTo>
                <a:lnTo>
                  <a:pt x="3914317" y="593737"/>
                </a:lnTo>
                <a:lnTo>
                  <a:pt x="3914775" y="592620"/>
                </a:lnTo>
                <a:lnTo>
                  <a:pt x="3914775" y="589991"/>
                </a:lnTo>
                <a:close/>
              </a:path>
              <a:path w="11201400" h="1183005">
                <a:moveTo>
                  <a:pt x="3914775" y="3454"/>
                </a:moveTo>
                <a:lnTo>
                  <a:pt x="3914317" y="2324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24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11201400" h="1183005">
                <a:moveTo>
                  <a:pt x="3962400" y="1176528"/>
                </a:moveTo>
                <a:lnTo>
                  <a:pt x="3961942" y="1175410"/>
                </a:lnTo>
                <a:lnTo>
                  <a:pt x="3960076" y="1173543"/>
                </a:lnTo>
                <a:lnTo>
                  <a:pt x="3958958" y="1173086"/>
                </a:lnTo>
                <a:lnTo>
                  <a:pt x="3956329" y="1173086"/>
                </a:lnTo>
                <a:lnTo>
                  <a:pt x="3955211" y="1173543"/>
                </a:lnTo>
                <a:lnTo>
                  <a:pt x="3953345" y="1175410"/>
                </a:lnTo>
                <a:lnTo>
                  <a:pt x="3952875" y="1176528"/>
                </a:lnTo>
                <a:lnTo>
                  <a:pt x="3952875" y="1179156"/>
                </a:lnTo>
                <a:lnTo>
                  <a:pt x="3953345" y="1180287"/>
                </a:lnTo>
                <a:lnTo>
                  <a:pt x="3955211" y="1182141"/>
                </a:lnTo>
                <a:lnTo>
                  <a:pt x="3956329" y="1182611"/>
                </a:lnTo>
                <a:lnTo>
                  <a:pt x="3958958" y="1182611"/>
                </a:lnTo>
                <a:lnTo>
                  <a:pt x="3960076" y="1182141"/>
                </a:lnTo>
                <a:lnTo>
                  <a:pt x="3961942" y="1180287"/>
                </a:lnTo>
                <a:lnTo>
                  <a:pt x="3962400" y="1179156"/>
                </a:lnTo>
                <a:lnTo>
                  <a:pt x="3962400" y="1176528"/>
                </a:lnTo>
                <a:close/>
              </a:path>
              <a:path w="11201400" h="1183005">
                <a:moveTo>
                  <a:pt x="3962400" y="589991"/>
                </a:moveTo>
                <a:lnTo>
                  <a:pt x="3961942" y="588873"/>
                </a:lnTo>
                <a:lnTo>
                  <a:pt x="3960076" y="587006"/>
                </a:lnTo>
                <a:lnTo>
                  <a:pt x="3958958" y="586536"/>
                </a:lnTo>
                <a:lnTo>
                  <a:pt x="3956329" y="586536"/>
                </a:lnTo>
                <a:lnTo>
                  <a:pt x="3955211" y="587006"/>
                </a:lnTo>
                <a:lnTo>
                  <a:pt x="3953345" y="588873"/>
                </a:lnTo>
                <a:lnTo>
                  <a:pt x="3952875" y="589991"/>
                </a:lnTo>
                <a:lnTo>
                  <a:pt x="3952875" y="592620"/>
                </a:lnTo>
                <a:lnTo>
                  <a:pt x="3953345" y="593737"/>
                </a:lnTo>
                <a:lnTo>
                  <a:pt x="3955211" y="595604"/>
                </a:lnTo>
                <a:lnTo>
                  <a:pt x="3956329" y="596061"/>
                </a:lnTo>
                <a:lnTo>
                  <a:pt x="3958958" y="596061"/>
                </a:lnTo>
                <a:lnTo>
                  <a:pt x="3960076" y="595604"/>
                </a:lnTo>
                <a:lnTo>
                  <a:pt x="3961942" y="593737"/>
                </a:lnTo>
                <a:lnTo>
                  <a:pt x="3962400" y="592620"/>
                </a:lnTo>
                <a:lnTo>
                  <a:pt x="3962400" y="589991"/>
                </a:lnTo>
                <a:close/>
              </a:path>
              <a:path w="11201400" h="1183005">
                <a:moveTo>
                  <a:pt x="3962400" y="3454"/>
                </a:moveTo>
                <a:lnTo>
                  <a:pt x="3961942" y="2324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24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11201400" h="1183005">
                <a:moveTo>
                  <a:pt x="4010025" y="1176528"/>
                </a:moveTo>
                <a:lnTo>
                  <a:pt x="4009567" y="1175410"/>
                </a:lnTo>
                <a:lnTo>
                  <a:pt x="4007701" y="1173543"/>
                </a:lnTo>
                <a:lnTo>
                  <a:pt x="4006583" y="1173086"/>
                </a:lnTo>
                <a:lnTo>
                  <a:pt x="4003954" y="1173086"/>
                </a:lnTo>
                <a:lnTo>
                  <a:pt x="4002836" y="1173543"/>
                </a:lnTo>
                <a:lnTo>
                  <a:pt x="4000970" y="1175410"/>
                </a:lnTo>
                <a:lnTo>
                  <a:pt x="4000500" y="1176528"/>
                </a:lnTo>
                <a:lnTo>
                  <a:pt x="4000500" y="1179156"/>
                </a:lnTo>
                <a:lnTo>
                  <a:pt x="4000970" y="1180287"/>
                </a:lnTo>
                <a:lnTo>
                  <a:pt x="4002836" y="1182141"/>
                </a:lnTo>
                <a:lnTo>
                  <a:pt x="4003954" y="1182611"/>
                </a:lnTo>
                <a:lnTo>
                  <a:pt x="4006583" y="1182611"/>
                </a:lnTo>
                <a:lnTo>
                  <a:pt x="4007701" y="1182141"/>
                </a:lnTo>
                <a:lnTo>
                  <a:pt x="4009567" y="1180287"/>
                </a:lnTo>
                <a:lnTo>
                  <a:pt x="4010025" y="1179156"/>
                </a:lnTo>
                <a:lnTo>
                  <a:pt x="4010025" y="1176528"/>
                </a:lnTo>
                <a:close/>
              </a:path>
              <a:path w="11201400" h="1183005">
                <a:moveTo>
                  <a:pt x="4010025" y="589991"/>
                </a:moveTo>
                <a:lnTo>
                  <a:pt x="4009567" y="588873"/>
                </a:lnTo>
                <a:lnTo>
                  <a:pt x="4007701" y="587006"/>
                </a:lnTo>
                <a:lnTo>
                  <a:pt x="4006583" y="586536"/>
                </a:lnTo>
                <a:lnTo>
                  <a:pt x="4003954" y="586536"/>
                </a:lnTo>
                <a:lnTo>
                  <a:pt x="4002836" y="587006"/>
                </a:lnTo>
                <a:lnTo>
                  <a:pt x="4000970" y="588873"/>
                </a:lnTo>
                <a:lnTo>
                  <a:pt x="4000500" y="589991"/>
                </a:lnTo>
                <a:lnTo>
                  <a:pt x="4000500" y="592620"/>
                </a:lnTo>
                <a:lnTo>
                  <a:pt x="4000970" y="593737"/>
                </a:lnTo>
                <a:lnTo>
                  <a:pt x="4002836" y="595604"/>
                </a:lnTo>
                <a:lnTo>
                  <a:pt x="4003954" y="596061"/>
                </a:lnTo>
                <a:lnTo>
                  <a:pt x="4006583" y="596061"/>
                </a:lnTo>
                <a:lnTo>
                  <a:pt x="4007701" y="595604"/>
                </a:lnTo>
                <a:lnTo>
                  <a:pt x="4009567" y="593737"/>
                </a:lnTo>
                <a:lnTo>
                  <a:pt x="4010025" y="592620"/>
                </a:lnTo>
                <a:lnTo>
                  <a:pt x="4010025" y="589991"/>
                </a:lnTo>
                <a:close/>
              </a:path>
              <a:path w="11201400" h="1183005">
                <a:moveTo>
                  <a:pt x="4010025" y="3454"/>
                </a:moveTo>
                <a:lnTo>
                  <a:pt x="4009567" y="2324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24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11201400" h="1183005">
                <a:moveTo>
                  <a:pt x="4057650" y="1176528"/>
                </a:moveTo>
                <a:lnTo>
                  <a:pt x="4057192" y="1175410"/>
                </a:lnTo>
                <a:lnTo>
                  <a:pt x="4055326" y="1173543"/>
                </a:lnTo>
                <a:lnTo>
                  <a:pt x="4054208" y="1173086"/>
                </a:lnTo>
                <a:lnTo>
                  <a:pt x="4051579" y="1173086"/>
                </a:lnTo>
                <a:lnTo>
                  <a:pt x="4050461" y="1173543"/>
                </a:lnTo>
                <a:lnTo>
                  <a:pt x="4048595" y="1175410"/>
                </a:lnTo>
                <a:lnTo>
                  <a:pt x="4048125" y="1176528"/>
                </a:lnTo>
                <a:lnTo>
                  <a:pt x="4048125" y="1179156"/>
                </a:lnTo>
                <a:lnTo>
                  <a:pt x="4048595" y="1180287"/>
                </a:lnTo>
                <a:lnTo>
                  <a:pt x="4050461" y="1182141"/>
                </a:lnTo>
                <a:lnTo>
                  <a:pt x="4051579" y="1182611"/>
                </a:lnTo>
                <a:lnTo>
                  <a:pt x="4054208" y="1182611"/>
                </a:lnTo>
                <a:lnTo>
                  <a:pt x="4055326" y="1182141"/>
                </a:lnTo>
                <a:lnTo>
                  <a:pt x="4057192" y="1180287"/>
                </a:lnTo>
                <a:lnTo>
                  <a:pt x="4057650" y="1179156"/>
                </a:lnTo>
                <a:lnTo>
                  <a:pt x="4057650" y="1176528"/>
                </a:lnTo>
                <a:close/>
              </a:path>
              <a:path w="11201400" h="1183005">
                <a:moveTo>
                  <a:pt x="4057650" y="589991"/>
                </a:moveTo>
                <a:lnTo>
                  <a:pt x="4057192" y="588873"/>
                </a:lnTo>
                <a:lnTo>
                  <a:pt x="4055326" y="587006"/>
                </a:lnTo>
                <a:lnTo>
                  <a:pt x="4054208" y="586536"/>
                </a:lnTo>
                <a:lnTo>
                  <a:pt x="4051579" y="586536"/>
                </a:lnTo>
                <a:lnTo>
                  <a:pt x="4050461" y="587006"/>
                </a:lnTo>
                <a:lnTo>
                  <a:pt x="4048595" y="588873"/>
                </a:lnTo>
                <a:lnTo>
                  <a:pt x="4048125" y="589991"/>
                </a:lnTo>
                <a:lnTo>
                  <a:pt x="4048125" y="592620"/>
                </a:lnTo>
                <a:lnTo>
                  <a:pt x="4048595" y="593737"/>
                </a:lnTo>
                <a:lnTo>
                  <a:pt x="4050461" y="595604"/>
                </a:lnTo>
                <a:lnTo>
                  <a:pt x="4051579" y="596061"/>
                </a:lnTo>
                <a:lnTo>
                  <a:pt x="4054208" y="596061"/>
                </a:lnTo>
                <a:lnTo>
                  <a:pt x="4055326" y="595604"/>
                </a:lnTo>
                <a:lnTo>
                  <a:pt x="4057192" y="593737"/>
                </a:lnTo>
                <a:lnTo>
                  <a:pt x="4057650" y="592620"/>
                </a:lnTo>
                <a:lnTo>
                  <a:pt x="4057650" y="589991"/>
                </a:lnTo>
                <a:close/>
              </a:path>
              <a:path w="11201400" h="1183005">
                <a:moveTo>
                  <a:pt x="4057650" y="3454"/>
                </a:moveTo>
                <a:lnTo>
                  <a:pt x="4057192" y="2324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24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11201400" h="1183005">
                <a:moveTo>
                  <a:pt x="4105287" y="1176528"/>
                </a:moveTo>
                <a:lnTo>
                  <a:pt x="4104817" y="1175410"/>
                </a:lnTo>
                <a:lnTo>
                  <a:pt x="4102951" y="1173543"/>
                </a:lnTo>
                <a:lnTo>
                  <a:pt x="4101833" y="1173086"/>
                </a:lnTo>
                <a:lnTo>
                  <a:pt x="4099204" y="1173086"/>
                </a:lnTo>
                <a:lnTo>
                  <a:pt x="4098086" y="1173543"/>
                </a:lnTo>
                <a:lnTo>
                  <a:pt x="4096220" y="1175410"/>
                </a:lnTo>
                <a:lnTo>
                  <a:pt x="4095750" y="1176528"/>
                </a:lnTo>
                <a:lnTo>
                  <a:pt x="4095750" y="1179156"/>
                </a:lnTo>
                <a:lnTo>
                  <a:pt x="4096220" y="1180287"/>
                </a:lnTo>
                <a:lnTo>
                  <a:pt x="4098086" y="1182141"/>
                </a:lnTo>
                <a:lnTo>
                  <a:pt x="4099204" y="1182611"/>
                </a:lnTo>
                <a:lnTo>
                  <a:pt x="4101833" y="1182611"/>
                </a:lnTo>
                <a:lnTo>
                  <a:pt x="4102951" y="1182141"/>
                </a:lnTo>
                <a:lnTo>
                  <a:pt x="4104817" y="1180287"/>
                </a:lnTo>
                <a:lnTo>
                  <a:pt x="4105287" y="1179156"/>
                </a:lnTo>
                <a:lnTo>
                  <a:pt x="4105287" y="1176528"/>
                </a:lnTo>
                <a:close/>
              </a:path>
              <a:path w="11201400" h="1183005">
                <a:moveTo>
                  <a:pt x="4105287" y="589991"/>
                </a:moveTo>
                <a:lnTo>
                  <a:pt x="4104817" y="588873"/>
                </a:lnTo>
                <a:lnTo>
                  <a:pt x="4102951" y="587006"/>
                </a:lnTo>
                <a:lnTo>
                  <a:pt x="4101833" y="586536"/>
                </a:lnTo>
                <a:lnTo>
                  <a:pt x="4099204" y="586536"/>
                </a:lnTo>
                <a:lnTo>
                  <a:pt x="4098086" y="587006"/>
                </a:lnTo>
                <a:lnTo>
                  <a:pt x="4096220" y="588873"/>
                </a:lnTo>
                <a:lnTo>
                  <a:pt x="4095750" y="589991"/>
                </a:lnTo>
                <a:lnTo>
                  <a:pt x="4095750" y="592620"/>
                </a:lnTo>
                <a:lnTo>
                  <a:pt x="4096220" y="593737"/>
                </a:lnTo>
                <a:lnTo>
                  <a:pt x="4098086" y="595604"/>
                </a:lnTo>
                <a:lnTo>
                  <a:pt x="4099204" y="596061"/>
                </a:lnTo>
                <a:lnTo>
                  <a:pt x="4101833" y="596061"/>
                </a:lnTo>
                <a:lnTo>
                  <a:pt x="4102951" y="595604"/>
                </a:lnTo>
                <a:lnTo>
                  <a:pt x="4104817" y="593737"/>
                </a:lnTo>
                <a:lnTo>
                  <a:pt x="4105287" y="592620"/>
                </a:lnTo>
                <a:lnTo>
                  <a:pt x="4105287" y="589991"/>
                </a:lnTo>
                <a:close/>
              </a:path>
              <a:path w="11201400" h="1183005">
                <a:moveTo>
                  <a:pt x="4105287" y="3454"/>
                </a:moveTo>
                <a:lnTo>
                  <a:pt x="4104817" y="2324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24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87" y="6083"/>
                </a:lnTo>
                <a:lnTo>
                  <a:pt x="4105287" y="3454"/>
                </a:lnTo>
                <a:close/>
              </a:path>
              <a:path w="11201400" h="1183005">
                <a:moveTo>
                  <a:pt x="4152900" y="1176528"/>
                </a:moveTo>
                <a:lnTo>
                  <a:pt x="4152442" y="1175410"/>
                </a:lnTo>
                <a:lnTo>
                  <a:pt x="4150576" y="1173543"/>
                </a:lnTo>
                <a:lnTo>
                  <a:pt x="4149458" y="1173086"/>
                </a:lnTo>
                <a:lnTo>
                  <a:pt x="4146829" y="1173086"/>
                </a:lnTo>
                <a:lnTo>
                  <a:pt x="4145711" y="1173543"/>
                </a:lnTo>
                <a:lnTo>
                  <a:pt x="4143845" y="1175410"/>
                </a:lnTo>
                <a:lnTo>
                  <a:pt x="4143375" y="1176528"/>
                </a:lnTo>
                <a:lnTo>
                  <a:pt x="4143375" y="1179156"/>
                </a:lnTo>
                <a:lnTo>
                  <a:pt x="4143845" y="1180287"/>
                </a:lnTo>
                <a:lnTo>
                  <a:pt x="4145711" y="1182141"/>
                </a:lnTo>
                <a:lnTo>
                  <a:pt x="4146829" y="1182611"/>
                </a:lnTo>
                <a:lnTo>
                  <a:pt x="4149458" y="1182611"/>
                </a:lnTo>
                <a:lnTo>
                  <a:pt x="4150576" y="1182141"/>
                </a:lnTo>
                <a:lnTo>
                  <a:pt x="4152442" y="1180287"/>
                </a:lnTo>
                <a:lnTo>
                  <a:pt x="4152900" y="1179156"/>
                </a:lnTo>
                <a:lnTo>
                  <a:pt x="4152900" y="1176528"/>
                </a:lnTo>
                <a:close/>
              </a:path>
              <a:path w="11201400" h="1183005">
                <a:moveTo>
                  <a:pt x="4152900" y="589991"/>
                </a:moveTo>
                <a:lnTo>
                  <a:pt x="4152442" y="588873"/>
                </a:lnTo>
                <a:lnTo>
                  <a:pt x="4150576" y="587006"/>
                </a:lnTo>
                <a:lnTo>
                  <a:pt x="4149458" y="586536"/>
                </a:lnTo>
                <a:lnTo>
                  <a:pt x="4146829" y="586536"/>
                </a:lnTo>
                <a:lnTo>
                  <a:pt x="4145711" y="587006"/>
                </a:lnTo>
                <a:lnTo>
                  <a:pt x="4143845" y="588873"/>
                </a:lnTo>
                <a:lnTo>
                  <a:pt x="4143375" y="589991"/>
                </a:lnTo>
                <a:lnTo>
                  <a:pt x="4143375" y="592620"/>
                </a:lnTo>
                <a:lnTo>
                  <a:pt x="4143845" y="593737"/>
                </a:lnTo>
                <a:lnTo>
                  <a:pt x="4145711" y="595604"/>
                </a:lnTo>
                <a:lnTo>
                  <a:pt x="4146829" y="596061"/>
                </a:lnTo>
                <a:lnTo>
                  <a:pt x="4149458" y="596061"/>
                </a:lnTo>
                <a:lnTo>
                  <a:pt x="4150576" y="595604"/>
                </a:lnTo>
                <a:lnTo>
                  <a:pt x="4152442" y="593737"/>
                </a:lnTo>
                <a:lnTo>
                  <a:pt x="4152900" y="592620"/>
                </a:lnTo>
                <a:lnTo>
                  <a:pt x="4152900" y="589991"/>
                </a:lnTo>
                <a:close/>
              </a:path>
              <a:path w="11201400" h="1183005">
                <a:moveTo>
                  <a:pt x="4152900" y="3454"/>
                </a:moveTo>
                <a:lnTo>
                  <a:pt x="4152442" y="2324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24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11201400" h="1183005">
                <a:moveTo>
                  <a:pt x="4200525" y="1176528"/>
                </a:moveTo>
                <a:lnTo>
                  <a:pt x="4200067" y="1175410"/>
                </a:lnTo>
                <a:lnTo>
                  <a:pt x="4198201" y="1173543"/>
                </a:lnTo>
                <a:lnTo>
                  <a:pt x="4197083" y="1173086"/>
                </a:lnTo>
                <a:lnTo>
                  <a:pt x="4194454" y="1173086"/>
                </a:lnTo>
                <a:lnTo>
                  <a:pt x="4193336" y="1173543"/>
                </a:lnTo>
                <a:lnTo>
                  <a:pt x="4191470" y="1175410"/>
                </a:lnTo>
                <a:lnTo>
                  <a:pt x="4191000" y="1176528"/>
                </a:lnTo>
                <a:lnTo>
                  <a:pt x="4191000" y="1179156"/>
                </a:lnTo>
                <a:lnTo>
                  <a:pt x="4191470" y="1180287"/>
                </a:lnTo>
                <a:lnTo>
                  <a:pt x="4193336" y="1182141"/>
                </a:lnTo>
                <a:lnTo>
                  <a:pt x="4194454" y="1182611"/>
                </a:lnTo>
                <a:lnTo>
                  <a:pt x="4197083" y="1182611"/>
                </a:lnTo>
                <a:lnTo>
                  <a:pt x="4198201" y="1182141"/>
                </a:lnTo>
                <a:lnTo>
                  <a:pt x="4200067" y="1180287"/>
                </a:lnTo>
                <a:lnTo>
                  <a:pt x="4200525" y="1179156"/>
                </a:lnTo>
                <a:lnTo>
                  <a:pt x="4200525" y="1176528"/>
                </a:lnTo>
                <a:close/>
              </a:path>
              <a:path w="11201400" h="1183005">
                <a:moveTo>
                  <a:pt x="4200525" y="589991"/>
                </a:moveTo>
                <a:lnTo>
                  <a:pt x="4200067" y="588873"/>
                </a:lnTo>
                <a:lnTo>
                  <a:pt x="4198201" y="587006"/>
                </a:lnTo>
                <a:lnTo>
                  <a:pt x="4197083" y="586536"/>
                </a:lnTo>
                <a:lnTo>
                  <a:pt x="4194454" y="586536"/>
                </a:lnTo>
                <a:lnTo>
                  <a:pt x="4193336" y="587006"/>
                </a:lnTo>
                <a:lnTo>
                  <a:pt x="4191470" y="588873"/>
                </a:lnTo>
                <a:lnTo>
                  <a:pt x="4191000" y="589991"/>
                </a:lnTo>
                <a:lnTo>
                  <a:pt x="4191000" y="592620"/>
                </a:lnTo>
                <a:lnTo>
                  <a:pt x="4191470" y="593737"/>
                </a:lnTo>
                <a:lnTo>
                  <a:pt x="4193336" y="595604"/>
                </a:lnTo>
                <a:lnTo>
                  <a:pt x="4194454" y="596061"/>
                </a:lnTo>
                <a:lnTo>
                  <a:pt x="4197083" y="596061"/>
                </a:lnTo>
                <a:lnTo>
                  <a:pt x="4198201" y="595604"/>
                </a:lnTo>
                <a:lnTo>
                  <a:pt x="4200067" y="593737"/>
                </a:lnTo>
                <a:lnTo>
                  <a:pt x="4200525" y="592620"/>
                </a:lnTo>
                <a:lnTo>
                  <a:pt x="4200525" y="589991"/>
                </a:lnTo>
                <a:close/>
              </a:path>
              <a:path w="11201400" h="1183005">
                <a:moveTo>
                  <a:pt x="4200525" y="3454"/>
                </a:moveTo>
                <a:lnTo>
                  <a:pt x="4200067" y="2324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24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11201400" h="1183005">
                <a:moveTo>
                  <a:pt x="4248150" y="1176528"/>
                </a:moveTo>
                <a:lnTo>
                  <a:pt x="4247693" y="1175410"/>
                </a:lnTo>
                <a:lnTo>
                  <a:pt x="4245826" y="1173543"/>
                </a:lnTo>
                <a:lnTo>
                  <a:pt x="4244708" y="1173086"/>
                </a:lnTo>
                <a:lnTo>
                  <a:pt x="4242079" y="1173086"/>
                </a:lnTo>
                <a:lnTo>
                  <a:pt x="4240962" y="1173543"/>
                </a:lnTo>
                <a:lnTo>
                  <a:pt x="4239095" y="1175410"/>
                </a:lnTo>
                <a:lnTo>
                  <a:pt x="4238625" y="1176528"/>
                </a:lnTo>
                <a:lnTo>
                  <a:pt x="4238625" y="1179156"/>
                </a:lnTo>
                <a:lnTo>
                  <a:pt x="4239095" y="1180287"/>
                </a:lnTo>
                <a:lnTo>
                  <a:pt x="4240962" y="1182141"/>
                </a:lnTo>
                <a:lnTo>
                  <a:pt x="4242079" y="1182611"/>
                </a:lnTo>
                <a:lnTo>
                  <a:pt x="4244708" y="1182611"/>
                </a:lnTo>
                <a:lnTo>
                  <a:pt x="4245826" y="1182141"/>
                </a:lnTo>
                <a:lnTo>
                  <a:pt x="4247693" y="1180287"/>
                </a:lnTo>
                <a:lnTo>
                  <a:pt x="4248150" y="1179156"/>
                </a:lnTo>
                <a:lnTo>
                  <a:pt x="4248150" y="1176528"/>
                </a:lnTo>
                <a:close/>
              </a:path>
              <a:path w="11201400" h="1183005">
                <a:moveTo>
                  <a:pt x="4248150" y="589991"/>
                </a:moveTo>
                <a:lnTo>
                  <a:pt x="4247693" y="588873"/>
                </a:lnTo>
                <a:lnTo>
                  <a:pt x="4245826" y="587006"/>
                </a:lnTo>
                <a:lnTo>
                  <a:pt x="4244708" y="586536"/>
                </a:lnTo>
                <a:lnTo>
                  <a:pt x="4242079" y="586536"/>
                </a:lnTo>
                <a:lnTo>
                  <a:pt x="4240962" y="587006"/>
                </a:lnTo>
                <a:lnTo>
                  <a:pt x="4239095" y="588873"/>
                </a:lnTo>
                <a:lnTo>
                  <a:pt x="4238625" y="589991"/>
                </a:lnTo>
                <a:lnTo>
                  <a:pt x="4238625" y="592620"/>
                </a:lnTo>
                <a:lnTo>
                  <a:pt x="4239095" y="593737"/>
                </a:lnTo>
                <a:lnTo>
                  <a:pt x="4240962" y="595604"/>
                </a:lnTo>
                <a:lnTo>
                  <a:pt x="4242079" y="596061"/>
                </a:lnTo>
                <a:lnTo>
                  <a:pt x="4244708" y="596061"/>
                </a:lnTo>
                <a:lnTo>
                  <a:pt x="4245826" y="595604"/>
                </a:lnTo>
                <a:lnTo>
                  <a:pt x="4247693" y="593737"/>
                </a:lnTo>
                <a:lnTo>
                  <a:pt x="4248150" y="592620"/>
                </a:lnTo>
                <a:lnTo>
                  <a:pt x="4248150" y="589991"/>
                </a:lnTo>
                <a:close/>
              </a:path>
              <a:path w="11201400" h="1183005">
                <a:moveTo>
                  <a:pt x="4248150" y="3454"/>
                </a:moveTo>
                <a:lnTo>
                  <a:pt x="4247693" y="2324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62" y="469"/>
                </a:lnTo>
                <a:lnTo>
                  <a:pt x="4239095" y="2324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62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11201400" h="1183005">
                <a:moveTo>
                  <a:pt x="4295775" y="1176528"/>
                </a:moveTo>
                <a:lnTo>
                  <a:pt x="4295318" y="1175410"/>
                </a:lnTo>
                <a:lnTo>
                  <a:pt x="4293451" y="1173543"/>
                </a:lnTo>
                <a:lnTo>
                  <a:pt x="4292333" y="1173086"/>
                </a:lnTo>
                <a:lnTo>
                  <a:pt x="4289704" y="1173086"/>
                </a:lnTo>
                <a:lnTo>
                  <a:pt x="4288587" y="1173543"/>
                </a:lnTo>
                <a:lnTo>
                  <a:pt x="4286720" y="1175410"/>
                </a:lnTo>
                <a:lnTo>
                  <a:pt x="4286250" y="1176528"/>
                </a:lnTo>
                <a:lnTo>
                  <a:pt x="4286250" y="1179156"/>
                </a:lnTo>
                <a:lnTo>
                  <a:pt x="4286720" y="1180287"/>
                </a:lnTo>
                <a:lnTo>
                  <a:pt x="4288587" y="1182141"/>
                </a:lnTo>
                <a:lnTo>
                  <a:pt x="4289704" y="1182611"/>
                </a:lnTo>
                <a:lnTo>
                  <a:pt x="4292333" y="1182611"/>
                </a:lnTo>
                <a:lnTo>
                  <a:pt x="4293451" y="1182141"/>
                </a:lnTo>
                <a:lnTo>
                  <a:pt x="4295318" y="1180287"/>
                </a:lnTo>
                <a:lnTo>
                  <a:pt x="4295775" y="1179156"/>
                </a:lnTo>
                <a:lnTo>
                  <a:pt x="4295775" y="1176528"/>
                </a:lnTo>
                <a:close/>
              </a:path>
              <a:path w="11201400" h="1183005">
                <a:moveTo>
                  <a:pt x="4295775" y="589991"/>
                </a:moveTo>
                <a:lnTo>
                  <a:pt x="4295318" y="588873"/>
                </a:lnTo>
                <a:lnTo>
                  <a:pt x="4293451" y="587006"/>
                </a:lnTo>
                <a:lnTo>
                  <a:pt x="4292333" y="586536"/>
                </a:lnTo>
                <a:lnTo>
                  <a:pt x="4289704" y="586536"/>
                </a:lnTo>
                <a:lnTo>
                  <a:pt x="4288587" y="587006"/>
                </a:lnTo>
                <a:lnTo>
                  <a:pt x="4286720" y="588873"/>
                </a:lnTo>
                <a:lnTo>
                  <a:pt x="4286250" y="589991"/>
                </a:lnTo>
                <a:lnTo>
                  <a:pt x="4286250" y="592620"/>
                </a:lnTo>
                <a:lnTo>
                  <a:pt x="4286720" y="593737"/>
                </a:lnTo>
                <a:lnTo>
                  <a:pt x="4288587" y="595604"/>
                </a:lnTo>
                <a:lnTo>
                  <a:pt x="4289704" y="596061"/>
                </a:lnTo>
                <a:lnTo>
                  <a:pt x="4292333" y="596061"/>
                </a:lnTo>
                <a:lnTo>
                  <a:pt x="4293451" y="595604"/>
                </a:lnTo>
                <a:lnTo>
                  <a:pt x="4295318" y="593737"/>
                </a:lnTo>
                <a:lnTo>
                  <a:pt x="4295775" y="592620"/>
                </a:lnTo>
                <a:lnTo>
                  <a:pt x="4295775" y="589991"/>
                </a:lnTo>
                <a:close/>
              </a:path>
              <a:path w="11201400" h="1183005">
                <a:moveTo>
                  <a:pt x="4295775" y="3454"/>
                </a:moveTo>
                <a:lnTo>
                  <a:pt x="4295318" y="2324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87" y="469"/>
                </a:lnTo>
                <a:lnTo>
                  <a:pt x="4286720" y="2324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87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11201400" h="1183005">
                <a:moveTo>
                  <a:pt x="4343400" y="1176528"/>
                </a:moveTo>
                <a:lnTo>
                  <a:pt x="4342943" y="1175410"/>
                </a:lnTo>
                <a:lnTo>
                  <a:pt x="4341076" y="1173543"/>
                </a:lnTo>
                <a:lnTo>
                  <a:pt x="4339958" y="1173086"/>
                </a:lnTo>
                <a:lnTo>
                  <a:pt x="4337329" y="1173086"/>
                </a:lnTo>
                <a:lnTo>
                  <a:pt x="4336199" y="1173543"/>
                </a:lnTo>
                <a:lnTo>
                  <a:pt x="4334345" y="1175410"/>
                </a:lnTo>
                <a:lnTo>
                  <a:pt x="4333875" y="1176528"/>
                </a:lnTo>
                <a:lnTo>
                  <a:pt x="4333875" y="1179156"/>
                </a:lnTo>
                <a:lnTo>
                  <a:pt x="4334345" y="1180287"/>
                </a:lnTo>
                <a:lnTo>
                  <a:pt x="4336199" y="1182141"/>
                </a:lnTo>
                <a:lnTo>
                  <a:pt x="4337329" y="1182611"/>
                </a:lnTo>
                <a:lnTo>
                  <a:pt x="4339958" y="1182611"/>
                </a:lnTo>
                <a:lnTo>
                  <a:pt x="4341076" y="1182141"/>
                </a:lnTo>
                <a:lnTo>
                  <a:pt x="4342943" y="1180287"/>
                </a:lnTo>
                <a:lnTo>
                  <a:pt x="4343400" y="1179156"/>
                </a:lnTo>
                <a:lnTo>
                  <a:pt x="4343400" y="1176528"/>
                </a:lnTo>
                <a:close/>
              </a:path>
              <a:path w="11201400" h="1183005">
                <a:moveTo>
                  <a:pt x="4343400" y="589991"/>
                </a:moveTo>
                <a:lnTo>
                  <a:pt x="4342943" y="588873"/>
                </a:lnTo>
                <a:lnTo>
                  <a:pt x="4341076" y="587006"/>
                </a:lnTo>
                <a:lnTo>
                  <a:pt x="4339958" y="586536"/>
                </a:lnTo>
                <a:lnTo>
                  <a:pt x="4337329" y="586536"/>
                </a:lnTo>
                <a:lnTo>
                  <a:pt x="4336199" y="587006"/>
                </a:lnTo>
                <a:lnTo>
                  <a:pt x="4334345" y="588873"/>
                </a:lnTo>
                <a:lnTo>
                  <a:pt x="4333875" y="589991"/>
                </a:lnTo>
                <a:lnTo>
                  <a:pt x="4333875" y="592620"/>
                </a:lnTo>
                <a:lnTo>
                  <a:pt x="4334345" y="593737"/>
                </a:lnTo>
                <a:lnTo>
                  <a:pt x="4336199" y="595604"/>
                </a:lnTo>
                <a:lnTo>
                  <a:pt x="4337329" y="596061"/>
                </a:lnTo>
                <a:lnTo>
                  <a:pt x="4339958" y="596061"/>
                </a:lnTo>
                <a:lnTo>
                  <a:pt x="4341076" y="595604"/>
                </a:lnTo>
                <a:lnTo>
                  <a:pt x="4342943" y="593737"/>
                </a:lnTo>
                <a:lnTo>
                  <a:pt x="4343400" y="592620"/>
                </a:lnTo>
                <a:lnTo>
                  <a:pt x="4343400" y="589991"/>
                </a:lnTo>
                <a:close/>
              </a:path>
              <a:path w="11201400" h="1183005">
                <a:moveTo>
                  <a:pt x="4343400" y="3454"/>
                </a:moveTo>
                <a:lnTo>
                  <a:pt x="4342943" y="2324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24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11201400" h="1183005">
                <a:moveTo>
                  <a:pt x="4391025" y="1176528"/>
                </a:moveTo>
                <a:lnTo>
                  <a:pt x="4390568" y="1175410"/>
                </a:lnTo>
                <a:lnTo>
                  <a:pt x="4388701" y="1173543"/>
                </a:lnTo>
                <a:lnTo>
                  <a:pt x="4387583" y="1173086"/>
                </a:lnTo>
                <a:lnTo>
                  <a:pt x="4384954" y="1173086"/>
                </a:lnTo>
                <a:lnTo>
                  <a:pt x="4383824" y="1173543"/>
                </a:lnTo>
                <a:lnTo>
                  <a:pt x="4381970" y="1175410"/>
                </a:lnTo>
                <a:lnTo>
                  <a:pt x="4381500" y="1176528"/>
                </a:lnTo>
                <a:lnTo>
                  <a:pt x="4381500" y="1179156"/>
                </a:lnTo>
                <a:lnTo>
                  <a:pt x="4381970" y="1180287"/>
                </a:lnTo>
                <a:lnTo>
                  <a:pt x="4383824" y="1182141"/>
                </a:lnTo>
                <a:lnTo>
                  <a:pt x="4384954" y="1182611"/>
                </a:lnTo>
                <a:lnTo>
                  <a:pt x="4387583" y="1182611"/>
                </a:lnTo>
                <a:lnTo>
                  <a:pt x="4388701" y="1182141"/>
                </a:lnTo>
                <a:lnTo>
                  <a:pt x="4390568" y="1180287"/>
                </a:lnTo>
                <a:lnTo>
                  <a:pt x="4391025" y="1179156"/>
                </a:lnTo>
                <a:lnTo>
                  <a:pt x="4391025" y="1176528"/>
                </a:lnTo>
                <a:close/>
              </a:path>
              <a:path w="11201400" h="1183005">
                <a:moveTo>
                  <a:pt x="4391025" y="589991"/>
                </a:moveTo>
                <a:lnTo>
                  <a:pt x="4390568" y="588873"/>
                </a:lnTo>
                <a:lnTo>
                  <a:pt x="4388701" y="587006"/>
                </a:lnTo>
                <a:lnTo>
                  <a:pt x="4387583" y="586536"/>
                </a:lnTo>
                <a:lnTo>
                  <a:pt x="4384954" y="586536"/>
                </a:lnTo>
                <a:lnTo>
                  <a:pt x="4383824" y="587006"/>
                </a:lnTo>
                <a:lnTo>
                  <a:pt x="4381970" y="588873"/>
                </a:lnTo>
                <a:lnTo>
                  <a:pt x="4381500" y="589991"/>
                </a:lnTo>
                <a:lnTo>
                  <a:pt x="4381500" y="592620"/>
                </a:lnTo>
                <a:lnTo>
                  <a:pt x="4381970" y="593737"/>
                </a:lnTo>
                <a:lnTo>
                  <a:pt x="4383824" y="595604"/>
                </a:lnTo>
                <a:lnTo>
                  <a:pt x="4384954" y="596061"/>
                </a:lnTo>
                <a:lnTo>
                  <a:pt x="4387583" y="596061"/>
                </a:lnTo>
                <a:lnTo>
                  <a:pt x="4388701" y="595604"/>
                </a:lnTo>
                <a:lnTo>
                  <a:pt x="4390568" y="593737"/>
                </a:lnTo>
                <a:lnTo>
                  <a:pt x="4391025" y="592620"/>
                </a:lnTo>
                <a:lnTo>
                  <a:pt x="4391025" y="589991"/>
                </a:lnTo>
                <a:close/>
              </a:path>
              <a:path w="11201400" h="1183005">
                <a:moveTo>
                  <a:pt x="4391025" y="3454"/>
                </a:moveTo>
                <a:lnTo>
                  <a:pt x="4390568" y="2324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24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11201400" h="1183005">
                <a:moveTo>
                  <a:pt x="4438650" y="1176528"/>
                </a:moveTo>
                <a:lnTo>
                  <a:pt x="4438193" y="1175410"/>
                </a:lnTo>
                <a:lnTo>
                  <a:pt x="4436326" y="1173543"/>
                </a:lnTo>
                <a:lnTo>
                  <a:pt x="4435208" y="1173086"/>
                </a:lnTo>
                <a:lnTo>
                  <a:pt x="4432579" y="1173086"/>
                </a:lnTo>
                <a:lnTo>
                  <a:pt x="4431449" y="1173543"/>
                </a:lnTo>
                <a:lnTo>
                  <a:pt x="4429595" y="1175410"/>
                </a:lnTo>
                <a:lnTo>
                  <a:pt x="4429125" y="1176528"/>
                </a:lnTo>
                <a:lnTo>
                  <a:pt x="4429125" y="1179156"/>
                </a:lnTo>
                <a:lnTo>
                  <a:pt x="4429595" y="1180287"/>
                </a:lnTo>
                <a:lnTo>
                  <a:pt x="4431449" y="1182141"/>
                </a:lnTo>
                <a:lnTo>
                  <a:pt x="4432579" y="1182611"/>
                </a:lnTo>
                <a:lnTo>
                  <a:pt x="4435208" y="1182611"/>
                </a:lnTo>
                <a:lnTo>
                  <a:pt x="4436326" y="1182141"/>
                </a:lnTo>
                <a:lnTo>
                  <a:pt x="4438193" y="1180287"/>
                </a:lnTo>
                <a:lnTo>
                  <a:pt x="4438650" y="1179156"/>
                </a:lnTo>
                <a:lnTo>
                  <a:pt x="4438650" y="1176528"/>
                </a:lnTo>
                <a:close/>
              </a:path>
              <a:path w="11201400" h="1183005">
                <a:moveTo>
                  <a:pt x="4438650" y="589991"/>
                </a:moveTo>
                <a:lnTo>
                  <a:pt x="4438193" y="588873"/>
                </a:lnTo>
                <a:lnTo>
                  <a:pt x="4436326" y="587006"/>
                </a:lnTo>
                <a:lnTo>
                  <a:pt x="4435208" y="586536"/>
                </a:lnTo>
                <a:lnTo>
                  <a:pt x="4432579" y="586536"/>
                </a:lnTo>
                <a:lnTo>
                  <a:pt x="4431449" y="587006"/>
                </a:lnTo>
                <a:lnTo>
                  <a:pt x="4429595" y="588873"/>
                </a:lnTo>
                <a:lnTo>
                  <a:pt x="4429125" y="589991"/>
                </a:lnTo>
                <a:lnTo>
                  <a:pt x="4429125" y="592620"/>
                </a:lnTo>
                <a:lnTo>
                  <a:pt x="4429595" y="593737"/>
                </a:lnTo>
                <a:lnTo>
                  <a:pt x="4431449" y="595604"/>
                </a:lnTo>
                <a:lnTo>
                  <a:pt x="4432579" y="596061"/>
                </a:lnTo>
                <a:lnTo>
                  <a:pt x="4435208" y="596061"/>
                </a:lnTo>
                <a:lnTo>
                  <a:pt x="4436326" y="595604"/>
                </a:lnTo>
                <a:lnTo>
                  <a:pt x="4438193" y="593737"/>
                </a:lnTo>
                <a:lnTo>
                  <a:pt x="4438650" y="592620"/>
                </a:lnTo>
                <a:lnTo>
                  <a:pt x="4438650" y="589991"/>
                </a:lnTo>
                <a:close/>
              </a:path>
              <a:path w="11201400" h="1183005">
                <a:moveTo>
                  <a:pt x="4438650" y="3454"/>
                </a:moveTo>
                <a:lnTo>
                  <a:pt x="4438193" y="2324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24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11201400" h="1183005">
                <a:moveTo>
                  <a:pt x="4486275" y="1176528"/>
                </a:moveTo>
                <a:lnTo>
                  <a:pt x="4485818" y="1175410"/>
                </a:lnTo>
                <a:lnTo>
                  <a:pt x="4483951" y="1173543"/>
                </a:lnTo>
                <a:lnTo>
                  <a:pt x="4482833" y="1173086"/>
                </a:lnTo>
                <a:lnTo>
                  <a:pt x="4480204" y="1173086"/>
                </a:lnTo>
                <a:lnTo>
                  <a:pt x="4479087" y="1173543"/>
                </a:lnTo>
                <a:lnTo>
                  <a:pt x="4477220" y="1175410"/>
                </a:lnTo>
                <a:lnTo>
                  <a:pt x="4476750" y="1176528"/>
                </a:lnTo>
                <a:lnTo>
                  <a:pt x="4476750" y="1179156"/>
                </a:lnTo>
                <a:lnTo>
                  <a:pt x="4477220" y="1180287"/>
                </a:lnTo>
                <a:lnTo>
                  <a:pt x="4479087" y="1182141"/>
                </a:lnTo>
                <a:lnTo>
                  <a:pt x="4480204" y="1182611"/>
                </a:lnTo>
                <a:lnTo>
                  <a:pt x="4482833" y="1182611"/>
                </a:lnTo>
                <a:lnTo>
                  <a:pt x="4483951" y="1182141"/>
                </a:lnTo>
                <a:lnTo>
                  <a:pt x="4485818" y="1180287"/>
                </a:lnTo>
                <a:lnTo>
                  <a:pt x="4486275" y="1179156"/>
                </a:lnTo>
                <a:lnTo>
                  <a:pt x="4486275" y="1176528"/>
                </a:lnTo>
                <a:close/>
              </a:path>
              <a:path w="11201400" h="1183005">
                <a:moveTo>
                  <a:pt x="4486275" y="589991"/>
                </a:moveTo>
                <a:lnTo>
                  <a:pt x="4485818" y="588873"/>
                </a:lnTo>
                <a:lnTo>
                  <a:pt x="4483951" y="587006"/>
                </a:lnTo>
                <a:lnTo>
                  <a:pt x="4482833" y="586536"/>
                </a:lnTo>
                <a:lnTo>
                  <a:pt x="4480204" y="586536"/>
                </a:lnTo>
                <a:lnTo>
                  <a:pt x="4479087" y="587006"/>
                </a:lnTo>
                <a:lnTo>
                  <a:pt x="4477220" y="588873"/>
                </a:lnTo>
                <a:lnTo>
                  <a:pt x="4476750" y="589991"/>
                </a:lnTo>
                <a:lnTo>
                  <a:pt x="4476750" y="592620"/>
                </a:lnTo>
                <a:lnTo>
                  <a:pt x="4477220" y="593737"/>
                </a:lnTo>
                <a:lnTo>
                  <a:pt x="4479087" y="595604"/>
                </a:lnTo>
                <a:lnTo>
                  <a:pt x="4480204" y="596061"/>
                </a:lnTo>
                <a:lnTo>
                  <a:pt x="4482833" y="596061"/>
                </a:lnTo>
                <a:lnTo>
                  <a:pt x="4483951" y="595604"/>
                </a:lnTo>
                <a:lnTo>
                  <a:pt x="4485818" y="593737"/>
                </a:lnTo>
                <a:lnTo>
                  <a:pt x="4486275" y="592620"/>
                </a:lnTo>
                <a:lnTo>
                  <a:pt x="4486275" y="589991"/>
                </a:lnTo>
                <a:close/>
              </a:path>
              <a:path w="11201400" h="1183005">
                <a:moveTo>
                  <a:pt x="4486275" y="3454"/>
                </a:moveTo>
                <a:lnTo>
                  <a:pt x="4485818" y="2324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87" y="469"/>
                </a:lnTo>
                <a:lnTo>
                  <a:pt x="4477220" y="2324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87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11201400" h="1183005">
                <a:moveTo>
                  <a:pt x="4533900" y="1176528"/>
                </a:moveTo>
                <a:lnTo>
                  <a:pt x="4533443" y="1175410"/>
                </a:lnTo>
                <a:lnTo>
                  <a:pt x="4531576" y="1173543"/>
                </a:lnTo>
                <a:lnTo>
                  <a:pt x="4530458" y="1173086"/>
                </a:lnTo>
                <a:lnTo>
                  <a:pt x="4527829" y="1173086"/>
                </a:lnTo>
                <a:lnTo>
                  <a:pt x="4526712" y="1173543"/>
                </a:lnTo>
                <a:lnTo>
                  <a:pt x="4524845" y="1175410"/>
                </a:lnTo>
                <a:lnTo>
                  <a:pt x="4524375" y="1176528"/>
                </a:lnTo>
                <a:lnTo>
                  <a:pt x="4524375" y="1179156"/>
                </a:lnTo>
                <a:lnTo>
                  <a:pt x="4524845" y="1180287"/>
                </a:lnTo>
                <a:lnTo>
                  <a:pt x="4526712" y="1182141"/>
                </a:lnTo>
                <a:lnTo>
                  <a:pt x="4527829" y="1182611"/>
                </a:lnTo>
                <a:lnTo>
                  <a:pt x="4530458" y="1182611"/>
                </a:lnTo>
                <a:lnTo>
                  <a:pt x="4531576" y="1182141"/>
                </a:lnTo>
                <a:lnTo>
                  <a:pt x="4533443" y="1180287"/>
                </a:lnTo>
                <a:lnTo>
                  <a:pt x="4533900" y="1179156"/>
                </a:lnTo>
                <a:lnTo>
                  <a:pt x="4533900" y="1176528"/>
                </a:lnTo>
                <a:close/>
              </a:path>
              <a:path w="11201400" h="1183005">
                <a:moveTo>
                  <a:pt x="4533900" y="589991"/>
                </a:moveTo>
                <a:lnTo>
                  <a:pt x="4533443" y="588873"/>
                </a:lnTo>
                <a:lnTo>
                  <a:pt x="4531576" y="587006"/>
                </a:lnTo>
                <a:lnTo>
                  <a:pt x="4530458" y="586536"/>
                </a:lnTo>
                <a:lnTo>
                  <a:pt x="4527829" y="586536"/>
                </a:lnTo>
                <a:lnTo>
                  <a:pt x="4526712" y="587006"/>
                </a:lnTo>
                <a:lnTo>
                  <a:pt x="4524845" y="588873"/>
                </a:lnTo>
                <a:lnTo>
                  <a:pt x="4524375" y="589991"/>
                </a:lnTo>
                <a:lnTo>
                  <a:pt x="4524375" y="592620"/>
                </a:lnTo>
                <a:lnTo>
                  <a:pt x="4524845" y="593737"/>
                </a:lnTo>
                <a:lnTo>
                  <a:pt x="4526712" y="595604"/>
                </a:lnTo>
                <a:lnTo>
                  <a:pt x="4527829" y="596061"/>
                </a:lnTo>
                <a:lnTo>
                  <a:pt x="4530458" y="596061"/>
                </a:lnTo>
                <a:lnTo>
                  <a:pt x="4531576" y="595604"/>
                </a:lnTo>
                <a:lnTo>
                  <a:pt x="4533443" y="593737"/>
                </a:lnTo>
                <a:lnTo>
                  <a:pt x="4533900" y="592620"/>
                </a:lnTo>
                <a:lnTo>
                  <a:pt x="4533900" y="589991"/>
                </a:lnTo>
                <a:close/>
              </a:path>
              <a:path w="11201400" h="1183005">
                <a:moveTo>
                  <a:pt x="4533900" y="3454"/>
                </a:moveTo>
                <a:lnTo>
                  <a:pt x="4533443" y="2324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712" y="469"/>
                </a:lnTo>
                <a:lnTo>
                  <a:pt x="4524845" y="2324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712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11201400" h="1183005">
                <a:moveTo>
                  <a:pt x="4581525" y="1176528"/>
                </a:moveTo>
                <a:lnTo>
                  <a:pt x="4581068" y="1175410"/>
                </a:lnTo>
                <a:lnTo>
                  <a:pt x="4579201" y="1173543"/>
                </a:lnTo>
                <a:lnTo>
                  <a:pt x="4578083" y="1173086"/>
                </a:lnTo>
                <a:lnTo>
                  <a:pt x="4575454" y="1173086"/>
                </a:lnTo>
                <a:lnTo>
                  <a:pt x="4574324" y="1173543"/>
                </a:lnTo>
                <a:lnTo>
                  <a:pt x="4572470" y="1175410"/>
                </a:lnTo>
                <a:lnTo>
                  <a:pt x="4572000" y="1176528"/>
                </a:lnTo>
                <a:lnTo>
                  <a:pt x="4572000" y="1179156"/>
                </a:lnTo>
                <a:lnTo>
                  <a:pt x="4572470" y="1180287"/>
                </a:lnTo>
                <a:lnTo>
                  <a:pt x="4574324" y="1182141"/>
                </a:lnTo>
                <a:lnTo>
                  <a:pt x="4575454" y="1182611"/>
                </a:lnTo>
                <a:lnTo>
                  <a:pt x="4578083" y="1182611"/>
                </a:lnTo>
                <a:lnTo>
                  <a:pt x="4579201" y="1182141"/>
                </a:lnTo>
                <a:lnTo>
                  <a:pt x="4581068" y="1180287"/>
                </a:lnTo>
                <a:lnTo>
                  <a:pt x="4581525" y="1179156"/>
                </a:lnTo>
                <a:lnTo>
                  <a:pt x="4581525" y="1176528"/>
                </a:lnTo>
                <a:close/>
              </a:path>
              <a:path w="11201400" h="1183005">
                <a:moveTo>
                  <a:pt x="4581525" y="589991"/>
                </a:moveTo>
                <a:lnTo>
                  <a:pt x="4581068" y="588873"/>
                </a:lnTo>
                <a:lnTo>
                  <a:pt x="4579201" y="587006"/>
                </a:lnTo>
                <a:lnTo>
                  <a:pt x="4578083" y="586536"/>
                </a:lnTo>
                <a:lnTo>
                  <a:pt x="4575454" y="586536"/>
                </a:lnTo>
                <a:lnTo>
                  <a:pt x="4574324" y="587006"/>
                </a:lnTo>
                <a:lnTo>
                  <a:pt x="4572470" y="588873"/>
                </a:lnTo>
                <a:lnTo>
                  <a:pt x="4572000" y="589991"/>
                </a:lnTo>
                <a:lnTo>
                  <a:pt x="4572000" y="592620"/>
                </a:lnTo>
                <a:lnTo>
                  <a:pt x="4572470" y="593737"/>
                </a:lnTo>
                <a:lnTo>
                  <a:pt x="4574324" y="595604"/>
                </a:lnTo>
                <a:lnTo>
                  <a:pt x="4575454" y="596061"/>
                </a:lnTo>
                <a:lnTo>
                  <a:pt x="4578083" y="596061"/>
                </a:lnTo>
                <a:lnTo>
                  <a:pt x="4579201" y="595604"/>
                </a:lnTo>
                <a:lnTo>
                  <a:pt x="4581068" y="593737"/>
                </a:lnTo>
                <a:lnTo>
                  <a:pt x="4581525" y="592620"/>
                </a:lnTo>
                <a:lnTo>
                  <a:pt x="4581525" y="589991"/>
                </a:lnTo>
                <a:close/>
              </a:path>
              <a:path w="11201400" h="1183005">
                <a:moveTo>
                  <a:pt x="4581525" y="3454"/>
                </a:moveTo>
                <a:lnTo>
                  <a:pt x="4581068" y="2324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24" y="469"/>
                </a:lnTo>
                <a:lnTo>
                  <a:pt x="4572470" y="2324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24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11201400" h="1183005">
                <a:moveTo>
                  <a:pt x="4629150" y="1176528"/>
                </a:moveTo>
                <a:lnTo>
                  <a:pt x="4628693" y="1175410"/>
                </a:lnTo>
                <a:lnTo>
                  <a:pt x="4626826" y="1173543"/>
                </a:lnTo>
                <a:lnTo>
                  <a:pt x="4625708" y="1173086"/>
                </a:lnTo>
                <a:lnTo>
                  <a:pt x="4623079" y="1173086"/>
                </a:lnTo>
                <a:lnTo>
                  <a:pt x="4621962" y="1173543"/>
                </a:lnTo>
                <a:lnTo>
                  <a:pt x="4620095" y="1175410"/>
                </a:lnTo>
                <a:lnTo>
                  <a:pt x="4619625" y="1176528"/>
                </a:lnTo>
                <a:lnTo>
                  <a:pt x="4619625" y="1179156"/>
                </a:lnTo>
                <a:lnTo>
                  <a:pt x="4620095" y="1180287"/>
                </a:lnTo>
                <a:lnTo>
                  <a:pt x="4621962" y="1182141"/>
                </a:lnTo>
                <a:lnTo>
                  <a:pt x="4623079" y="1182611"/>
                </a:lnTo>
                <a:lnTo>
                  <a:pt x="4625708" y="1182611"/>
                </a:lnTo>
                <a:lnTo>
                  <a:pt x="4626826" y="1182141"/>
                </a:lnTo>
                <a:lnTo>
                  <a:pt x="4628693" y="1180287"/>
                </a:lnTo>
                <a:lnTo>
                  <a:pt x="4629150" y="1179156"/>
                </a:lnTo>
                <a:lnTo>
                  <a:pt x="4629150" y="1176528"/>
                </a:lnTo>
                <a:close/>
              </a:path>
              <a:path w="11201400" h="1183005">
                <a:moveTo>
                  <a:pt x="4629150" y="589991"/>
                </a:moveTo>
                <a:lnTo>
                  <a:pt x="4628693" y="588873"/>
                </a:lnTo>
                <a:lnTo>
                  <a:pt x="4626826" y="587006"/>
                </a:lnTo>
                <a:lnTo>
                  <a:pt x="4625708" y="586536"/>
                </a:lnTo>
                <a:lnTo>
                  <a:pt x="4623079" y="586536"/>
                </a:lnTo>
                <a:lnTo>
                  <a:pt x="4621962" y="587006"/>
                </a:lnTo>
                <a:lnTo>
                  <a:pt x="4620095" y="588873"/>
                </a:lnTo>
                <a:lnTo>
                  <a:pt x="4619625" y="589991"/>
                </a:lnTo>
                <a:lnTo>
                  <a:pt x="4619625" y="592620"/>
                </a:lnTo>
                <a:lnTo>
                  <a:pt x="4620095" y="593737"/>
                </a:lnTo>
                <a:lnTo>
                  <a:pt x="4621962" y="595604"/>
                </a:lnTo>
                <a:lnTo>
                  <a:pt x="4623079" y="596061"/>
                </a:lnTo>
                <a:lnTo>
                  <a:pt x="4625708" y="596061"/>
                </a:lnTo>
                <a:lnTo>
                  <a:pt x="4626826" y="595604"/>
                </a:lnTo>
                <a:lnTo>
                  <a:pt x="4628693" y="593737"/>
                </a:lnTo>
                <a:lnTo>
                  <a:pt x="4629150" y="592620"/>
                </a:lnTo>
                <a:lnTo>
                  <a:pt x="4629150" y="589991"/>
                </a:lnTo>
                <a:close/>
              </a:path>
              <a:path w="11201400" h="1183005">
                <a:moveTo>
                  <a:pt x="4629150" y="3454"/>
                </a:moveTo>
                <a:lnTo>
                  <a:pt x="4628693" y="2324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62" y="469"/>
                </a:lnTo>
                <a:lnTo>
                  <a:pt x="4620095" y="2324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62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11201400" h="1183005">
                <a:moveTo>
                  <a:pt x="4676775" y="1176528"/>
                </a:moveTo>
                <a:lnTo>
                  <a:pt x="4676318" y="1175410"/>
                </a:lnTo>
                <a:lnTo>
                  <a:pt x="4674451" y="1173543"/>
                </a:lnTo>
                <a:lnTo>
                  <a:pt x="4673333" y="1173086"/>
                </a:lnTo>
                <a:lnTo>
                  <a:pt x="4670704" y="1173086"/>
                </a:lnTo>
                <a:lnTo>
                  <a:pt x="4669587" y="1173543"/>
                </a:lnTo>
                <a:lnTo>
                  <a:pt x="4667720" y="1175410"/>
                </a:lnTo>
                <a:lnTo>
                  <a:pt x="4667250" y="1176528"/>
                </a:lnTo>
                <a:lnTo>
                  <a:pt x="4667250" y="1179156"/>
                </a:lnTo>
                <a:lnTo>
                  <a:pt x="4667720" y="1180287"/>
                </a:lnTo>
                <a:lnTo>
                  <a:pt x="4669587" y="1182141"/>
                </a:lnTo>
                <a:lnTo>
                  <a:pt x="4670704" y="1182611"/>
                </a:lnTo>
                <a:lnTo>
                  <a:pt x="4673333" y="1182611"/>
                </a:lnTo>
                <a:lnTo>
                  <a:pt x="4674451" y="1182141"/>
                </a:lnTo>
                <a:lnTo>
                  <a:pt x="4676318" y="1180287"/>
                </a:lnTo>
                <a:lnTo>
                  <a:pt x="4676775" y="1179156"/>
                </a:lnTo>
                <a:lnTo>
                  <a:pt x="4676775" y="1176528"/>
                </a:lnTo>
                <a:close/>
              </a:path>
              <a:path w="11201400" h="1183005">
                <a:moveTo>
                  <a:pt x="4676775" y="589991"/>
                </a:moveTo>
                <a:lnTo>
                  <a:pt x="4676318" y="588873"/>
                </a:lnTo>
                <a:lnTo>
                  <a:pt x="4674451" y="587006"/>
                </a:lnTo>
                <a:lnTo>
                  <a:pt x="4673333" y="586536"/>
                </a:lnTo>
                <a:lnTo>
                  <a:pt x="4670704" y="586536"/>
                </a:lnTo>
                <a:lnTo>
                  <a:pt x="4669587" y="587006"/>
                </a:lnTo>
                <a:lnTo>
                  <a:pt x="4667720" y="588873"/>
                </a:lnTo>
                <a:lnTo>
                  <a:pt x="4667250" y="589991"/>
                </a:lnTo>
                <a:lnTo>
                  <a:pt x="4667250" y="592620"/>
                </a:lnTo>
                <a:lnTo>
                  <a:pt x="4667720" y="593737"/>
                </a:lnTo>
                <a:lnTo>
                  <a:pt x="4669587" y="595604"/>
                </a:lnTo>
                <a:lnTo>
                  <a:pt x="4670704" y="596061"/>
                </a:lnTo>
                <a:lnTo>
                  <a:pt x="4673333" y="596061"/>
                </a:lnTo>
                <a:lnTo>
                  <a:pt x="4674451" y="595604"/>
                </a:lnTo>
                <a:lnTo>
                  <a:pt x="4676318" y="593737"/>
                </a:lnTo>
                <a:lnTo>
                  <a:pt x="4676775" y="592620"/>
                </a:lnTo>
                <a:lnTo>
                  <a:pt x="4676775" y="589991"/>
                </a:lnTo>
                <a:close/>
              </a:path>
              <a:path w="11201400" h="1183005">
                <a:moveTo>
                  <a:pt x="4676775" y="3454"/>
                </a:moveTo>
                <a:lnTo>
                  <a:pt x="4676318" y="2324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87" y="469"/>
                </a:lnTo>
                <a:lnTo>
                  <a:pt x="4667720" y="2324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87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11201400" h="1183005">
                <a:moveTo>
                  <a:pt x="4724400" y="1176528"/>
                </a:moveTo>
                <a:lnTo>
                  <a:pt x="4723943" y="1175410"/>
                </a:lnTo>
                <a:lnTo>
                  <a:pt x="4722076" y="1173543"/>
                </a:lnTo>
                <a:lnTo>
                  <a:pt x="4720958" y="1173086"/>
                </a:lnTo>
                <a:lnTo>
                  <a:pt x="4718329" y="1173086"/>
                </a:lnTo>
                <a:lnTo>
                  <a:pt x="4717212" y="1173543"/>
                </a:lnTo>
                <a:lnTo>
                  <a:pt x="4715345" y="1175410"/>
                </a:lnTo>
                <a:lnTo>
                  <a:pt x="4714875" y="1176528"/>
                </a:lnTo>
                <a:lnTo>
                  <a:pt x="4714875" y="1179156"/>
                </a:lnTo>
                <a:lnTo>
                  <a:pt x="4715345" y="1180287"/>
                </a:lnTo>
                <a:lnTo>
                  <a:pt x="4717212" y="1182141"/>
                </a:lnTo>
                <a:lnTo>
                  <a:pt x="4718329" y="1182611"/>
                </a:lnTo>
                <a:lnTo>
                  <a:pt x="4720958" y="1182611"/>
                </a:lnTo>
                <a:lnTo>
                  <a:pt x="4722076" y="1182141"/>
                </a:lnTo>
                <a:lnTo>
                  <a:pt x="4723943" y="1180287"/>
                </a:lnTo>
                <a:lnTo>
                  <a:pt x="4724400" y="1179156"/>
                </a:lnTo>
                <a:lnTo>
                  <a:pt x="4724400" y="1176528"/>
                </a:lnTo>
                <a:close/>
              </a:path>
              <a:path w="11201400" h="1183005">
                <a:moveTo>
                  <a:pt x="4724400" y="589991"/>
                </a:moveTo>
                <a:lnTo>
                  <a:pt x="4723943" y="588873"/>
                </a:lnTo>
                <a:lnTo>
                  <a:pt x="4722076" y="587006"/>
                </a:lnTo>
                <a:lnTo>
                  <a:pt x="4720958" y="586536"/>
                </a:lnTo>
                <a:lnTo>
                  <a:pt x="4718329" y="586536"/>
                </a:lnTo>
                <a:lnTo>
                  <a:pt x="4717212" y="587006"/>
                </a:lnTo>
                <a:lnTo>
                  <a:pt x="4715345" y="588873"/>
                </a:lnTo>
                <a:lnTo>
                  <a:pt x="4714875" y="589991"/>
                </a:lnTo>
                <a:lnTo>
                  <a:pt x="4714875" y="592620"/>
                </a:lnTo>
                <a:lnTo>
                  <a:pt x="4715345" y="593737"/>
                </a:lnTo>
                <a:lnTo>
                  <a:pt x="4717212" y="595604"/>
                </a:lnTo>
                <a:lnTo>
                  <a:pt x="4718329" y="596061"/>
                </a:lnTo>
                <a:lnTo>
                  <a:pt x="4720958" y="596061"/>
                </a:lnTo>
                <a:lnTo>
                  <a:pt x="4722076" y="595604"/>
                </a:lnTo>
                <a:lnTo>
                  <a:pt x="4723943" y="593737"/>
                </a:lnTo>
                <a:lnTo>
                  <a:pt x="4724400" y="592620"/>
                </a:lnTo>
                <a:lnTo>
                  <a:pt x="4724400" y="589991"/>
                </a:lnTo>
                <a:close/>
              </a:path>
              <a:path w="11201400" h="1183005">
                <a:moveTo>
                  <a:pt x="4724400" y="3454"/>
                </a:moveTo>
                <a:lnTo>
                  <a:pt x="4723943" y="2324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212" y="469"/>
                </a:lnTo>
                <a:lnTo>
                  <a:pt x="4715345" y="2324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212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  <a:path w="11201400" h="1183005">
                <a:moveTo>
                  <a:pt x="4772025" y="1176528"/>
                </a:moveTo>
                <a:lnTo>
                  <a:pt x="4771568" y="1175410"/>
                </a:lnTo>
                <a:lnTo>
                  <a:pt x="4769701" y="1173543"/>
                </a:lnTo>
                <a:lnTo>
                  <a:pt x="4768583" y="1173086"/>
                </a:lnTo>
                <a:lnTo>
                  <a:pt x="4765954" y="1173086"/>
                </a:lnTo>
                <a:lnTo>
                  <a:pt x="4764837" y="1173543"/>
                </a:lnTo>
                <a:lnTo>
                  <a:pt x="4762970" y="1175410"/>
                </a:lnTo>
                <a:lnTo>
                  <a:pt x="4762500" y="1176528"/>
                </a:lnTo>
                <a:lnTo>
                  <a:pt x="4762500" y="1179156"/>
                </a:lnTo>
                <a:lnTo>
                  <a:pt x="4762970" y="1180287"/>
                </a:lnTo>
                <a:lnTo>
                  <a:pt x="4764837" y="1182141"/>
                </a:lnTo>
                <a:lnTo>
                  <a:pt x="4765954" y="1182611"/>
                </a:lnTo>
                <a:lnTo>
                  <a:pt x="4768583" y="1182611"/>
                </a:lnTo>
                <a:lnTo>
                  <a:pt x="4769701" y="1182141"/>
                </a:lnTo>
                <a:lnTo>
                  <a:pt x="4771568" y="1180287"/>
                </a:lnTo>
                <a:lnTo>
                  <a:pt x="4772025" y="1179156"/>
                </a:lnTo>
                <a:lnTo>
                  <a:pt x="4772025" y="1176528"/>
                </a:lnTo>
                <a:close/>
              </a:path>
              <a:path w="11201400" h="1183005">
                <a:moveTo>
                  <a:pt x="4772025" y="589991"/>
                </a:moveTo>
                <a:lnTo>
                  <a:pt x="4771568" y="588873"/>
                </a:lnTo>
                <a:lnTo>
                  <a:pt x="4769701" y="587006"/>
                </a:lnTo>
                <a:lnTo>
                  <a:pt x="4768583" y="586536"/>
                </a:lnTo>
                <a:lnTo>
                  <a:pt x="4765954" y="586536"/>
                </a:lnTo>
                <a:lnTo>
                  <a:pt x="4764837" y="587006"/>
                </a:lnTo>
                <a:lnTo>
                  <a:pt x="4762970" y="588873"/>
                </a:lnTo>
                <a:lnTo>
                  <a:pt x="4762500" y="589991"/>
                </a:lnTo>
                <a:lnTo>
                  <a:pt x="4762500" y="592620"/>
                </a:lnTo>
                <a:lnTo>
                  <a:pt x="4762970" y="593737"/>
                </a:lnTo>
                <a:lnTo>
                  <a:pt x="4764837" y="595604"/>
                </a:lnTo>
                <a:lnTo>
                  <a:pt x="4765954" y="596061"/>
                </a:lnTo>
                <a:lnTo>
                  <a:pt x="4768583" y="596061"/>
                </a:lnTo>
                <a:lnTo>
                  <a:pt x="4769701" y="595604"/>
                </a:lnTo>
                <a:lnTo>
                  <a:pt x="4771568" y="593737"/>
                </a:lnTo>
                <a:lnTo>
                  <a:pt x="4772025" y="592620"/>
                </a:lnTo>
                <a:lnTo>
                  <a:pt x="4772025" y="589991"/>
                </a:lnTo>
                <a:close/>
              </a:path>
              <a:path w="11201400" h="1183005">
                <a:moveTo>
                  <a:pt x="4772025" y="3454"/>
                </a:moveTo>
                <a:lnTo>
                  <a:pt x="4771568" y="2324"/>
                </a:lnTo>
                <a:lnTo>
                  <a:pt x="4769701" y="469"/>
                </a:lnTo>
                <a:lnTo>
                  <a:pt x="4768583" y="0"/>
                </a:lnTo>
                <a:lnTo>
                  <a:pt x="4765954" y="0"/>
                </a:lnTo>
                <a:lnTo>
                  <a:pt x="4764837" y="469"/>
                </a:lnTo>
                <a:lnTo>
                  <a:pt x="4762970" y="2324"/>
                </a:lnTo>
                <a:lnTo>
                  <a:pt x="4762500" y="3454"/>
                </a:lnTo>
                <a:lnTo>
                  <a:pt x="4762500" y="6083"/>
                </a:lnTo>
                <a:lnTo>
                  <a:pt x="4762970" y="7200"/>
                </a:lnTo>
                <a:lnTo>
                  <a:pt x="4764837" y="9067"/>
                </a:lnTo>
                <a:lnTo>
                  <a:pt x="4765954" y="9525"/>
                </a:lnTo>
                <a:lnTo>
                  <a:pt x="4768583" y="9525"/>
                </a:lnTo>
                <a:lnTo>
                  <a:pt x="4769701" y="9067"/>
                </a:lnTo>
                <a:lnTo>
                  <a:pt x="4771568" y="7200"/>
                </a:lnTo>
                <a:lnTo>
                  <a:pt x="4772025" y="6083"/>
                </a:lnTo>
                <a:lnTo>
                  <a:pt x="4772025" y="3454"/>
                </a:lnTo>
                <a:close/>
              </a:path>
              <a:path w="11201400" h="1183005">
                <a:moveTo>
                  <a:pt x="4819650" y="1176528"/>
                </a:moveTo>
                <a:lnTo>
                  <a:pt x="4819193" y="1175410"/>
                </a:lnTo>
                <a:lnTo>
                  <a:pt x="4817326" y="1173543"/>
                </a:lnTo>
                <a:lnTo>
                  <a:pt x="4816208" y="1173086"/>
                </a:lnTo>
                <a:lnTo>
                  <a:pt x="4813579" y="1173086"/>
                </a:lnTo>
                <a:lnTo>
                  <a:pt x="4812449" y="1173543"/>
                </a:lnTo>
                <a:lnTo>
                  <a:pt x="4810595" y="1175410"/>
                </a:lnTo>
                <a:lnTo>
                  <a:pt x="4810125" y="1176528"/>
                </a:lnTo>
                <a:lnTo>
                  <a:pt x="4810125" y="1179156"/>
                </a:lnTo>
                <a:lnTo>
                  <a:pt x="4810595" y="1180287"/>
                </a:lnTo>
                <a:lnTo>
                  <a:pt x="4812449" y="1182141"/>
                </a:lnTo>
                <a:lnTo>
                  <a:pt x="4813579" y="1182611"/>
                </a:lnTo>
                <a:lnTo>
                  <a:pt x="4816208" y="1182611"/>
                </a:lnTo>
                <a:lnTo>
                  <a:pt x="4817326" y="1182141"/>
                </a:lnTo>
                <a:lnTo>
                  <a:pt x="4819193" y="1180287"/>
                </a:lnTo>
                <a:lnTo>
                  <a:pt x="4819650" y="1179156"/>
                </a:lnTo>
                <a:lnTo>
                  <a:pt x="4819650" y="1176528"/>
                </a:lnTo>
                <a:close/>
              </a:path>
              <a:path w="11201400" h="1183005">
                <a:moveTo>
                  <a:pt x="4819650" y="589991"/>
                </a:moveTo>
                <a:lnTo>
                  <a:pt x="4819193" y="588873"/>
                </a:lnTo>
                <a:lnTo>
                  <a:pt x="4817326" y="587006"/>
                </a:lnTo>
                <a:lnTo>
                  <a:pt x="4816208" y="586536"/>
                </a:lnTo>
                <a:lnTo>
                  <a:pt x="4813579" y="586536"/>
                </a:lnTo>
                <a:lnTo>
                  <a:pt x="4812449" y="587006"/>
                </a:lnTo>
                <a:lnTo>
                  <a:pt x="4810595" y="588873"/>
                </a:lnTo>
                <a:lnTo>
                  <a:pt x="4810125" y="589991"/>
                </a:lnTo>
                <a:lnTo>
                  <a:pt x="4810125" y="592620"/>
                </a:lnTo>
                <a:lnTo>
                  <a:pt x="4810595" y="593737"/>
                </a:lnTo>
                <a:lnTo>
                  <a:pt x="4812449" y="595604"/>
                </a:lnTo>
                <a:lnTo>
                  <a:pt x="4813579" y="596061"/>
                </a:lnTo>
                <a:lnTo>
                  <a:pt x="4816208" y="596061"/>
                </a:lnTo>
                <a:lnTo>
                  <a:pt x="4817326" y="595604"/>
                </a:lnTo>
                <a:lnTo>
                  <a:pt x="4819193" y="593737"/>
                </a:lnTo>
                <a:lnTo>
                  <a:pt x="4819650" y="592620"/>
                </a:lnTo>
                <a:lnTo>
                  <a:pt x="4819650" y="589991"/>
                </a:lnTo>
                <a:close/>
              </a:path>
              <a:path w="11201400" h="1183005">
                <a:moveTo>
                  <a:pt x="4819650" y="3454"/>
                </a:moveTo>
                <a:lnTo>
                  <a:pt x="4819193" y="2324"/>
                </a:lnTo>
                <a:lnTo>
                  <a:pt x="4817326" y="469"/>
                </a:lnTo>
                <a:lnTo>
                  <a:pt x="4816208" y="0"/>
                </a:lnTo>
                <a:lnTo>
                  <a:pt x="4813579" y="0"/>
                </a:lnTo>
                <a:lnTo>
                  <a:pt x="4812449" y="469"/>
                </a:lnTo>
                <a:lnTo>
                  <a:pt x="4810595" y="2324"/>
                </a:lnTo>
                <a:lnTo>
                  <a:pt x="4810125" y="3454"/>
                </a:lnTo>
                <a:lnTo>
                  <a:pt x="4810125" y="6083"/>
                </a:lnTo>
                <a:lnTo>
                  <a:pt x="4810595" y="7200"/>
                </a:lnTo>
                <a:lnTo>
                  <a:pt x="4812449" y="9067"/>
                </a:lnTo>
                <a:lnTo>
                  <a:pt x="4813579" y="9525"/>
                </a:lnTo>
                <a:lnTo>
                  <a:pt x="4816208" y="9525"/>
                </a:lnTo>
                <a:lnTo>
                  <a:pt x="4817326" y="9067"/>
                </a:lnTo>
                <a:lnTo>
                  <a:pt x="4819193" y="7200"/>
                </a:lnTo>
                <a:lnTo>
                  <a:pt x="4819650" y="6083"/>
                </a:lnTo>
                <a:lnTo>
                  <a:pt x="4819650" y="3454"/>
                </a:lnTo>
                <a:close/>
              </a:path>
              <a:path w="11201400" h="1183005">
                <a:moveTo>
                  <a:pt x="4867275" y="1176528"/>
                </a:moveTo>
                <a:lnTo>
                  <a:pt x="4866818" y="1175410"/>
                </a:lnTo>
                <a:lnTo>
                  <a:pt x="4864951" y="1173543"/>
                </a:lnTo>
                <a:lnTo>
                  <a:pt x="4863833" y="1173086"/>
                </a:lnTo>
                <a:lnTo>
                  <a:pt x="4861204" y="1173086"/>
                </a:lnTo>
                <a:lnTo>
                  <a:pt x="4860074" y="1173543"/>
                </a:lnTo>
                <a:lnTo>
                  <a:pt x="4858220" y="1175410"/>
                </a:lnTo>
                <a:lnTo>
                  <a:pt x="4857750" y="1176528"/>
                </a:lnTo>
                <a:lnTo>
                  <a:pt x="4857750" y="1179156"/>
                </a:lnTo>
                <a:lnTo>
                  <a:pt x="4858220" y="1180287"/>
                </a:lnTo>
                <a:lnTo>
                  <a:pt x="4860074" y="1182141"/>
                </a:lnTo>
                <a:lnTo>
                  <a:pt x="4861204" y="1182611"/>
                </a:lnTo>
                <a:lnTo>
                  <a:pt x="4863833" y="1182611"/>
                </a:lnTo>
                <a:lnTo>
                  <a:pt x="4864951" y="1182141"/>
                </a:lnTo>
                <a:lnTo>
                  <a:pt x="4866818" y="1180287"/>
                </a:lnTo>
                <a:lnTo>
                  <a:pt x="4867275" y="1179156"/>
                </a:lnTo>
                <a:lnTo>
                  <a:pt x="4867275" y="1176528"/>
                </a:lnTo>
                <a:close/>
              </a:path>
              <a:path w="11201400" h="1183005">
                <a:moveTo>
                  <a:pt x="4867275" y="589991"/>
                </a:moveTo>
                <a:lnTo>
                  <a:pt x="4866818" y="588873"/>
                </a:lnTo>
                <a:lnTo>
                  <a:pt x="4864951" y="587006"/>
                </a:lnTo>
                <a:lnTo>
                  <a:pt x="4863833" y="586536"/>
                </a:lnTo>
                <a:lnTo>
                  <a:pt x="4861204" y="586536"/>
                </a:lnTo>
                <a:lnTo>
                  <a:pt x="4860074" y="587006"/>
                </a:lnTo>
                <a:lnTo>
                  <a:pt x="4858220" y="588873"/>
                </a:lnTo>
                <a:lnTo>
                  <a:pt x="4857750" y="589991"/>
                </a:lnTo>
                <a:lnTo>
                  <a:pt x="4857750" y="592620"/>
                </a:lnTo>
                <a:lnTo>
                  <a:pt x="4858220" y="593737"/>
                </a:lnTo>
                <a:lnTo>
                  <a:pt x="4860074" y="595604"/>
                </a:lnTo>
                <a:lnTo>
                  <a:pt x="4861204" y="596061"/>
                </a:lnTo>
                <a:lnTo>
                  <a:pt x="4863833" y="596061"/>
                </a:lnTo>
                <a:lnTo>
                  <a:pt x="4864951" y="595604"/>
                </a:lnTo>
                <a:lnTo>
                  <a:pt x="4866818" y="593737"/>
                </a:lnTo>
                <a:lnTo>
                  <a:pt x="4867275" y="592620"/>
                </a:lnTo>
                <a:lnTo>
                  <a:pt x="4867275" y="589991"/>
                </a:lnTo>
                <a:close/>
              </a:path>
              <a:path w="11201400" h="1183005">
                <a:moveTo>
                  <a:pt x="4867275" y="3454"/>
                </a:moveTo>
                <a:lnTo>
                  <a:pt x="4866818" y="2324"/>
                </a:lnTo>
                <a:lnTo>
                  <a:pt x="4864951" y="469"/>
                </a:lnTo>
                <a:lnTo>
                  <a:pt x="4863833" y="0"/>
                </a:lnTo>
                <a:lnTo>
                  <a:pt x="4861204" y="0"/>
                </a:lnTo>
                <a:lnTo>
                  <a:pt x="4860074" y="469"/>
                </a:lnTo>
                <a:lnTo>
                  <a:pt x="4858220" y="2324"/>
                </a:lnTo>
                <a:lnTo>
                  <a:pt x="4857750" y="3454"/>
                </a:lnTo>
                <a:lnTo>
                  <a:pt x="4857750" y="6083"/>
                </a:lnTo>
                <a:lnTo>
                  <a:pt x="4858220" y="7200"/>
                </a:lnTo>
                <a:lnTo>
                  <a:pt x="4860074" y="9067"/>
                </a:lnTo>
                <a:lnTo>
                  <a:pt x="4861204" y="9525"/>
                </a:lnTo>
                <a:lnTo>
                  <a:pt x="4863833" y="9525"/>
                </a:lnTo>
                <a:lnTo>
                  <a:pt x="4864951" y="9067"/>
                </a:lnTo>
                <a:lnTo>
                  <a:pt x="4866818" y="7200"/>
                </a:lnTo>
                <a:lnTo>
                  <a:pt x="4867275" y="6083"/>
                </a:lnTo>
                <a:lnTo>
                  <a:pt x="4867275" y="3454"/>
                </a:lnTo>
                <a:close/>
              </a:path>
              <a:path w="11201400" h="1183005">
                <a:moveTo>
                  <a:pt x="4914900" y="1176528"/>
                </a:moveTo>
                <a:lnTo>
                  <a:pt x="4914443" y="1175410"/>
                </a:lnTo>
                <a:lnTo>
                  <a:pt x="4912576" y="1173543"/>
                </a:lnTo>
                <a:lnTo>
                  <a:pt x="4911458" y="1173086"/>
                </a:lnTo>
                <a:lnTo>
                  <a:pt x="4908829" y="1173086"/>
                </a:lnTo>
                <a:lnTo>
                  <a:pt x="4907699" y="1173543"/>
                </a:lnTo>
                <a:lnTo>
                  <a:pt x="4905845" y="1175410"/>
                </a:lnTo>
                <a:lnTo>
                  <a:pt x="4905375" y="1176528"/>
                </a:lnTo>
                <a:lnTo>
                  <a:pt x="4905375" y="1179156"/>
                </a:lnTo>
                <a:lnTo>
                  <a:pt x="4905845" y="1180287"/>
                </a:lnTo>
                <a:lnTo>
                  <a:pt x="4907699" y="1182141"/>
                </a:lnTo>
                <a:lnTo>
                  <a:pt x="4908829" y="1182611"/>
                </a:lnTo>
                <a:lnTo>
                  <a:pt x="4911458" y="1182611"/>
                </a:lnTo>
                <a:lnTo>
                  <a:pt x="4912576" y="1182141"/>
                </a:lnTo>
                <a:lnTo>
                  <a:pt x="4914443" y="1180287"/>
                </a:lnTo>
                <a:lnTo>
                  <a:pt x="4914900" y="1179156"/>
                </a:lnTo>
                <a:lnTo>
                  <a:pt x="4914900" y="1176528"/>
                </a:lnTo>
                <a:close/>
              </a:path>
              <a:path w="11201400" h="1183005">
                <a:moveTo>
                  <a:pt x="4914900" y="589991"/>
                </a:moveTo>
                <a:lnTo>
                  <a:pt x="4914443" y="588873"/>
                </a:lnTo>
                <a:lnTo>
                  <a:pt x="4912576" y="587006"/>
                </a:lnTo>
                <a:lnTo>
                  <a:pt x="4911458" y="586536"/>
                </a:lnTo>
                <a:lnTo>
                  <a:pt x="4908829" y="586536"/>
                </a:lnTo>
                <a:lnTo>
                  <a:pt x="4907699" y="587006"/>
                </a:lnTo>
                <a:lnTo>
                  <a:pt x="4905845" y="588873"/>
                </a:lnTo>
                <a:lnTo>
                  <a:pt x="4905375" y="589991"/>
                </a:lnTo>
                <a:lnTo>
                  <a:pt x="4905375" y="592620"/>
                </a:lnTo>
                <a:lnTo>
                  <a:pt x="4905845" y="593737"/>
                </a:lnTo>
                <a:lnTo>
                  <a:pt x="4907699" y="595604"/>
                </a:lnTo>
                <a:lnTo>
                  <a:pt x="4908829" y="596061"/>
                </a:lnTo>
                <a:lnTo>
                  <a:pt x="4911458" y="596061"/>
                </a:lnTo>
                <a:lnTo>
                  <a:pt x="4912576" y="595604"/>
                </a:lnTo>
                <a:lnTo>
                  <a:pt x="4914443" y="593737"/>
                </a:lnTo>
                <a:lnTo>
                  <a:pt x="4914900" y="592620"/>
                </a:lnTo>
                <a:lnTo>
                  <a:pt x="4914900" y="589991"/>
                </a:lnTo>
                <a:close/>
              </a:path>
              <a:path w="11201400" h="1183005">
                <a:moveTo>
                  <a:pt x="4914900" y="3454"/>
                </a:moveTo>
                <a:lnTo>
                  <a:pt x="4914443" y="2324"/>
                </a:lnTo>
                <a:lnTo>
                  <a:pt x="4912576" y="469"/>
                </a:lnTo>
                <a:lnTo>
                  <a:pt x="4911458" y="0"/>
                </a:lnTo>
                <a:lnTo>
                  <a:pt x="4908829" y="0"/>
                </a:lnTo>
                <a:lnTo>
                  <a:pt x="4907699" y="469"/>
                </a:lnTo>
                <a:lnTo>
                  <a:pt x="4905845" y="2324"/>
                </a:lnTo>
                <a:lnTo>
                  <a:pt x="4905375" y="3454"/>
                </a:lnTo>
                <a:lnTo>
                  <a:pt x="4905375" y="6083"/>
                </a:lnTo>
                <a:lnTo>
                  <a:pt x="4905845" y="7200"/>
                </a:lnTo>
                <a:lnTo>
                  <a:pt x="4907699" y="9067"/>
                </a:lnTo>
                <a:lnTo>
                  <a:pt x="4908829" y="9525"/>
                </a:lnTo>
                <a:lnTo>
                  <a:pt x="4911458" y="9525"/>
                </a:lnTo>
                <a:lnTo>
                  <a:pt x="4912576" y="9067"/>
                </a:lnTo>
                <a:lnTo>
                  <a:pt x="4914443" y="7200"/>
                </a:lnTo>
                <a:lnTo>
                  <a:pt x="4914900" y="6083"/>
                </a:lnTo>
                <a:lnTo>
                  <a:pt x="4914900" y="3454"/>
                </a:lnTo>
                <a:close/>
              </a:path>
              <a:path w="11201400" h="1183005">
                <a:moveTo>
                  <a:pt x="4962525" y="1176528"/>
                </a:moveTo>
                <a:lnTo>
                  <a:pt x="4962068" y="1175410"/>
                </a:lnTo>
                <a:lnTo>
                  <a:pt x="4960201" y="1173543"/>
                </a:lnTo>
                <a:lnTo>
                  <a:pt x="4959083" y="1173086"/>
                </a:lnTo>
                <a:lnTo>
                  <a:pt x="4956454" y="1173086"/>
                </a:lnTo>
                <a:lnTo>
                  <a:pt x="4955324" y="1173543"/>
                </a:lnTo>
                <a:lnTo>
                  <a:pt x="4953470" y="1175410"/>
                </a:lnTo>
                <a:lnTo>
                  <a:pt x="4953000" y="1176528"/>
                </a:lnTo>
                <a:lnTo>
                  <a:pt x="4953000" y="1179156"/>
                </a:lnTo>
                <a:lnTo>
                  <a:pt x="4953470" y="1180287"/>
                </a:lnTo>
                <a:lnTo>
                  <a:pt x="4955324" y="1182141"/>
                </a:lnTo>
                <a:lnTo>
                  <a:pt x="4956454" y="1182611"/>
                </a:lnTo>
                <a:lnTo>
                  <a:pt x="4959083" y="1182611"/>
                </a:lnTo>
                <a:lnTo>
                  <a:pt x="4960201" y="1182141"/>
                </a:lnTo>
                <a:lnTo>
                  <a:pt x="4962068" y="1180287"/>
                </a:lnTo>
                <a:lnTo>
                  <a:pt x="4962525" y="1179156"/>
                </a:lnTo>
                <a:lnTo>
                  <a:pt x="4962525" y="1176528"/>
                </a:lnTo>
                <a:close/>
              </a:path>
              <a:path w="11201400" h="1183005">
                <a:moveTo>
                  <a:pt x="4962525" y="589991"/>
                </a:moveTo>
                <a:lnTo>
                  <a:pt x="4962068" y="588873"/>
                </a:lnTo>
                <a:lnTo>
                  <a:pt x="4960201" y="587006"/>
                </a:lnTo>
                <a:lnTo>
                  <a:pt x="4959083" y="586536"/>
                </a:lnTo>
                <a:lnTo>
                  <a:pt x="4956454" y="586536"/>
                </a:lnTo>
                <a:lnTo>
                  <a:pt x="4955324" y="587006"/>
                </a:lnTo>
                <a:lnTo>
                  <a:pt x="4953470" y="588873"/>
                </a:lnTo>
                <a:lnTo>
                  <a:pt x="4953000" y="589991"/>
                </a:lnTo>
                <a:lnTo>
                  <a:pt x="4953000" y="592620"/>
                </a:lnTo>
                <a:lnTo>
                  <a:pt x="4953470" y="593737"/>
                </a:lnTo>
                <a:lnTo>
                  <a:pt x="4955324" y="595604"/>
                </a:lnTo>
                <a:lnTo>
                  <a:pt x="4956454" y="596061"/>
                </a:lnTo>
                <a:lnTo>
                  <a:pt x="4959083" y="596061"/>
                </a:lnTo>
                <a:lnTo>
                  <a:pt x="4960201" y="595604"/>
                </a:lnTo>
                <a:lnTo>
                  <a:pt x="4962068" y="593737"/>
                </a:lnTo>
                <a:lnTo>
                  <a:pt x="4962525" y="592620"/>
                </a:lnTo>
                <a:lnTo>
                  <a:pt x="4962525" y="589991"/>
                </a:lnTo>
                <a:close/>
              </a:path>
              <a:path w="11201400" h="1183005">
                <a:moveTo>
                  <a:pt x="4962525" y="3454"/>
                </a:moveTo>
                <a:lnTo>
                  <a:pt x="4962068" y="2324"/>
                </a:lnTo>
                <a:lnTo>
                  <a:pt x="4960201" y="469"/>
                </a:lnTo>
                <a:lnTo>
                  <a:pt x="4959083" y="0"/>
                </a:lnTo>
                <a:lnTo>
                  <a:pt x="4956454" y="0"/>
                </a:lnTo>
                <a:lnTo>
                  <a:pt x="4955324" y="469"/>
                </a:lnTo>
                <a:lnTo>
                  <a:pt x="4953470" y="2324"/>
                </a:lnTo>
                <a:lnTo>
                  <a:pt x="4953000" y="3454"/>
                </a:lnTo>
                <a:lnTo>
                  <a:pt x="4953000" y="6083"/>
                </a:lnTo>
                <a:lnTo>
                  <a:pt x="4953470" y="7200"/>
                </a:lnTo>
                <a:lnTo>
                  <a:pt x="4955324" y="9067"/>
                </a:lnTo>
                <a:lnTo>
                  <a:pt x="4956454" y="9525"/>
                </a:lnTo>
                <a:lnTo>
                  <a:pt x="4959083" y="9525"/>
                </a:lnTo>
                <a:lnTo>
                  <a:pt x="4960201" y="9067"/>
                </a:lnTo>
                <a:lnTo>
                  <a:pt x="4962068" y="7200"/>
                </a:lnTo>
                <a:lnTo>
                  <a:pt x="4962525" y="6083"/>
                </a:lnTo>
                <a:lnTo>
                  <a:pt x="4962525" y="3454"/>
                </a:lnTo>
                <a:close/>
              </a:path>
              <a:path w="11201400" h="1183005">
                <a:moveTo>
                  <a:pt x="5010150" y="1176528"/>
                </a:moveTo>
                <a:lnTo>
                  <a:pt x="5009693" y="1175410"/>
                </a:lnTo>
                <a:lnTo>
                  <a:pt x="5007826" y="1173543"/>
                </a:lnTo>
                <a:lnTo>
                  <a:pt x="5006708" y="1173086"/>
                </a:lnTo>
                <a:lnTo>
                  <a:pt x="5004079" y="1173086"/>
                </a:lnTo>
                <a:lnTo>
                  <a:pt x="5002949" y="1173543"/>
                </a:lnTo>
                <a:lnTo>
                  <a:pt x="5001095" y="1175410"/>
                </a:lnTo>
                <a:lnTo>
                  <a:pt x="5000625" y="1176528"/>
                </a:lnTo>
                <a:lnTo>
                  <a:pt x="5000625" y="1179156"/>
                </a:lnTo>
                <a:lnTo>
                  <a:pt x="5001095" y="1180287"/>
                </a:lnTo>
                <a:lnTo>
                  <a:pt x="5002949" y="1182141"/>
                </a:lnTo>
                <a:lnTo>
                  <a:pt x="5004079" y="1182611"/>
                </a:lnTo>
                <a:lnTo>
                  <a:pt x="5006708" y="1182611"/>
                </a:lnTo>
                <a:lnTo>
                  <a:pt x="5007826" y="1182141"/>
                </a:lnTo>
                <a:lnTo>
                  <a:pt x="5009693" y="1180287"/>
                </a:lnTo>
                <a:lnTo>
                  <a:pt x="5010150" y="1179156"/>
                </a:lnTo>
                <a:lnTo>
                  <a:pt x="5010150" y="1176528"/>
                </a:lnTo>
                <a:close/>
              </a:path>
              <a:path w="11201400" h="1183005">
                <a:moveTo>
                  <a:pt x="5010150" y="589991"/>
                </a:moveTo>
                <a:lnTo>
                  <a:pt x="5009693" y="588873"/>
                </a:lnTo>
                <a:lnTo>
                  <a:pt x="5007826" y="587006"/>
                </a:lnTo>
                <a:lnTo>
                  <a:pt x="5006708" y="586536"/>
                </a:lnTo>
                <a:lnTo>
                  <a:pt x="5004079" y="586536"/>
                </a:lnTo>
                <a:lnTo>
                  <a:pt x="5002949" y="587006"/>
                </a:lnTo>
                <a:lnTo>
                  <a:pt x="5001095" y="588873"/>
                </a:lnTo>
                <a:lnTo>
                  <a:pt x="5000625" y="589991"/>
                </a:lnTo>
                <a:lnTo>
                  <a:pt x="5000625" y="592620"/>
                </a:lnTo>
                <a:lnTo>
                  <a:pt x="5001095" y="593737"/>
                </a:lnTo>
                <a:lnTo>
                  <a:pt x="5002949" y="595604"/>
                </a:lnTo>
                <a:lnTo>
                  <a:pt x="5004079" y="596061"/>
                </a:lnTo>
                <a:lnTo>
                  <a:pt x="5006708" y="596061"/>
                </a:lnTo>
                <a:lnTo>
                  <a:pt x="5007826" y="595604"/>
                </a:lnTo>
                <a:lnTo>
                  <a:pt x="5009693" y="593737"/>
                </a:lnTo>
                <a:lnTo>
                  <a:pt x="5010150" y="592620"/>
                </a:lnTo>
                <a:lnTo>
                  <a:pt x="5010150" y="589991"/>
                </a:lnTo>
                <a:close/>
              </a:path>
              <a:path w="11201400" h="1183005">
                <a:moveTo>
                  <a:pt x="5010150" y="3454"/>
                </a:moveTo>
                <a:lnTo>
                  <a:pt x="5009693" y="2324"/>
                </a:lnTo>
                <a:lnTo>
                  <a:pt x="5007826" y="469"/>
                </a:lnTo>
                <a:lnTo>
                  <a:pt x="5006708" y="0"/>
                </a:lnTo>
                <a:lnTo>
                  <a:pt x="5004079" y="0"/>
                </a:lnTo>
                <a:lnTo>
                  <a:pt x="5002949" y="469"/>
                </a:lnTo>
                <a:lnTo>
                  <a:pt x="5001095" y="2324"/>
                </a:lnTo>
                <a:lnTo>
                  <a:pt x="5000625" y="3454"/>
                </a:lnTo>
                <a:lnTo>
                  <a:pt x="5000625" y="6083"/>
                </a:lnTo>
                <a:lnTo>
                  <a:pt x="5001095" y="7200"/>
                </a:lnTo>
                <a:lnTo>
                  <a:pt x="5002949" y="9067"/>
                </a:lnTo>
                <a:lnTo>
                  <a:pt x="5004079" y="9525"/>
                </a:lnTo>
                <a:lnTo>
                  <a:pt x="5006708" y="9525"/>
                </a:lnTo>
                <a:lnTo>
                  <a:pt x="5007826" y="9067"/>
                </a:lnTo>
                <a:lnTo>
                  <a:pt x="5009693" y="7200"/>
                </a:lnTo>
                <a:lnTo>
                  <a:pt x="5010150" y="6083"/>
                </a:lnTo>
                <a:lnTo>
                  <a:pt x="5010150" y="3454"/>
                </a:lnTo>
                <a:close/>
              </a:path>
              <a:path w="11201400" h="1183005">
                <a:moveTo>
                  <a:pt x="5057775" y="1176528"/>
                </a:moveTo>
                <a:lnTo>
                  <a:pt x="5057318" y="1175410"/>
                </a:lnTo>
                <a:lnTo>
                  <a:pt x="5055451" y="1173543"/>
                </a:lnTo>
                <a:lnTo>
                  <a:pt x="5054333" y="1173086"/>
                </a:lnTo>
                <a:lnTo>
                  <a:pt x="5051704" y="1173086"/>
                </a:lnTo>
                <a:lnTo>
                  <a:pt x="5050574" y="1173543"/>
                </a:lnTo>
                <a:lnTo>
                  <a:pt x="5048720" y="1175410"/>
                </a:lnTo>
                <a:lnTo>
                  <a:pt x="5048250" y="1176528"/>
                </a:lnTo>
                <a:lnTo>
                  <a:pt x="5048250" y="1179156"/>
                </a:lnTo>
                <a:lnTo>
                  <a:pt x="5048720" y="1180287"/>
                </a:lnTo>
                <a:lnTo>
                  <a:pt x="5050574" y="1182141"/>
                </a:lnTo>
                <a:lnTo>
                  <a:pt x="5051704" y="1182611"/>
                </a:lnTo>
                <a:lnTo>
                  <a:pt x="5054333" y="1182611"/>
                </a:lnTo>
                <a:lnTo>
                  <a:pt x="5055451" y="1182141"/>
                </a:lnTo>
                <a:lnTo>
                  <a:pt x="5057318" y="1180287"/>
                </a:lnTo>
                <a:lnTo>
                  <a:pt x="5057775" y="1179156"/>
                </a:lnTo>
                <a:lnTo>
                  <a:pt x="5057775" y="1176528"/>
                </a:lnTo>
                <a:close/>
              </a:path>
              <a:path w="11201400" h="1183005">
                <a:moveTo>
                  <a:pt x="5057775" y="589991"/>
                </a:moveTo>
                <a:lnTo>
                  <a:pt x="5057318" y="588873"/>
                </a:lnTo>
                <a:lnTo>
                  <a:pt x="5055451" y="587006"/>
                </a:lnTo>
                <a:lnTo>
                  <a:pt x="5054333" y="586536"/>
                </a:lnTo>
                <a:lnTo>
                  <a:pt x="5051704" y="586536"/>
                </a:lnTo>
                <a:lnTo>
                  <a:pt x="5050574" y="587006"/>
                </a:lnTo>
                <a:lnTo>
                  <a:pt x="5048720" y="588873"/>
                </a:lnTo>
                <a:lnTo>
                  <a:pt x="5048250" y="589991"/>
                </a:lnTo>
                <a:lnTo>
                  <a:pt x="5048250" y="592620"/>
                </a:lnTo>
                <a:lnTo>
                  <a:pt x="5048720" y="593737"/>
                </a:lnTo>
                <a:lnTo>
                  <a:pt x="5050574" y="595604"/>
                </a:lnTo>
                <a:lnTo>
                  <a:pt x="5051704" y="596061"/>
                </a:lnTo>
                <a:lnTo>
                  <a:pt x="5054333" y="596061"/>
                </a:lnTo>
                <a:lnTo>
                  <a:pt x="5055451" y="595604"/>
                </a:lnTo>
                <a:lnTo>
                  <a:pt x="5057318" y="593737"/>
                </a:lnTo>
                <a:lnTo>
                  <a:pt x="5057775" y="592620"/>
                </a:lnTo>
                <a:lnTo>
                  <a:pt x="5057775" y="589991"/>
                </a:lnTo>
                <a:close/>
              </a:path>
              <a:path w="11201400" h="1183005">
                <a:moveTo>
                  <a:pt x="5057775" y="3454"/>
                </a:moveTo>
                <a:lnTo>
                  <a:pt x="5057318" y="2324"/>
                </a:lnTo>
                <a:lnTo>
                  <a:pt x="5055451" y="469"/>
                </a:lnTo>
                <a:lnTo>
                  <a:pt x="5054333" y="0"/>
                </a:lnTo>
                <a:lnTo>
                  <a:pt x="5051704" y="0"/>
                </a:lnTo>
                <a:lnTo>
                  <a:pt x="5050574" y="469"/>
                </a:lnTo>
                <a:lnTo>
                  <a:pt x="5048720" y="2324"/>
                </a:lnTo>
                <a:lnTo>
                  <a:pt x="5048250" y="3454"/>
                </a:lnTo>
                <a:lnTo>
                  <a:pt x="5048250" y="6083"/>
                </a:lnTo>
                <a:lnTo>
                  <a:pt x="5048720" y="7200"/>
                </a:lnTo>
                <a:lnTo>
                  <a:pt x="5050574" y="9067"/>
                </a:lnTo>
                <a:lnTo>
                  <a:pt x="5051704" y="9525"/>
                </a:lnTo>
                <a:lnTo>
                  <a:pt x="5054333" y="9525"/>
                </a:lnTo>
                <a:lnTo>
                  <a:pt x="5055451" y="9067"/>
                </a:lnTo>
                <a:lnTo>
                  <a:pt x="5057318" y="7200"/>
                </a:lnTo>
                <a:lnTo>
                  <a:pt x="5057775" y="6083"/>
                </a:lnTo>
                <a:lnTo>
                  <a:pt x="5057775" y="3454"/>
                </a:lnTo>
                <a:close/>
              </a:path>
              <a:path w="11201400" h="1183005">
                <a:moveTo>
                  <a:pt x="5105400" y="1176528"/>
                </a:moveTo>
                <a:lnTo>
                  <a:pt x="5104943" y="1175410"/>
                </a:lnTo>
                <a:lnTo>
                  <a:pt x="5103076" y="1173543"/>
                </a:lnTo>
                <a:lnTo>
                  <a:pt x="5101958" y="1173086"/>
                </a:lnTo>
                <a:lnTo>
                  <a:pt x="5099329" y="1173086"/>
                </a:lnTo>
                <a:lnTo>
                  <a:pt x="5098212" y="1173543"/>
                </a:lnTo>
                <a:lnTo>
                  <a:pt x="5096345" y="1175410"/>
                </a:lnTo>
                <a:lnTo>
                  <a:pt x="5095875" y="1176528"/>
                </a:lnTo>
                <a:lnTo>
                  <a:pt x="5095875" y="1179156"/>
                </a:lnTo>
                <a:lnTo>
                  <a:pt x="5096345" y="1180287"/>
                </a:lnTo>
                <a:lnTo>
                  <a:pt x="5098212" y="1182141"/>
                </a:lnTo>
                <a:lnTo>
                  <a:pt x="5099329" y="1182611"/>
                </a:lnTo>
                <a:lnTo>
                  <a:pt x="5101958" y="1182611"/>
                </a:lnTo>
                <a:lnTo>
                  <a:pt x="5103076" y="1182141"/>
                </a:lnTo>
                <a:lnTo>
                  <a:pt x="5104943" y="1180287"/>
                </a:lnTo>
                <a:lnTo>
                  <a:pt x="5105400" y="1179156"/>
                </a:lnTo>
                <a:lnTo>
                  <a:pt x="5105400" y="1176528"/>
                </a:lnTo>
                <a:close/>
              </a:path>
              <a:path w="11201400" h="1183005">
                <a:moveTo>
                  <a:pt x="5105400" y="589991"/>
                </a:moveTo>
                <a:lnTo>
                  <a:pt x="5104943" y="588873"/>
                </a:lnTo>
                <a:lnTo>
                  <a:pt x="5103076" y="587006"/>
                </a:lnTo>
                <a:lnTo>
                  <a:pt x="5101958" y="586536"/>
                </a:lnTo>
                <a:lnTo>
                  <a:pt x="5099329" y="586536"/>
                </a:lnTo>
                <a:lnTo>
                  <a:pt x="5098212" y="587006"/>
                </a:lnTo>
                <a:lnTo>
                  <a:pt x="5096345" y="588873"/>
                </a:lnTo>
                <a:lnTo>
                  <a:pt x="5095875" y="589991"/>
                </a:lnTo>
                <a:lnTo>
                  <a:pt x="5095875" y="592620"/>
                </a:lnTo>
                <a:lnTo>
                  <a:pt x="5096345" y="593737"/>
                </a:lnTo>
                <a:lnTo>
                  <a:pt x="5098212" y="595604"/>
                </a:lnTo>
                <a:lnTo>
                  <a:pt x="5099329" y="596061"/>
                </a:lnTo>
                <a:lnTo>
                  <a:pt x="5101958" y="596061"/>
                </a:lnTo>
                <a:lnTo>
                  <a:pt x="5103076" y="595604"/>
                </a:lnTo>
                <a:lnTo>
                  <a:pt x="5104943" y="593737"/>
                </a:lnTo>
                <a:lnTo>
                  <a:pt x="5105400" y="592620"/>
                </a:lnTo>
                <a:lnTo>
                  <a:pt x="5105400" y="589991"/>
                </a:lnTo>
                <a:close/>
              </a:path>
              <a:path w="11201400" h="1183005">
                <a:moveTo>
                  <a:pt x="5105400" y="3454"/>
                </a:moveTo>
                <a:lnTo>
                  <a:pt x="5104943" y="2324"/>
                </a:lnTo>
                <a:lnTo>
                  <a:pt x="5103076" y="469"/>
                </a:lnTo>
                <a:lnTo>
                  <a:pt x="5101958" y="0"/>
                </a:lnTo>
                <a:lnTo>
                  <a:pt x="5099329" y="0"/>
                </a:lnTo>
                <a:lnTo>
                  <a:pt x="5098212" y="469"/>
                </a:lnTo>
                <a:lnTo>
                  <a:pt x="5096345" y="2324"/>
                </a:lnTo>
                <a:lnTo>
                  <a:pt x="5095875" y="3454"/>
                </a:lnTo>
                <a:lnTo>
                  <a:pt x="5095875" y="6083"/>
                </a:lnTo>
                <a:lnTo>
                  <a:pt x="5096345" y="7200"/>
                </a:lnTo>
                <a:lnTo>
                  <a:pt x="5098212" y="9067"/>
                </a:lnTo>
                <a:lnTo>
                  <a:pt x="5099329" y="9525"/>
                </a:lnTo>
                <a:lnTo>
                  <a:pt x="5101958" y="9525"/>
                </a:lnTo>
                <a:lnTo>
                  <a:pt x="5103076" y="9067"/>
                </a:lnTo>
                <a:lnTo>
                  <a:pt x="5104943" y="7200"/>
                </a:lnTo>
                <a:lnTo>
                  <a:pt x="5105400" y="6083"/>
                </a:lnTo>
                <a:lnTo>
                  <a:pt x="5105400" y="3454"/>
                </a:lnTo>
                <a:close/>
              </a:path>
              <a:path w="11201400" h="1183005">
                <a:moveTo>
                  <a:pt x="5153025" y="1176528"/>
                </a:moveTo>
                <a:lnTo>
                  <a:pt x="5152568" y="1175410"/>
                </a:lnTo>
                <a:lnTo>
                  <a:pt x="5150701" y="1173543"/>
                </a:lnTo>
                <a:lnTo>
                  <a:pt x="5149583" y="1173086"/>
                </a:lnTo>
                <a:lnTo>
                  <a:pt x="5146954" y="1173086"/>
                </a:lnTo>
                <a:lnTo>
                  <a:pt x="5145824" y="1173543"/>
                </a:lnTo>
                <a:lnTo>
                  <a:pt x="5143970" y="1175410"/>
                </a:lnTo>
                <a:lnTo>
                  <a:pt x="5143500" y="1176528"/>
                </a:lnTo>
                <a:lnTo>
                  <a:pt x="5143500" y="1179156"/>
                </a:lnTo>
                <a:lnTo>
                  <a:pt x="5143970" y="1180287"/>
                </a:lnTo>
                <a:lnTo>
                  <a:pt x="5145824" y="1182141"/>
                </a:lnTo>
                <a:lnTo>
                  <a:pt x="5146954" y="1182611"/>
                </a:lnTo>
                <a:lnTo>
                  <a:pt x="5149583" y="1182611"/>
                </a:lnTo>
                <a:lnTo>
                  <a:pt x="5150701" y="1182141"/>
                </a:lnTo>
                <a:lnTo>
                  <a:pt x="5152568" y="1180287"/>
                </a:lnTo>
                <a:lnTo>
                  <a:pt x="5153025" y="1179156"/>
                </a:lnTo>
                <a:lnTo>
                  <a:pt x="5153025" y="1176528"/>
                </a:lnTo>
                <a:close/>
              </a:path>
              <a:path w="11201400" h="1183005">
                <a:moveTo>
                  <a:pt x="5153025" y="589991"/>
                </a:moveTo>
                <a:lnTo>
                  <a:pt x="5152568" y="588873"/>
                </a:lnTo>
                <a:lnTo>
                  <a:pt x="5150701" y="587006"/>
                </a:lnTo>
                <a:lnTo>
                  <a:pt x="5149583" y="586536"/>
                </a:lnTo>
                <a:lnTo>
                  <a:pt x="5146954" y="586536"/>
                </a:lnTo>
                <a:lnTo>
                  <a:pt x="5145824" y="587006"/>
                </a:lnTo>
                <a:lnTo>
                  <a:pt x="5143970" y="588873"/>
                </a:lnTo>
                <a:lnTo>
                  <a:pt x="5143500" y="589991"/>
                </a:lnTo>
                <a:lnTo>
                  <a:pt x="5143500" y="592620"/>
                </a:lnTo>
                <a:lnTo>
                  <a:pt x="5143970" y="593737"/>
                </a:lnTo>
                <a:lnTo>
                  <a:pt x="5145824" y="595604"/>
                </a:lnTo>
                <a:lnTo>
                  <a:pt x="5146954" y="596061"/>
                </a:lnTo>
                <a:lnTo>
                  <a:pt x="5149583" y="596061"/>
                </a:lnTo>
                <a:lnTo>
                  <a:pt x="5150701" y="595604"/>
                </a:lnTo>
                <a:lnTo>
                  <a:pt x="5152568" y="593737"/>
                </a:lnTo>
                <a:lnTo>
                  <a:pt x="5153025" y="592620"/>
                </a:lnTo>
                <a:lnTo>
                  <a:pt x="5153025" y="589991"/>
                </a:lnTo>
                <a:close/>
              </a:path>
              <a:path w="11201400" h="1183005">
                <a:moveTo>
                  <a:pt x="5153025" y="3454"/>
                </a:moveTo>
                <a:lnTo>
                  <a:pt x="5152568" y="2324"/>
                </a:lnTo>
                <a:lnTo>
                  <a:pt x="5150701" y="469"/>
                </a:lnTo>
                <a:lnTo>
                  <a:pt x="5149583" y="0"/>
                </a:lnTo>
                <a:lnTo>
                  <a:pt x="5146954" y="0"/>
                </a:lnTo>
                <a:lnTo>
                  <a:pt x="5145824" y="469"/>
                </a:lnTo>
                <a:lnTo>
                  <a:pt x="5143970" y="2324"/>
                </a:lnTo>
                <a:lnTo>
                  <a:pt x="5143500" y="3454"/>
                </a:lnTo>
                <a:lnTo>
                  <a:pt x="5143500" y="6083"/>
                </a:lnTo>
                <a:lnTo>
                  <a:pt x="5143970" y="7200"/>
                </a:lnTo>
                <a:lnTo>
                  <a:pt x="5145824" y="9067"/>
                </a:lnTo>
                <a:lnTo>
                  <a:pt x="5146954" y="9525"/>
                </a:lnTo>
                <a:lnTo>
                  <a:pt x="5149583" y="9525"/>
                </a:lnTo>
                <a:lnTo>
                  <a:pt x="5150701" y="9067"/>
                </a:lnTo>
                <a:lnTo>
                  <a:pt x="5152568" y="7200"/>
                </a:lnTo>
                <a:lnTo>
                  <a:pt x="5153025" y="6083"/>
                </a:lnTo>
                <a:lnTo>
                  <a:pt x="5153025" y="3454"/>
                </a:lnTo>
                <a:close/>
              </a:path>
              <a:path w="11201400" h="1183005">
                <a:moveTo>
                  <a:pt x="5200650" y="1176528"/>
                </a:moveTo>
                <a:lnTo>
                  <a:pt x="5200193" y="1175410"/>
                </a:lnTo>
                <a:lnTo>
                  <a:pt x="5198326" y="1173543"/>
                </a:lnTo>
                <a:lnTo>
                  <a:pt x="5197208" y="1173086"/>
                </a:lnTo>
                <a:lnTo>
                  <a:pt x="5194579" y="1173086"/>
                </a:lnTo>
                <a:lnTo>
                  <a:pt x="5193449" y="1173543"/>
                </a:lnTo>
                <a:lnTo>
                  <a:pt x="5191595" y="1175410"/>
                </a:lnTo>
                <a:lnTo>
                  <a:pt x="5191125" y="1176528"/>
                </a:lnTo>
                <a:lnTo>
                  <a:pt x="5191125" y="1179156"/>
                </a:lnTo>
                <a:lnTo>
                  <a:pt x="5191595" y="1180287"/>
                </a:lnTo>
                <a:lnTo>
                  <a:pt x="5193449" y="1182141"/>
                </a:lnTo>
                <a:lnTo>
                  <a:pt x="5194579" y="1182611"/>
                </a:lnTo>
                <a:lnTo>
                  <a:pt x="5197208" y="1182611"/>
                </a:lnTo>
                <a:lnTo>
                  <a:pt x="5198326" y="1182141"/>
                </a:lnTo>
                <a:lnTo>
                  <a:pt x="5200193" y="1180287"/>
                </a:lnTo>
                <a:lnTo>
                  <a:pt x="5200650" y="1179156"/>
                </a:lnTo>
                <a:lnTo>
                  <a:pt x="5200650" y="1176528"/>
                </a:lnTo>
                <a:close/>
              </a:path>
              <a:path w="11201400" h="1183005">
                <a:moveTo>
                  <a:pt x="5200650" y="589991"/>
                </a:moveTo>
                <a:lnTo>
                  <a:pt x="5200193" y="588873"/>
                </a:lnTo>
                <a:lnTo>
                  <a:pt x="5198326" y="587006"/>
                </a:lnTo>
                <a:lnTo>
                  <a:pt x="5197208" y="586536"/>
                </a:lnTo>
                <a:lnTo>
                  <a:pt x="5194579" y="586536"/>
                </a:lnTo>
                <a:lnTo>
                  <a:pt x="5193449" y="587006"/>
                </a:lnTo>
                <a:lnTo>
                  <a:pt x="5191595" y="588873"/>
                </a:lnTo>
                <a:lnTo>
                  <a:pt x="5191125" y="589991"/>
                </a:lnTo>
                <a:lnTo>
                  <a:pt x="5191125" y="592620"/>
                </a:lnTo>
                <a:lnTo>
                  <a:pt x="5191595" y="593737"/>
                </a:lnTo>
                <a:lnTo>
                  <a:pt x="5193449" y="595604"/>
                </a:lnTo>
                <a:lnTo>
                  <a:pt x="5194579" y="596061"/>
                </a:lnTo>
                <a:lnTo>
                  <a:pt x="5197208" y="596061"/>
                </a:lnTo>
                <a:lnTo>
                  <a:pt x="5198326" y="595604"/>
                </a:lnTo>
                <a:lnTo>
                  <a:pt x="5200193" y="593737"/>
                </a:lnTo>
                <a:lnTo>
                  <a:pt x="5200650" y="592620"/>
                </a:lnTo>
                <a:lnTo>
                  <a:pt x="5200650" y="589991"/>
                </a:lnTo>
                <a:close/>
              </a:path>
              <a:path w="11201400" h="1183005">
                <a:moveTo>
                  <a:pt x="5200650" y="3454"/>
                </a:moveTo>
                <a:lnTo>
                  <a:pt x="5200193" y="2324"/>
                </a:lnTo>
                <a:lnTo>
                  <a:pt x="5198326" y="469"/>
                </a:lnTo>
                <a:lnTo>
                  <a:pt x="5197208" y="0"/>
                </a:lnTo>
                <a:lnTo>
                  <a:pt x="5194579" y="0"/>
                </a:lnTo>
                <a:lnTo>
                  <a:pt x="5193449" y="469"/>
                </a:lnTo>
                <a:lnTo>
                  <a:pt x="5191595" y="2324"/>
                </a:lnTo>
                <a:lnTo>
                  <a:pt x="5191125" y="3454"/>
                </a:lnTo>
                <a:lnTo>
                  <a:pt x="5191125" y="6083"/>
                </a:lnTo>
                <a:lnTo>
                  <a:pt x="5191595" y="7200"/>
                </a:lnTo>
                <a:lnTo>
                  <a:pt x="5193449" y="9067"/>
                </a:lnTo>
                <a:lnTo>
                  <a:pt x="5194579" y="9525"/>
                </a:lnTo>
                <a:lnTo>
                  <a:pt x="5197208" y="9525"/>
                </a:lnTo>
                <a:lnTo>
                  <a:pt x="5198326" y="9067"/>
                </a:lnTo>
                <a:lnTo>
                  <a:pt x="5200193" y="7200"/>
                </a:lnTo>
                <a:lnTo>
                  <a:pt x="5200650" y="6083"/>
                </a:lnTo>
                <a:lnTo>
                  <a:pt x="5200650" y="3454"/>
                </a:lnTo>
                <a:close/>
              </a:path>
              <a:path w="11201400" h="1183005">
                <a:moveTo>
                  <a:pt x="5248275" y="1176528"/>
                </a:moveTo>
                <a:lnTo>
                  <a:pt x="5247818" y="1175410"/>
                </a:lnTo>
                <a:lnTo>
                  <a:pt x="5245951" y="1173543"/>
                </a:lnTo>
                <a:lnTo>
                  <a:pt x="5244833" y="1173086"/>
                </a:lnTo>
                <a:lnTo>
                  <a:pt x="5242204" y="1173086"/>
                </a:lnTo>
                <a:lnTo>
                  <a:pt x="5241074" y="1173543"/>
                </a:lnTo>
                <a:lnTo>
                  <a:pt x="5239220" y="1175410"/>
                </a:lnTo>
                <a:lnTo>
                  <a:pt x="5238750" y="1176528"/>
                </a:lnTo>
                <a:lnTo>
                  <a:pt x="5238750" y="1179156"/>
                </a:lnTo>
                <a:lnTo>
                  <a:pt x="5239220" y="1180287"/>
                </a:lnTo>
                <a:lnTo>
                  <a:pt x="5241074" y="1182141"/>
                </a:lnTo>
                <a:lnTo>
                  <a:pt x="5242204" y="1182611"/>
                </a:lnTo>
                <a:lnTo>
                  <a:pt x="5244833" y="1182611"/>
                </a:lnTo>
                <a:lnTo>
                  <a:pt x="5245951" y="1182141"/>
                </a:lnTo>
                <a:lnTo>
                  <a:pt x="5247818" y="1180287"/>
                </a:lnTo>
                <a:lnTo>
                  <a:pt x="5248275" y="1179156"/>
                </a:lnTo>
                <a:lnTo>
                  <a:pt x="5248275" y="1176528"/>
                </a:lnTo>
                <a:close/>
              </a:path>
              <a:path w="11201400" h="1183005">
                <a:moveTo>
                  <a:pt x="5248275" y="589991"/>
                </a:moveTo>
                <a:lnTo>
                  <a:pt x="5247818" y="588873"/>
                </a:lnTo>
                <a:lnTo>
                  <a:pt x="5245951" y="587006"/>
                </a:lnTo>
                <a:lnTo>
                  <a:pt x="5244833" y="586536"/>
                </a:lnTo>
                <a:lnTo>
                  <a:pt x="5242204" y="586536"/>
                </a:lnTo>
                <a:lnTo>
                  <a:pt x="5241074" y="587006"/>
                </a:lnTo>
                <a:lnTo>
                  <a:pt x="5239220" y="588873"/>
                </a:lnTo>
                <a:lnTo>
                  <a:pt x="5238750" y="589991"/>
                </a:lnTo>
                <a:lnTo>
                  <a:pt x="5238750" y="592620"/>
                </a:lnTo>
                <a:lnTo>
                  <a:pt x="5239220" y="593737"/>
                </a:lnTo>
                <a:lnTo>
                  <a:pt x="5241074" y="595604"/>
                </a:lnTo>
                <a:lnTo>
                  <a:pt x="5242204" y="596061"/>
                </a:lnTo>
                <a:lnTo>
                  <a:pt x="5244833" y="596061"/>
                </a:lnTo>
                <a:lnTo>
                  <a:pt x="5245951" y="595604"/>
                </a:lnTo>
                <a:lnTo>
                  <a:pt x="5247818" y="593737"/>
                </a:lnTo>
                <a:lnTo>
                  <a:pt x="5248275" y="592620"/>
                </a:lnTo>
                <a:lnTo>
                  <a:pt x="5248275" y="589991"/>
                </a:lnTo>
                <a:close/>
              </a:path>
              <a:path w="11201400" h="1183005">
                <a:moveTo>
                  <a:pt x="5248275" y="3454"/>
                </a:moveTo>
                <a:lnTo>
                  <a:pt x="5247818" y="2324"/>
                </a:lnTo>
                <a:lnTo>
                  <a:pt x="5245951" y="469"/>
                </a:lnTo>
                <a:lnTo>
                  <a:pt x="5244833" y="0"/>
                </a:lnTo>
                <a:lnTo>
                  <a:pt x="5242204" y="0"/>
                </a:lnTo>
                <a:lnTo>
                  <a:pt x="5241074" y="469"/>
                </a:lnTo>
                <a:lnTo>
                  <a:pt x="5239220" y="2324"/>
                </a:lnTo>
                <a:lnTo>
                  <a:pt x="5238750" y="3454"/>
                </a:lnTo>
                <a:lnTo>
                  <a:pt x="5238750" y="6083"/>
                </a:lnTo>
                <a:lnTo>
                  <a:pt x="5239220" y="7200"/>
                </a:lnTo>
                <a:lnTo>
                  <a:pt x="5241074" y="9067"/>
                </a:lnTo>
                <a:lnTo>
                  <a:pt x="5242204" y="9525"/>
                </a:lnTo>
                <a:lnTo>
                  <a:pt x="5244833" y="9525"/>
                </a:lnTo>
                <a:lnTo>
                  <a:pt x="5245951" y="9067"/>
                </a:lnTo>
                <a:lnTo>
                  <a:pt x="5247818" y="7200"/>
                </a:lnTo>
                <a:lnTo>
                  <a:pt x="5248275" y="6083"/>
                </a:lnTo>
                <a:lnTo>
                  <a:pt x="5248275" y="3454"/>
                </a:lnTo>
                <a:close/>
              </a:path>
              <a:path w="11201400" h="1183005">
                <a:moveTo>
                  <a:pt x="5295900" y="1176528"/>
                </a:moveTo>
                <a:lnTo>
                  <a:pt x="5295443" y="1175410"/>
                </a:lnTo>
                <a:lnTo>
                  <a:pt x="5293576" y="1173543"/>
                </a:lnTo>
                <a:lnTo>
                  <a:pt x="5292458" y="1173086"/>
                </a:lnTo>
                <a:lnTo>
                  <a:pt x="5289829" y="1173086"/>
                </a:lnTo>
                <a:lnTo>
                  <a:pt x="5288699" y="1173543"/>
                </a:lnTo>
                <a:lnTo>
                  <a:pt x="5286845" y="1175410"/>
                </a:lnTo>
                <a:lnTo>
                  <a:pt x="5286375" y="1176528"/>
                </a:lnTo>
                <a:lnTo>
                  <a:pt x="5286375" y="1179156"/>
                </a:lnTo>
                <a:lnTo>
                  <a:pt x="5286845" y="1180287"/>
                </a:lnTo>
                <a:lnTo>
                  <a:pt x="5288699" y="1182141"/>
                </a:lnTo>
                <a:lnTo>
                  <a:pt x="5289829" y="1182611"/>
                </a:lnTo>
                <a:lnTo>
                  <a:pt x="5292458" y="1182611"/>
                </a:lnTo>
                <a:lnTo>
                  <a:pt x="5293576" y="1182141"/>
                </a:lnTo>
                <a:lnTo>
                  <a:pt x="5295443" y="1180287"/>
                </a:lnTo>
                <a:lnTo>
                  <a:pt x="5295900" y="1179156"/>
                </a:lnTo>
                <a:lnTo>
                  <a:pt x="5295900" y="1176528"/>
                </a:lnTo>
                <a:close/>
              </a:path>
              <a:path w="11201400" h="1183005">
                <a:moveTo>
                  <a:pt x="5295900" y="589991"/>
                </a:moveTo>
                <a:lnTo>
                  <a:pt x="5295443" y="588873"/>
                </a:lnTo>
                <a:lnTo>
                  <a:pt x="5293576" y="587006"/>
                </a:lnTo>
                <a:lnTo>
                  <a:pt x="5292458" y="586536"/>
                </a:lnTo>
                <a:lnTo>
                  <a:pt x="5289829" y="586536"/>
                </a:lnTo>
                <a:lnTo>
                  <a:pt x="5288699" y="587006"/>
                </a:lnTo>
                <a:lnTo>
                  <a:pt x="5286845" y="588873"/>
                </a:lnTo>
                <a:lnTo>
                  <a:pt x="5286375" y="589991"/>
                </a:lnTo>
                <a:lnTo>
                  <a:pt x="5286375" y="592620"/>
                </a:lnTo>
                <a:lnTo>
                  <a:pt x="5286845" y="593737"/>
                </a:lnTo>
                <a:lnTo>
                  <a:pt x="5288699" y="595604"/>
                </a:lnTo>
                <a:lnTo>
                  <a:pt x="5289829" y="596061"/>
                </a:lnTo>
                <a:lnTo>
                  <a:pt x="5292458" y="596061"/>
                </a:lnTo>
                <a:lnTo>
                  <a:pt x="5293576" y="595604"/>
                </a:lnTo>
                <a:lnTo>
                  <a:pt x="5295443" y="593737"/>
                </a:lnTo>
                <a:lnTo>
                  <a:pt x="5295900" y="592620"/>
                </a:lnTo>
                <a:lnTo>
                  <a:pt x="5295900" y="589991"/>
                </a:lnTo>
                <a:close/>
              </a:path>
              <a:path w="11201400" h="1183005">
                <a:moveTo>
                  <a:pt x="5295900" y="3454"/>
                </a:moveTo>
                <a:lnTo>
                  <a:pt x="5295443" y="2324"/>
                </a:lnTo>
                <a:lnTo>
                  <a:pt x="5293576" y="469"/>
                </a:lnTo>
                <a:lnTo>
                  <a:pt x="5292458" y="0"/>
                </a:lnTo>
                <a:lnTo>
                  <a:pt x="5289829" y="0"/>
                </a:lnTo>
                <a:lnTo>
                  <a:pt x="5288699" y="469"/>
                </a:lnTo>
                <a:lnTo>
                  <a:pt x="5286845" y="2324"/>
                </a:lnTo>
                <a:lnTo>
                  <a:pt x="5286375" y="3454"/>
                </a:lnTo>
                <a:lnTo>
                  <a:pt x="5286375" y="6083"/>
                </a:lnTo>
                <a:lnTo>
                  <a:pt x="5286845" y="7200"/>
                </a:lnTo>
                <a:lnTo>
                  <a:pt x="5288699" y="9067"/>
                </a:lnTo>
                <a:lnTo>
                  <a:pt x="5289829" y="9525"/>
                </a:lnTo>
                <a:lnTo>
                  <a:pt x="5292458" y="9525"/>
                </a:lnTo>
                <a:lnTo>
                  <a:pt x="5293576" y="9067"/>
                </a:lnTo>
                <a:lnTo>
                  <a:pt x="5295443" y="7200"/>
                </a:lnTo>
                <a:lnTo>
                  <a:pt x="5295900" y="6083"/>
                </a:lnTo>
                <a:lnTo>
                  <a:pt x="5295900" y="3454"/>
                </a:lnTo>
                <a:close/>
              </a:path>
              <a:path w="11201400" h="1183005">
                <a:moveTo>
                  <a:pt x="5343525" y="1176528"/>
                </a:moveTo>
                <a:lnTo>
                  <a:pt x="5343068" y="1175410"/>
                </a:lnTo>
                <a:lnTo>
                  <a:pt x="5341201" y="1173543"/>
                </a:lnTo>
                <a:lnTo>
                  <a:pt x="5340083" y="1173086"/>
                </a:lnTo>
                <a:lnTo>
                  <a:pt x="5337454" y="1173086"/>
                </a:lnTo>
                <a:lnTo>
                  <a:pt x="5336324" y="1173543"/>
                </a:lnTo>
                <a:lnTo>
                  <a:pt x="5334470" y="1175410"/>
                </a:lnTo>
                <a:lnTo>
                  <a:pt x="5334000" y="1176528"/>
                </a:lnTo>
                <a:lnTo>
                  <a:pt x="5334000" y="1179156"/>
                </a:lnTo>
                <a:lnTo>
                  <a:pt x="5334470" y="1180287"/>
                </a:lnTo>
                <a:lnTo>
                  <a:pt x="5336324" y="1182141"/>
                </a:lnTo>
                <a:lnTo>
                  <a:pt x="5337454" y="1182611"/>
                </a:lnTo>
                <a:lnTo>
                  <a:pt x="5340083" y="1182611"/>
                </a:lnTo>
                <a:lnTo>
                  <a:pt x="5341201" y="1182141"/>
                </a:lnTo>
                <a:lnTo>
                  <a:pt x="5343068" y="1180287"/>
                </a:lnTo>
                <a:lnTo>
                  <a:pt x="5343525" y="1179156"/>
                </a:lnTo>
                <a:lnTo>
                  <a:pt x="5343525" y="1176528"/>
                </a:lnTo>
                <a:close/>
              </a:path>
              <a:path w="11201400" h="1183005">
                <a:moveTo>
                  <a:pt x="5343525" y="589991"/>
                </a:moveTo>
                <a:lnTo>
                  <a:pt x="5343068" y="588873"/>
                </a:lnTo>
                <a:lnTo>
                  <a:pt x="5341201" y="587006"/>
                </a:lnTo>
                <a:lnTo>
                  <a:pt x="5340083" y="586536"/>
                </a:lnTo>
                <a:lnTo>
                  <a:pt x="5337454" y="586536"/>
                </a:lnTo>
                <a:lnTo>
                  <a:pt x="5336324" y="587006"/>
                </a:lnTo>
                <a:lnTo>
                  <a:pt x="5334470" y="588873"/>
                </a:lnTo>
                <a:lnTo>
                  <a:pt x="5334000" y="589991"/>
                </a:lnTo>
                <a:lnTo>
                  <a:pt x="5334000" y="592620"/>
                </a:lnTo>
                <a:lnTo>
                  <a:pt x="5334470" y="593737"/>
                </a:lnTo>
                <a:lnTo>
                  <a:pt x="5336324" y="595604"/>
                </a:lnTo>
                <a:lnTo>
                  <a:pt x="5337454" y="596061"/>
                </a:lnTo>
                <a:lnTo>
                  <a:pt x="5340083" y="596061"/>
                </a:lnTo>
                <a:lnTo>
                  <a:pt x="5341201" y="595604"/>
                </a:lnTo>
                <a:lnTo>
                  <a:pt x="5343068" y="593737"/>
                </a:lnTo>
                <a:lnTo>
                  <a:pt x="5343525" y="592620"/>
                </a:lnTo>
                <a:lnTo>
                  <a:pt x="5343525" y="589991"/>
                </a:lnTo>
                <a:close/>
              </a:path>
              <a:path w="11201400" h="1183005">
                <a:moveTo>
                  <a:pt x="5343525" y="3454"/>
                </a:moveTo>
                <a:lnTo>
                  <a:pt x="5343068" y="2324"/>
                </a:lnTo>
                <a:lnTo>
                  <a:pt x="5341201" y="469"/>
                </a:lnTo>
                <a:lnTo>
                  <a:pt x="5340083" y="0"/>
                </a:lnTo>
                <a:lnTo>
                  <a:pt x="5337454" y="0"/>
                </a:lnTo>
                <a:lnTo>
                  <a:pt x="5336324" y="469"/>
                </a:lnTo>
                <a:lnTo>
                  <a:pt x="5334470" y="2324"/>
                </a:lnTo>
                <a:lnTo>
                  <a:pt x="5334000" y="3454"/>
                </a:lnTo>
                <a:lnTo>
                  <a:pt x="5334000" y="6083"/>
                </a:lnTo>
                <a:lnTo>
                  <a:pt x="5334470" y="7200"/>
                </a:lnTo>
                <a:lnTo>
                  <a:pt x="5336324" y="9067"/>
                </a:lnTo>
                <a:lnTo>
                  <a:pt x="5337454" y="9525"/>
                </a:lnTo>
                <a:lnTo>
                  <a:pt x="5340083" y="9525"/>
                </a:lnTo>
                <a:lnTo>
                  <a:pt x="5341201" y="9067"/>
                </a:lnTo>
                <a:lnTo>
                  <a:pt x="5343068" y="7200"/>
                </a:lnTo>
                <a:lnTo>
                  <a:pt x="5343525" y="6083"/>
                </a:lnTo>
                <a:lnTo>
                  <a:pt x="5343525" y="3454"/>
                </a:lnTo>
                <a:close/>
              </a:path>
              <a:path w="11201400" h="1183005">
                <a:moveTo>
                  <a:pt x="5391150" y="1176528"/>
                </a:moveTo>
                <a:lnTo>
                  <a:pt x="5390693" y="1175410"/>
                </a:lnTo>
                <a:lnTo>
                  <a:pt x="5388826" y="1173543"/>
                </a:lnTo>
                <a:lnTo>
                  <a:pt x="5387708" y="1173086"/>
                </a:lnTo>
                <a:lnTo>
                  <a:pt x="5385079" y="1173086"/>
                </a:lnTo>
                <a:lnTo>
                  <a:pt x="5383949" y="1173543"/>
                </a:lnTo>
                <a:lnTo>
                  <a:pt x="5382095" y="1175410"/>
                </a:lnTo>
                <a:lnTo>
                  <a:pt x="5381625" y="1176528"/>
                </a:lnTo>
                <a:lnTo>
                  <a:pt x="5381625" y="1179156"/>
                </a:lnTo>
                <a:lnTo>
                  <a:pt x="5382095" y="1180287"/>
                </a:lnTo>
                <a:lnTo>
                  <a:pt x="5383949" y="1182141"/>
                </a:lnTo>
                <a:lnTo>
                  <a:pt x="5385079" y="1182611"/>
                </a:lnTo>
                <a:lnTo>
                  <a:pt x="5387708" y="1182611"/>
                </a:lnTo>
                <a:lnTo>
                  <a:pt x="5388826" y="1182141"/>
                </a:lnTo>
                <a:lnTo>
                  <a:pt x="5390693" y="1180287"/>
                </a:lnTo>
                <a:lnTo>
                  <a:pt x="5391150" y="1179156"/>
                </a:lnTo>
                <a:lnTo>
                  <a:pt x="5391150" y="1176528"/>
                </a:lnTo>
                <a:close/>
              </a:path>
              <a:path w="11201400" h="1183005">
                <a:moveTo>
                  <a:pt x="5391150" y="589991"/>
                </a:moveTo>
                <a:lnTo>
                  <a:pt x="5390693" y="588873"/>
                </a:lnTo>
                <a:lnTo>
                  <a:pt x="5388826" y="587006"/>
                </a:lnTo>
                <a:lnTo>
                  <a:pt x="5387708" y="586536"/>
                </a:lnTo>
                <a:lnTo>
                  <a:pt x="5385079" y="586536"/>
                </a:lnTo>
                <a:lnTo>
                  <a:pt x="5383949" y="587006"/>
                </a:lnTo>
                <a:lnTo>
                  <a:pt x="5382095" y="588873"/>
                </a:lnTo>
                <a:lnTo>
                  <a:pt x="5381625" y="589991"/>
                </a:lnTo>
                <a:lnTo>
                  <a:pt x="5381625" y="592620"/>
                </a:lnTo>
                <a:lnTo>
                  <a:pt x="5382095" y="593737"/>
                </a:lnTo>
                <a:lnTo>
                  <a:pt x="5383949" y="595604"/>
                </a:lnTo>
                <a:lnTo>
                  <a:pt x="5385079" y="596061"/>
                </a:lnTo>
                <a:lnTo>
                  <a:pt x="5387708" y="596061"/>
                </a:lnTo>
                <a:lnTo>
                  <a:pt x="5388826" y="595604"/>
                </a:lnTo>
                <a:lnTo>
                  <a:pt x="5390693" y="593737"/>
                </a:lnTo>
                <a:lnTo>
                  <a:pt x="5391150" y="592620"/>
                </a:lnTo>
                <a:lnTo>
                  <a:pt x="5391150" y="589991"/>
                </a:lnTo>
                <a:close/>
              </a:path>
              <a:path w="11201400" h="1183005">
                <a:moveTo>
                  <a:pt x="5391150" y="3454"/>
                </a:moveTo>
                <a:lnTo>
                  <a:pt x="5390693" y="2324"/>
                </a:lnTo>
                <a:lnTo>
                  <a:pt x="5388826" y="469"/>
                </a:lnTo>
                <a:lnTo>
                  <a:pt x="5387708" y="0"/>
                </a:lnTo>
                <a:lnTo>
                  <a:pt x="5385079" y="0"/>
                </a:lnTo>
                <a:lnTo>
                  <a:pt x="5383949" y="469"/>
                </a:lnTo>
                <a:lnTo>
                  <a:pt x="5382095" y="2324"/>
                </a:lnTo>
                <a:lnTo>
                  <a:pt x="5381625" y="3454"/>
                </a:lnTo>
                <a:lnTo>
                  <a:pt x="5381625" y="6083"/>
                </a:lnTo>
                <a:lnTo>
                  <a:pt x="5382095" y="7200"/>
                </a:lnTo>
                <a:lnTo>
                  <a:pt x="5383949" y="9067"/>
                </a:lnTo>
                <a:lnTo>
                  <a:pt x="5385079" y="9525"/>
                </a:lnTo>
                <a:lnTo>
                  <a:pt x="5387708" y="9525"/>
                </a:lnTo>
                <a:lnTo>
                  <a:pt x="5388826" y="9067"/>
                </a:lnTo>
                <a:lnTo>
                  <a:pt x="5390693" y="7200"/>
                </a:lnTo>
                <a:lnTo>
                  <a:pt x="5391150" y="6083"/>
                </a:lnTo>
                <a:lnTo>
                  <a:pt x="5391150" y="3454"/>
                </a:lnTo>
                <a:close/>
              </a:path>
              <a:path w="11201400" h="1183005">
                <a:moveTo>
                  <a:pt x="5438775" y="1176528"/>
                </a:moveTo>
                <a:lnTo>
                  <a:pt x="5438318" y="1175410"/>
                </a:lnTo>
                <a:lnTo>
                  <a:pt x="5436451" y="1173543"/>
                </a:lnTo>
                <a:lnTo>
                  <a:pt x="5435333" y="1173086"/>
                </a:lnTo>
                <a:lnTo>
                  <a:pt x="5432704" y="1173086"/>
                </a:lnTo>
                <a:lnTo>
                  <a:pt x="5431574" y="1173543"/>
                </a:lnTo>
                <a:lnTo>
                  <a:pt x="5429720" y="1175410"/>
                </a:lnTo>
                <a:lnTo>
                  <a:pt x="5429250" y="1176528"/>
                </a:lnTo>
                <a:lnTo>
                  <a:pt x="5429250" y="1179156"/>
                </a:lnTo>
                <a:lnTo>
                  <a:pt x="5429720" y="1180287"/>
                </a:lnTo>
                <a:lnTo>
                  <a:pt x="5431574" y="1182141"/>
                </a:lnTo>
                <a:lnTo>
                  <a:pt x="5432704" y="1182611"/>
                </a:lnTo>
                <a:lnTo>
                  <a:pt x="5435333" y="1182611"/>
                </a:lnTo>
                <a:lnTo>
                  <a:pt x="5436451" y="1182141"/>
                </a:lnTo>
                <a:lnTo>
                  <a:pt x="5438318" y="1180287"/>
                </a:lnTo>
                <a:lnTo>
                  <a:pt x="5438775" y="1179156"/>
                </a:lnTo>
                <a:lnTo>
                  <a:pt x="5438775" y="1176528"/>
                </a:lnTo>
                <a:close/>
              </a:path>
              <a:path w="11201400" h="1183005">
                <a:moveTo>
                  <a:pt x="5438775" y="589991"/>
                </a:moveTo>
                <a:lnTo>
                  <a:pt x="5438318" y="588873"/>
                </a:lnTo>
                <a:lnTo>
                  <a:pt x="5436451" y="587006"/>
                </a:lnTo>
                <a:lnTo>
                  <a:pt x="5435333" y="586536"/>
                </a:lnTo>
                <a:lnTo>
                  <a:pt x="5432704" y="586536"/>
                </a:lnTo>
                <a:lnTo>
                  <a:pt x="5431574" y="587006"/>
                </a:lnTo>
                <a:lnTo>
                  <a:pt x="5429720" y="588873"/>
                </a:lnTo>
                <a:lnTo>
                  <a:pt x="5429250" y="589991"/>
                </a:lnTo>
                <a:lnTo>
                  <a:pt x="5429250" y="592620"/>
                </a:lnTo>
                <a:lnTo>
                  <a:pt x="5429720" y="593737"/>
                </a:lnTo>
                <a:lnTo>
                  <a:pt x="5431574" y="595604"/>
                </a:lnTo>
                <a:lnTo>
                  <a:pt x="5432704" y="596061"/>
                </a:lnTo>
                <a:lnTo>
                  <a:pt x="5435333" y="596061"/>
                </a:lnTo>
                <a:lnTo>
                  <a:pt x="5436451" y="595604"/>
                </a:lnTo>
                <a:lnTo>
                  <a:pt x="5438318" y="593737"/>
                </a:lnTo>
                <a:lnTo>
                  <a:pt x="5438775" y="592620"/>
                </a:lnTo>
                <a:lnTo>
                  <a:pt x="5438775" y="589991"/>
                </a:lnTo>
                <a:close/>
              </a:path>
              <a:path w="11201400" h="1183005">
                <a:moveTo>
                  <a:pt x="5438775" y="3454"/>
                </a:moveTo>
                <a:lnTo>
                  <a:pt x="5438318" y="2324"/>
                </a:lnTo>
                <a:lnTo>
                  <a:pt x="5436451" y="469"/>
                </a:lnTo>
                <a:lnTo>
                  <a:pt x="5435333" y="0"/>
                </a:lnTo>
                <a:lnTo>
                  <a:pt x="5432704" y="0"/>
                </a:lnTo>
                <a:lnTo>
                  <a:pt x="5431574" y="469"/>
                </a:lnTo>
                <a:lnTo>
                  <a:pt x="5429720" y="2324"/>
                </a:lnTo>
                <a:lnTo>
                  <a:pt x="5429250" y="3454"/>
                </a:lnTo>
                <a:lnTo>
                  <a:pt x="5429250" y="6083"/>
                </a:lnTo>
                <a:lnTo>
                  <a:pt x="5429720" y="7200"/>
                </a:lnTo>
                <a:lnTo>
                  <a:pt x="5431574" y="9067"/>
                </a:lnTo>
                <a:lnTo>
                  <a:pt x="5432704" y="9525"/>
                </a:lnTo>
                <a:lnTo>
                  <a:pt x="5435333" y="9525"/>
                </a:lnTo>
                <a:lnTo>
                  <a:pt x="5436451" y="9067"/>
                </a:lnTo>
                <a:lnTo>
                  <a:pt x="5438318" y="7200"/>
                </a:lnTo>
                <a:lnTo>
                  <a:pt x="5438775" y="6083"/>
                </a:lnTo>
                <a:lnTo>
                  <a:pt x="5438775" y="3454"/>
                </a:lnTo>
                <a:close/>
              </a:path>
              <a:path w="11201400" h="1183005">
                <a:moveTo>
                  <a:pt x="5486400" y="1176528"/>
                </a:moveTo>
                <a:lnTo>
                  <a:pt x="5485943" y="1175410"/>
                </a:lnTo>
                <a:lnTo>
                  <a:pt x="5484076" y="1173543"/>
                </a:lnTo>
                <a:lnTo>
                  <a:pt x="5482958" y="1173086"/>
                </a:lnTo>
                <a:lnTo>
                  <a:pt x="5480329" y="1173086"/>
                </a:lnTo>
                <a:lnTo>
                  <a:pt x="5479199" y="1173543"/>
                </a:lnTo>
                <a:lnTo>
                  <a:pt x="5477345" y="1175410"/>
                </a:lnTo>
                <a:lnTo>
                  <a:pt x="5476875" y="1176528"/>
                </a:lnTo>
                <a:lnTo>
                  <a:pt x="5476875" y="1179156"/>
                </a:lnTo>
                <a:lnTo>
                  <a:pt x="5477345" y="1180287"/>
                </a:lnTo>
                <a:lnTo>
                  <a:pt x="5479199" y="1182141"/>
                </a:lnTo>
                <a:lnTo>
                  <a:pt x="5480329" y="1182611"/>
                </a:lnTo>
                <a:lnTo>
                  <a:pt x="5482958" y="1182611"/>
                </a:lnTo>
                <a:lnTo>
                  <a:pt x="5484076" y="1182141"/>
                </a:lnTo>
                <a:lnTo>
                  <a:pt x="5485943" y="1180287"/>
                </a:lnTo>
                <a:lnTo>
                  <a:pt x="5486400" y="1179156"/>
                </a:lnTo>
                <a:lnTo>
                  <a:pt x="5486400" y="1176528"/>
                </a:lnTo>
                <a:close/>
              </a:path>
              <a:path w="11201400" h="1183005">
                <a:moveTo>
                  <a:pt x="5486400" y="589991"/>
                </a:moveTo>
                <a:lnTo>
                  <a:pt x="5485943" y="588873"/>
                </a:lnTo>
                <a:lnTo>
                  <a:pt x="5484076" y="587006"/>
                </a:lnTo>
                <a:lnTo>
                  <a:pt x="5482958" y="586536"/>
                </a:lnTo>
                <a:lnTo>
                  <a:pt x="5480329" y="586536"/>
                </a:lnTo>
                <a:lnTo>
                  <a:pt x="5479199" y="587006"/>
                </a:lnTo>
                <a:lnTo>
                  <a:pt x="5477345" y="588873"/>
                </a:lnTo>
                <a:lnTo>
                  <a:pt x="5476875" y="589991"/>
                </a:lnTo>
                <a:lnTo>
                  <a:pt x="5476875" y="592620"/>
                </a:lnTo>
                <a:lnTo>
                  <a:pt x="5477345" y="593737"/>
                </a:lnTo>
                <a:lnTo>
                  <a:pt x="5479199" y="595604"/>
                </a:lnTo>
                <a:lnTo>
                  <a:pt x="5480329" y="596061"/>
                </a:lnTo>
                <a:lnTo>
                  <a:pt x="5482958" y="596061"/>
                </a:lnTo>
                <a:lnTo>
                  <a:pt x="5484076" y="595604"/>
                </a:lnTo>
                <a:lnTo>
                  <a:pt x="5485943" y="593737"/>
                </a:lnTo>
                <a:lnTo>
                  <a:pt x="5486400" y="592620"/>
                </a:lnTo>
                <a:lnTo>
                  <a:pt x="5486400" y="589991"/>
                </a:lnTo>
                <a:close/>
              </a:path>
              <a:path w="11201400" h="1183005">
                <a:moveTo>
                  <a:pt x="5486400" y="3454"/>
                </a:moveTo>
                <a:lnTo>
                  <a:pt x="5485943" y="2324"/>
                </a:lnTo>
                <a:lnTo>
                  <a:pt x="5484076" y="469"/>
                </a:lnTo>
                <a:lnTo>
                  <a:pt x="5482958" y="0"/>
                </a:lnTo>
                <a:lnTo>
                  <a:pt x="5480329" y="0"/>
                </a:lnTo>
                <a:lnTo>
                  <a:pt x="5479199" y="469"/>
                </a:lnTo>
                <a:lnTo>
                  <a:pt x="5477345" y="2324"/>
                </a:lnTo>
                <a:lnTo>
                  <a:pt x="5476875" y="3454"/>
                </a:lnTo>
                <a:lnTo>
                  <a:pt x="5476875" y="6083"/>
                </a:lnTo>
                <a:lnTo>
                  <a:pt x="5477345" y="7200"/>
                </a:lnTo>
                <a:lnTo>
                  <a:pt x="5479199" y="9067"/>
                </a:lnTo>
                <a:lnTo>
                  <a:pt x="5480329" y="9525"/>
                </a:lnTo>
                <a:lnTo>
                  <a:pt x="5482958" y="9525"/>
                </a:lnTo>
                <a:lnTo>
                  <a:pt x="5484076" y="9067"/>
                </a:lnTo>
                <a:lnTo>
                  <a:pt x="5485943" y="7200"/>
                </a:lnTo>
                <a:lnTo>
                  <a:pt x="5486400" y="6083"/>
                </a:lnTo>
                <a:lnTo>
                  <a:pt x="5486400" y="3454"/>
                </a:lnTo>
                <a:close/>
              </a:path>
              <a:path w="11201400" h="1183005">
                <a:moveTo>
                  <a:pt x="5534025" y="1176528"/>
                </a:moveTo>
                <a:lnTo>
                  <a:pt x="5533568" y="1175410"/>
                </a:lnTo>
                <a:lnTo>
                  <a:pt x="5531701" y="1173543"/>
                </a:lnTo>
                <a:lnTo>
                  <a:pt x="5530583" y="1173086"/>
                </a:lnTo>
                <a:lnTo>
                  <a:pt x="5527954" y="1173086"/>
                </a:lnTo>
                <a:lnTo>
                  <a:pt x="5526824" y="1173543"/>
                </a:lnTo>
                <a:lnTo>
                  <a:pt x="5524970" y="1175410"/>
                </a:lnTo>
                <a:lnTo>
                  <a:pt x="5524500" y="1176528"/>
                </a:lnTo>
                <a:lnTo>
                  <a:pt x="5524500" y="1179156"/>
                </a:lnTo>
                <a:lnTo>
                  <a:pt x="5524970" y="1180287"/>
                </a:lnTo>
                <a:lnTo>
                  <a:pt x="5526824" y="1182141"/>
                </a:lnTo>
                <a:lnTo>
                  <a:pt x="5527954" y="1182611"/>
                </a:lnTo>
                <a:lnTo>
                  <a:pt x="5530583" y="1182611"/>
                </a:lnTo>
                <a:lnTo>
                  <a:pt x="5531701" y="1182141"/>
                </a:lnTo>
                <a:lnTo>
                  <a:pt x="5533568" y="1180287"/>
                </a:lnTo>
                <a:lnTo>
                  <a:pt x="5534025" y="1179156"/>
                </a:lnTo>
                <a:lnTo>
                  <a:pt x="5534025" y="1176528"/>
                </a:lnTo>
                <a:close/>
              </a:path>
              <a:path w="11201400" h="1183005">
                <a:moveTo>
                  <a:pt x="5534025" y="589991"/>
                </a:moveTo>
                <a:lnTo>
                  <a:pt x="5533568" y="588873"/>
                </a:lnTo>
                <a:lnTo>
                  <a:pt x="5531701" y="587006"/>
                </a:lnTo>
                <a:lnTo>
                  <a:pt x="5530583" y="586536"/>
                </a:lnTo>
                <a:lnTo>
                  <a:pt x="5527954" y="586536"/>
                </a:lnTo>
                <a:lnTo>
                  <a:pt x="5526824" y="587006"/>
                </a:lnTo>
                <a:lnTo>
                  <a:pt x="5524970" y="588873"/>
                </a:lnTo>
                <a:lnTo>
                  <a:pt x="5524500" y="589991"/>
                </a:lnTo>
                <a:lnTo>
                  <a:pt x="5524500" y="592620"/>
                </a:lnTo>
                <a:lnTo>
                  <a:pt x="5524970" y="593737"/>
                </a:lnTo>
                <a:lnTo>
                  <a:pt x="5526824" y="595604"/>
                </a:lnTo>
                <a:lnTo>
                  <a:pt x="5527954" y="596061"/>
                </a:lnTo>
                <a:lnTo>
                  <a:pt x="5530583" y="596061"/>
                </a:lnTo>
                <a:lnTo>
                  <a:pt x="5531701" y="595604"/>
                </a:lnTo>
                <a:lnTo>
                  <a:pt x="5533568" y="593737"/>
                </a:lnTo>
                <a:lnTo>
                  <a:pt x="5534025" y="592620"/>
                </a:lnTo>
                <a:lnTo>
                  <a:pt x="5534025" y="589991"/>
                </a:lnTo>
                <a:close/>
              </a:path>
              <a:path w="11201400" h="1183005">
                <a:moveTo>
                  <a:pt x="5534025" y="3454"/>
                </a:moveTo>
                <a:lnTo>
                  <a:pt x="5533568" y="2324"/>
                </a:lnTo>
                <a:lnTo>
                  <a:pt x="5531701" y="469"/>
                </a:lnTo>
                <a:lnTo>
                  <a:pt x="5530583" y="0"/>
                </a:lnTo>
                <a:lnTo>
                  <a:pt x="5527954" y="0"/>
                </a:lnTo>
                <a:lnTo>
                  <a:pt x="5526824" y="469"/>
                </a:lnTo>
                <a:lnTo>
                  <a:pt x="5524970" y="2324"/>
                </a:lnTo>
                <a:lnTo>
                  <a:pt x="5524500" y="3454"/>
                </a:lnTo>
                <a:lnTo>
                  <a:pt x="5524500" y="6083"/>
                </a:lnTo>
                <a:lnTo>
                  <a:pt x="5524970" y="7200"/>
                </a:lnTo>
                <a:lnTo>
                  <a:pt x="5526824" y="9067"/>
                </a:lnTo>
                <a:lnTo>
                  <a:pt x="5527954" y="9525"/>
                </a:lnTo>
                <a:lnTo>
                  <a:pt x="5530583" y="9525"/>
                </a:lnTo>
                <a:lnTo>
                  <a:pt x="5531701" y="9067"/>
                </a:lnTo>
                <a:lnTo>
                  <a:pt x="5533568" y="7200"/>
                </a:lnTo>
                <a:lnTo>
                  <a:pt x="5534025" y="6083"/>
                </a:lnTo>
                <a:lnTo>
                  <a:pt x="5534025" y="3454"/>
                </a:lnTo>
                <a:close/>
              </a:path>
              <a:path w="11201400" h="1183005">
                <a:moveTo>
                  <a:pt x="5581650" y="1176528"/>
                </a:moveTo>
                <a:lnTo>
                  <a:pt x="5581193" y="1175410"/>
                </a:lnTo>
                <a:lnTo>
                  <a:pt x="5579326" y="1173543"/>
                </a:lnTo>
                <a:lnTo>
                  <a:pt x="5578208" y="1173086"/>
                </a:lnTo>
                <a:lnTo>
                  <a:pt x="5575579" y="1173086"/>
                </a:lnTo>
                <a:lnTo>
                  <a:pt x="5574449" y="1173543"/>
                </a:lnTo>
                <a:lnTo>
                  <a:pt x="5572595" y="1175410"/>
                </a:lnTo>
                <a:lnTo>
                  <a:pt x="5572125" y="1176528"/>
                </a:lnTo>
                <a:lnTo>
                  <a:pt x="5572125" y="1179156"/>
                </a:lnTo>
                <a:lnTo>
                  <a:pt x="5572595" y="1180287"/>
                </a:lnTo>
                <a:lnTo>
                  <a:pt x="5574449" y="1182141"/>
                </a:lnTo>
                <a:lnTo>
                  <a:pt x="5575579" y="1182611"/>
                </a:lnTo>
                <a:lnTo>
                  <a:pt x="5578208" y="1182611"/>
                </a:lnTo>
                <a:lnTo>
                  <a:pt x="5579326" y="1182141"/>
                </a:lnTo>
                <a:lnTo>
                  <a:pt x="5581193" y="1180287"/>
                </a:lnTo>
                <a:lnTo>
                  <a:pt x="5581650" y="1179156"/>
                </a:lnTo>
                <a:lnTo>
                  <a:pt x="5581650" y="1176528"/>
                </a:lnTo>
                <a:close/>
              </a:path>
              <a:path w="11201400" h="1183005">
                <a:moveTo>
                  <a:pt x="5581650" y="589991"/>
                </a:moveTo>
                <a:lnTo>
                  <a:pt x="5581193" y="588873"/>
                </a:lnTo>
                <a:lnTo>
                  <a:pt x="5579326" y="587006"/>
                </a:lnTo>
                <a:lnTo>
                  <a:pt x="5578208" y="586536"/>
                </a:lnTo>
                <a:lnTo>
                  <a:pt x="5575579" y="586536"/>
                </a:lnTo>
                <a:lnTo>
                  <a:pt x="5574449" y="587006"/>
                </a:lnTo>
                <a:lnTo>
                  <a:pt x="5572595" y="588873"/>
                </a:lnTo>
                <a:lnTo>
                  <a:pt x="5572125" y="589991"/>
                </a:lnTo>
                <a:lnTo>
                  <a:pt x="5572125" y="592620"/>
                </a:lnTo>
                <a:lnTo>
                  <a:pt x="5572595" y="593737"/>
                </a:lnTo>
                <a:lnTo>
                  <a:pt x="5574449" y="595604"/>
                </a:lnTo>
                <a:lnTo>
                  <a:pt x="5575579" y="596061"/>
                </a:lnTo>
                <a:lnTo>
                  <a:pt x="5578208" y="596061"/>
                </a:lnTo>
                <a:lnTo>
                  <a:pt x="5579326" y="595604"/>
                </a:lnTo>
                <a:lnTo>
                  <a:pt x="5581193" y="593737"/>
                </a:lnTo>
                <a:lnTo>
                  <a:pt x="5581650" y="592620"/>
                </a:lnTo>
                <a:lnTo>
                  <a:pt x="5581650" y="589991"/>
                </a:lnTo>
                <a:close/>
              </a:path>
              <a:path w="11201400" h="1183005">
                <a:moveTo>
                  <a:pt x="5581650" y="3454"/>
                </a:moveTo>
                <a:lnTo>
                  <a:pt x="5581193" y="2324"/>
                </a:lnTo>
                <a:lnTo>
                  <a:pt x="5579326" y="469"/>
                </a:lnTo>
                <a:lnTo>
                  <a:pt x="5578208" y="0"/>
                </a:lnTo>
                <a:lnTo>
                  <a:pt x="5575579" y="0"/>
                </a:lnTo>
                <a:lnTo>
                  <a:pt x="5574449" y="469"/>
                </a:lnTo>
                <a:lnTo>
                  <a:pt x="5572595" y="2324"/>
                </a:lnTo>
                <a:lnTo>
                  <a:pt x="5572125" y="3454"/>
                </a:lnTo>
                <a:lnTo>
                  <a:pt x="5572125" y="6083"/>
                </a:lnTo>
                <a:lnTo>
                  <a:pt x="5572595" y="7200"/>
                </a:lnTo>
                <a:lnTo>
                  <a:pt x="5574449" y="9067"/>
                </a:lnTo>
                <a:lnTo>
                  <a:pt x="5575579" y="9525"/>
                </a:lnTo>
                <a:lnTo>
                  <a:pt x="5578208" y="9525"/>
                </a:lnTo>
                <a:lnTo>
                  <a:pt x="5579326" y="9067"/>
                </a:lnTo>
                <a:lnTo>
                  <a:pt x="5581193" y="7200"/>
                </a:lnTo>
                <a:lnTo>
                  <a:pt x="5581650" y="6083"/>
                </a:lnTo>
                <a:lnTo>
                  <a:pt x="5581650" y="3454"/>
                </a:lnTo>
                <a:close/>
              </a:path>
              <a:path w="11201400" h="1183005">
                <a:moveTo>
                  <a:pt x="5629275" y="1176528"/>
                </a:moveTo>
                <a:lnTo>
                  <a:pt x="5628818" y="1175410"/>
                </a:lnTo>
                <a:lnTo>
                  <a:pt x="5626951" y="1173543"/>
                </a:lnTo>
                <a:lnTo>
                  <a:pt x="5625833" y="1173086"/>
                </a:lnTo>
                <a:lnTo>
                  <a:pt x="5623204" y="1173086"/>
                </a:lnTo>
                <a:lnTo>
                  <a:pt x="5622074" y="1173543"/>
                </a:lnTo>
                <a:lnTo>
                  <a:pt x="5620220" y="1175410"/>
                </a:lnTo>
                <a:lnTo>
                  <a:pt x="5619750" y="1176528"/>
                </a:lnTo>
                <a:lnTo>
                  <a:pt x="5619750" y="1179156"/>
                </a:lnTo>
                <a:lnTo>
                  <a:pt x="5620220" y="1180287"/>
                </a:lnTo>
                <a:lnTo>
                  <a:pt x="5622074" y="1182141"/>
                </a:lnTo>
                <a:lnTo>
                  <a:pt x="5623204" y="1182611"/>
                </a:lnTo>
                <a:lnTo>
                  <a:pt x="5625833" y="1182611"/>
                </a:lnTo>
                <a:lnTo>
                  <a:pt x="5626951" y="1182141"/>
                </a:lnTo>
                <a:lnTo>
                  <a:pt x="5628818" y="1180287"/>
                </a:lnTo>
                <a:lnTo>
                  <a:pt x="5629275" y="1179156"/>
                </a:lnTo>
                <a:lnTo>
                  <a:pt x="5629275" y="1176528"/>
                </a:lnTo>
                <a:close/>
              </a:path>
              <a:path w="11201400" h="1183005">
                <a:moveTo>
                  <a:pt x="5629275" y="589991"/>
                </a:moveTo>
                <a:lnTo>
                  <a:pt x="5628818" y="588873"/>
                </a:lnTo>
                <a:lnTo>
                  <a:pt x="5626951" y="587006"/>
                </a:lnTo>
                <a:lnTo>
                  <a:pt x="5625833" y="586536"/>
                </a:lnTo>
                <a:lnTo>
                  <a:pt x="5623204" y="586536"/>
                </a:lnTo>
                <a:lnTo>
                  <a:pt x="5622074" y="587006"/>
                </a:lnTo>
                <a:lnTo>
                  <a:pt x="5620220" y="588873"/>
                </a:lnTo>
                <a:lnTo>
                  <a:pt x="5619750" y="589991"/>
                </a:lnTo>
                <a:lnTo>
                  <a:pt x="5619750" y="592620"/>
                </a:lnTo>
                <a:lnTo>
                  <a:pt x="5620220" y="593737"/>
                </a:lnTo>
                <a:lnTo>
                  <a:pt x="5622074" y="595604"/>
                </a:lnTo>
                <a:lnTo>
                  <a:pt x="5623204" y="596061"/>
                </a:lnTo>
                <a:lnTo>
                  <a:pt x="5625833" y="596061"/>
                </a:lnTo>
                <a:lnTo>
                  <a:pt x="5626951" y="595604"/>
                </a:lnTo>
                <a:lnTo>
                  <a:pt x="5628818" y="593737"/>
                </a:lnTo>
                <a:lnTo>
                  <a:pt x="5629275" y="592620"/>
                </a:lnTo>
                <a:lnTo>
                  <a:pt x="5629275" y="589991"/>
                </a:lnTo>
                <a:close/>
              </a:path>
              <a:path w="11201400" h="1183005">
                <a:moveTo>
                  <a:pt x="5629275" y="3454"/>
                </a:moveTo>
                <a:lnTo>
                  <a:pt x="5628818" y="2324"/>
                </a:lnTo>
                <a:lnTo>
                  <a:pt x="5626951" y="469"/>
                </a:lnTo>
                <a:lnTo>
                  <a:pt x="5625833" y="0"/>
                </a:lnTo>
                <a:lnTo>
                  <a:pt x="5623204" y="0"/>
                </a:lnTo>
                <a:lnTo>
                  <a:pt x="5622074" y="469"/>
                </a:lnTo>
                <a:lnTo>
                  <a:pt x="5620220" y="2324"/>
                </a:lnTo>
                <a:lnTo>
                  <a:pt x="5619750" y="3454"/>
                </a:lnTo>
                <a:lnTo>
                  <a:pt x="5619750" y="6083"/>
                </a:lnTo>
                <a:lnTo>
                  <a:pt x="5620220" y="7200"/>
                </a:lnTo>
                <a:lnTo>
                  <a:pt x="5622074" y="9067"/>
                </a:lnTo>
                <a:lnTo>
                  <a:pt x="5623204" y="9525"/>
                </a:lnTo>
                <a:lnTo>
                  <a:pt x="5625833" y="9525"/>
                </a:lnTo>
                <a:lnTo>
                  <a:pt x="5626951" y="9067"/>
                </a:lnTo>
                <a:lnTo>
                  <a:pt x="5628818" y="7200"/>
                </a:lnTo>
                <a:lnTo>
                  <a:pt x="5629275" y="6083"/>
                </a:lnTo>
                <a:lnTo>
                  <a:pt x="5629275" y="3454"/>
                </a:lnTo>
                <a:close/>
              </a:path>
              <a:path w="11201400" h="1183005">
                <a:moveTo>
                  <a:pt x="5676900" y="1176528"/>
                </a:moveTo>
                <a:lnTo>
                  <a:pt x="5676443" y="1175410"/>
                </a:lnTo>
                <a:lnTo>
                  <a:pt x="5674576" y="1173543"/>
                </a:lnTo>
                <a:lnTo>
                  <a:pt x="5673458" y="1173086"/>
                </a:lnTo>
                <a:lnTo>
                  <a:pt x="5670829" y="1173086"/>
                </a:lnTo>
                <a:lnTo>
                  <a:pt x="5669699" y="1173543"/>
                </a:lnTo>
                <a:lnTo>
                  <a:pt x="5667845" y="1175410"/>
                </a:lnTo>
                <a:lnTo>
                  <a:pt x="5667375" y="1176528"/>
                </a:lnTo>
                <a:lnTo>
                  <a:pt x="5667375" y="1179156"/>
                </a:lnTo>
                <a:lnTo>
                  <a:pt x="5667845" y="1180287"/>
                </a:lnTo>
                <a:lnTo>
                  <a:pt x="5669699" y="1182141"/>
                </a:lnTo>
                <a:lnTo>
                  <a:pt x="5670829" y="1182611"/>
                </a:lnTo>
                <a:lnTo>
                  <a:pt x="5673458" y="1182611"/>
                </a:lnTo>
                <a:lnTo>
                  <a:pt x="5674576" y="1182141"/>
                </a:lnTo>
                <a:lnTo>
                  <a:pt x="5676443" y="1180287"/>
                </a:lnTo>
                <a:lnTo>
                  <a:pt x="5676900" y="1179156"/>
                </a:lnTo>
                <a:lnTo>
                  <a:pt x="5676900" y="1176528"/>
                </a:lnTo>
                <a:close/>
              </a:path>
              <a:path w="11201400" h="1183005">
                <a:moveTo>
                  <a:pt x="5676900" y="589991"/>
                </a:moveTo>
                <a:lnTo>
                  <a:pt x="5676443" y="588873"/>
                </a:lnTo>
                <a:lnTo>
                  <a:pt x="5674576" y="587006"/>
                </a:lnTo>
                <a:lnTo>
                  <a:pt x="5673458" y="586536"/>
                </a:lnTo>
                <a:lnTo>
                  <a:pt x="5670829" y="586536"/>
                </a:lnTo>
                <a:lnTo>
                  <a:pt x="5669699" y="587006"/>
                </a:lnTo>
                <a:lnTo>
                  <a:pt x="5667845" y="588873"/>
                </a:lnTo>
                <a:lnTo>
                  <a:pt x="5667375" y="589991"/>
                </a:lnTo>
                <a:lnTo>
                  <a:pt x="5667375" y="592620"/>
                </a:lnTo>
                <a:lnTo>
                  <a:pt x="5667845" y="593737"/>
                </a:lnTo>
                <a:lnTo>
                  <a:pt x="5669699" y="595604"/>
                </a:lnTo>
                <a:lnTo>
                  <a:pt x="5670829" y="596061"/>
                </a:lnTo>
                <a:lnTo>
                  <a:pt x="5673458" y="596061"/>
                </a:lnTo>
                <a:lnTo>
                  <a:pt x="5674576" y="595604"/>
                </a:lnTo>
                <a:lnTo>
                  <a:pt x="5676443" y="593737"/>
                </a:lnTo>
                <a:lnTo>
                  <a:pt x="5676900" y="592620"/>
                </a:lnTo>
                <a:lnTo>
                  <a:pt x="5676900" y="589991"/>
                </a:lnTo>
                <a:close/>
              </a:path>
              <a:path w="11201400" h="1183005">
                <a:moveTo>
                  <a:pt x="5676900" y="3454"/>
                </a:moveTo>
                <a:lnTo>
                  <a:pt x="5676443" y="2324"/>
                </a:lnTo>
                <a:lnTo>
                  <a:pt x="5674576" y="469"/>
                </a:lnTo>
                <a:lnTo>
                  <a:pt x="5673458" y="0"/>
                </a:lnTo>
                <a:lnTo>
                  <a:pt x="5670829" y="0"/>
                </a:lnTo>
                <a:lnTo>
                  <a:pt x="5669699" y="469"/>
                </a:lnTo>
                <a:lnTo>
                  <a:pt x="5667845" y="2324"/>
                </a:lnTo>
                <a:lnTo>
                  <a:pt x="5667375" y="3454"/>
                </a:lnTo>
                <a:lnTo>
                  <a:pt x="5667375" y="6083"/>
                </a:lnTo>
                <a:lnTo>
                  <a:pt x="5667845" y="7200"/>
                </a:lnTo>
                <a:lnTo>
                  <a:pt x="5669699" y="9067"/>
                </a:lnTo>
                <a:lnTo>
                  <a:pt x="5670829" y="9525"/>
                </a:lnTo>
                <a:lnTo>
                  <a:pt x="5673458" y="9525"/>
                </a:lnTo>
                <a:lnTo>
                  <a:pt x="5674576" y="9067"/>
                </a:lnTo>
                <a:lnTo>
                  <a:pt x="5676443" y="7200"/>
                </a:lnTo>
                <a:lnTo>
                  <a:pt x="5676900" y="6083"/>
                </a:lnTo>
                <a:lnTo>
                  <a:pt x="5676900" y="3454"/>
                </a:lnTo>
                <a:close/>
              </a:path>
              <a:path w="11201400" h="1183005">
                <a:moveTo>
                  <a:pt x="5724525" y="1176528"/>
                </a:moveTo>
                <a:lnTo>
                  <a:pt x="5724068" y="1175410"/>
                </a:lnTo>
                <a:lnTo>
                  <a:pt x="5722201" y="1173543"/>
                </a:lnTo>
                <a:lnTo>
                  <a:pt x="5721083" y="1173086"/>
                </a:lnTo>
                <a:lnTo>
                  <a:pt x="5718454" y="1173086"/>
                </a:lnTo>
                <a:lnTo>
                  <a:pt x="5717324" y="1173543"/>
                </a:lnTo>
                <a:lnTo>
                  <a:pt x="5715470" y="1175410"/>
                </a:lnTo>
                <a:lnTo>
                  <a:pt x="5715000" y="1176528"/>
                </a:lnTo>
                <a:lnTo>
                  <a:pt x="5715000" y="1179156"/>
                </a:lnTo>
                <a:lnTo>
                  <a:pt x="5715470" y="1180287"/>
                </a:lnTo>
                <a:lnTo>
                  <a:pt x="5717324" y="1182141"/>
                </a:lnTo>
                <a:lnTo>
                  <a:pt x="5718454" y="1182611"/>
                </a:lnTo>
                <a:lnTo>
                  <a:pt x="5721083" y="1182611"/>
                </a:lnTo>
                <a:lnTo>
                  <a:pt x="5722201" y="1182141"/>
                </a:lnTo>
                <a:lnTo>
                  <a:pt x="5724068" y="1180287"/>
                </a:lnTo>
                <a:lnTo>
                  <a:pt x="5724525" y="1179156"/>
                </a:lnTo>
                <a:lnTo>
                  <a:pt x="5724525" y="1176528"/>
                </a:lnTo>
                <a:close/>
              </a:path>
              <a:path w="11201400" h="1183005">
                <a:moveTo>
                  <a:pt x="5724525" y="589991"/>
                </a:moveTo>
                <a:lnTo>
                  <a:pt x="5724068" y="588873"/>
                </a:lnTo>
                <a:lnTo>
                  <a:pt x="5722201" y="587006"/>
                </a:lnTo>
                <a:lnTo>
                  <a:pt x="5721083" y="586536"/>
                </a:lnTo>
                <a:lnTo>
                  <a:pt x="5718454" y="586536"/>
                </a:lnTo>
                <a:lnTo>
                  <a:pt x="5717324" y="587006"/>
                </a:lnTo>
                <a:lnTo>
                  <a:pt x="5715470" y="588873"/>
                </a:lnTo>
                <a:lnTo>
                  <a:pt x="5715000" y="589991"/>
                </a:lnTo>
                <a:lnTo>
                  <a:pt x="5715000" y="592620"/>
                </a:lnTo>
                <a:lnTo>
                  <a:pt x="5715470" y="593737"/>
                </a:lnTo>
                <a:lnTo>
                  <a:pt x="5717324" y="595604"/>
                </a:lnTo>
                <a:lnTo>
                  <a:pt x="5718454" y="596061"/>
                </a:lnTo>
                <a:lnTo>
                  <a:pt x="5721083" y="596061"/>
                </a:lnTo>
                <a:lnTo>
                  <a:pt x="5722201" y="595604"/>
                </a:lnTo>
                <a:lnTo>
                  <a:pt x="5724068" y="593737"/>
                </a:lnTo>
                <a:lnTo>
                  <a:pt x="5724525" y="592620"/>
                </a:lnTo>
                <a:lnTo>
                  <a:pt x="5724525" y="589991"/>
                </a:lnTo>
                <a:close/>
              </a:path>
              <a:path w="11201400" h="1183005">
                <a:moveTo>
                  <a:pt x="5724525" y="3454"/>
                </a:moveTo>
                <a:lnTo>
                  <a:pt x="5724068" y="2324"/>
                </a:lnTo>
                <a:lnTo>
                  <a:pt x="5722201" y="469"/>
                </a:lnTo>
                <a:lnTo>
                  <a:pt x="5721083" y="0"/>
                </a:lnTo>
                <a:lnTo>
                  <a:pt x="5718454" y="0"/>
                </a:lnTo>
                <a:lnTo>
                  <a:pt x="5717324" y="469"/>
                </a:lnTo>
                <a:lnTo>
                  <a:pt x="5715470" y="2324"/>
                </a:lnTo>
                <a:lnTo>
                  <a:pt x="5715000" y="3454"/>
                </a:lnTo>
                <a:lnTo>
                  <a:pt x="5715000" y="6083"/>
                </a:lnTo>
                <a:lnTo>
                  <a:pt x="5715470" y="7200"/>
                </a:lnTo>
                <a:lnTo>
                  <a:pt x="5717324" y="9067"/>
                </a:lnTo>
                <a:lnTo>
                  <a:pt x="5718454" y="9525"/>
                </a:lnTo>
                <a:lnTo>
                  <a:pt x="5721083" y="9525"/>
                </a:lnTo>
                <a:lnTo>
                  <a:pt x="5722201" y="9067"/>
                </a:lnTo>
                <a:lnTo>
                  <a:pt x="5724068" y="7200"/>
                </a:lnTo>
                <a:lnTo>
                  <a:pt x="5724525" y="6083"/>
                </a:lnTo>
                <a:lnTo>
                  <a:pt x="5724525" y="3454"/>
                </a:lnTo>
                <a:close/>
              </a:path>
              <a:path w="11201400" h="1183005">
                <a:moveTo>
                  <a:pt x="5772150" y="1176528"/>
                </a:moveTo>
                <a:lnTo>
                  <a:pt x="5771693" y="1175410"/>
                </a:lnTo>
                <a:lnTo>
                  <a:pt x="5769826" y="1173543"/>
                </a:lnTo>
                <a:lnTo>
                  <a:pt x="5768708" y="1173086"/>
                </a:lnTo>
                <a:lnTo>
                  <a:pt x="5766079" y="1173086"/>
                </a:lnTo>
                <a:lnTo>
                  <a:pt x="5764949" y="1173543"/>
                </a:lnTo>
                <a:lnTo>
                  <a:pt x="5763095" y="1175410"/>
                </a:lnTo>
                <a:lnTo>
                  <a:pt x="5762625" y="1176528"/>
                </a:lnTo>
                <a:lnTo>
                  <a:pt x="5762625" y="1179156"/>
                </a:lnTo>
                <a:lnTo>
                  <a:pt x="5763095" y="1180287"/>
                </a:lnTo>
                <a:lnTo>
                  <a:pt x="5764949" y="1182141"/>
                </a:lnTo>
                <a:lnTo>
                  <a:pt x="5766079" y="1182611"/>
                </a:lnTo>
                <a:lnTo>
                  <a:pt x="5768708" y="1182611"/>
                </a:lnTo>
                <a:lnTo>
                  <a:pt x="5769826" y="1182141"/>
                </a:lnTo>
                <a:lnTo>
                  <a:pt x="5771693" y="1180287"/>
                </a:lnTo>
                <a:lnTo>
                  <a:pt x="5772150" y="1179156"/>
                </a:lnTo>
                <a:lnTo>
                  <a:pt x="5772150" y="1176528"/>
                </a:lnTo>
                <a:close/>
              </a:path>
              <a:path w="11201400" h="1183005">
                <a:moveTo>
                  <a:pt x="5772150" y="589991"/>
                </a:moveTo>
                <a:lnTo>
                  <a:pt x="5771693" y="588873"/>
                </a:lnTo>
                <a:lnTo>
                  <a:pt x="5769826" y="587006"/>
                </a:lnTo>
                <a:lnTo>
                  <a:pt x="5768708" y="586536"/>
                </a:lnTo>
                <a:lnTo>
                  <a:pt x="5766079" y="586536"/>
                </a:lnTo>
                <a:lnTo>
                  <a:pt x="5764949" y="587006"/>
                </a:lnTo>
                <a:lnTo>
                  <a:pt x="5763095" y="588873"/>
                </a:lnTo>
                <a:lnTo>
                  <a:pt x="5762625" y="589991"/>
                </a:lnTo>
                <a:lnTo>
                  <a:pt x="5762625" y="592620"/>
                </a:lnTo>
                <a:lnTo>
                  <a:pt x="5763095" y="593737"/>
                </a:lnTo>
                <a:lnTo>
                  <a:pt x="5764949" y="595604"/>
                </a:lnTo>
                <a:lnTo>
                  <a:pt x="5766079" y="596061"/>
                </a:lnTo>
                <a:lnTo>
                  <a:pt x="5768708" y="596061"/>
                </a:lnTo>
                <a:lnTo>
                  <a:pt x="5769826" y="595604"/>
                </a:lnTo>
                <a:lnTo>
                  <a:pt x="5771693" y="593737"/>
                </a:lnTo>
                <a:lnTo>
                  <a:pt x="5772150" y="592620"/>
                </a:lnTo>
                <a:lnTo>
                  <a:pt x="5772150" y="589991"/>
                </a:lnTo>
                <a:close/>
              </a:path>
              <a:path w="11201400" h="1183005">
                <a:moveTo>
                  <a:pt x="5772150" y="3454"/>
                </a:moveTo>
                <a:lnTo>
                  <a:pt x="5771693" y="2324"/>
                </a:lnTo>
                <a:lnTo>
                  <a:pt x="5769826" y="469"/>
                </a:lnTo>
                <a:lnTo>
                  <a:pt x="5768708" y="0"/>
                </a:lnTo>
                <a:lnTo>
                  <a:pt x="5766079" y="0"/>
                </a:lnTo>
                <a:lnTo>
                  <a:pt x="5764949" y="469"/>
                </a:lnTo>
                <a:lnTo>
                  <a:pt x="5763095" y="2324"/>
                </a:lnTo>
                <a:lnTo>
                  <a:pt x="5762625" y="3454"/>
                </a:lnTo>
                <a:lnTo>
                  <a:pt x="5762625" y="6083"/>
                </a:lnTo>
                <a:lnTo>
                  <a:pt x="5763095" y="7200"/>
                </a:lnTo>
                <a:lnTo>
                  <a:pt x="5764949" y="9067"/>
                </a:lnTo>
                <a:lnTo>
                  <a:pt x="5766079" y="9525"/>
                </a:lnTo>
                <a:lnTo>
                  <a:pt x="5768708" y="9525"/>
                </a:lnTo>
                <a:lnTo>
                  <a:pt x="5769826" y="9067"/>
                </a:lnTo>
                <a:lnTo>
                  <a:pt x="5771693" y="7200"/>
                </a:lnTo>
                <a:lnTo>
                  <a:pt x="5772150" y="6083"/>
                </a:lnTo>
                <a:lnTo>
                  <a:pt x="5772150" y="3454"/>
                </a:lnTo>
                <a:close/>
              </a:path>
              <a:path w="11201400" h="1183005">
                <a:moveTo>
                  <a:pt x="5819775" y="1176528"/>
                </a:moveTo>
                <a:lnTo>
                  <a:pt x="5819318" y="1175410"/>
                </a:lnTo>
                <a:lnTo>
                  <a:pt x="5817451" y="1173543"/>
                </a:lnTo>
                <a:lnTo>
                  <a:pt x="5816333" y="1173086"/>
                </a:lnTo>
                <a:lnTo>
                  <a:pt x="5813704" y="1173086"/>
                </a:lnTo>
                <a:lnTo>
                  <a:pt x="5812574" y="1173543"/>
                </a:lnTo>
                <a:lnTo>
                  <a:pt x="5810720" y="1175410"/>
                </a:lnTo>
                <a:lnTo>
                  <a:pt x="5810250" y="1176528"/>
                </a:lnTo>
                <a:lnTo>
                  <a:pt x="5810250" y="1179156"/>
                </a:lnTo>
                <a:lnTo>
                  <a:pt x="5810720" y="1180287"/>
                </a:lnTo>
                <a:lnTo>
                  <a:pt x="5812574" y="1182141"/>
                </a:lnTo>
                <a:lnTo>
                  <a:pt x="5813704" y="1182611"/>
                </a:lnTo>
                <a:lnTo>
                  <a:pt x="5816333" y="1182611"/>
                </a:lnTo>
                <a:lnTo>
                  <a:pt x="5817451" y="1182141"/>
                </a:lnTo>
                <a:lnTo>
                  <a:pt x="5819318" y="1180287"/>
                </a:lnTo>
                <a:lnTo>
                  <a:pt x="5819775" y="1179156"/>
                </a:lnTo>
                <a:lnTo>
                  <a:pt x="5819775" y="1176528"/>
                </a:lnTo>
                <a:close/>
              </a:path>
              <a:path w="11201400" h="1183005">
                <a:moveTo>
                  <a:pt x="5819775" y="589991"/>
                </a:moveTo>
                <a:lnTo>
                  <a:pt x="5819318" y="588873"/>
                </a:lnTo>
                <a:lnTo>
                  <a:pt x="5817451" y="587006"/>
                </a:lnTo>
                <a:lnTo>
                  <a:pt x="5816333" y="586536"/>
                </a:lnTo>
                <a:lnTo>
                  <a:pt x="5813704" y="586536"/>
                </a:lnTo>
                <a:lnTo>
                  <a:pt x="5812574" y="587006"/>
                </a:lnTo>
                <a:lnTo>
                  <a:pt x="5810720" y="588873"/>
                </a:lnTo>
                <a:lnTo>
                  <a:pt x="5810250" y="589991"/>
                </a:lnTo>
                <a:lnTo>
                  <a:pt x="5810250" y="592620"/>
                </a:lnTo>
                <a:lnTo>
                  <a:pt x="5810720" y="593737"/>
                </a:lnTo>
                <a:lnTo>
                  <a:pt x="5812574" y="595604"/>
                </a:lnTo>
                <a:lnTo>
                  <a:pt x="5813704" y="596061"/>
                </a:lnTo>
                <a:lnTo>
                  <a:pt x="5816333" y="596061"/>
                </a:lnTo>
                <a:lnTo>
                  <a:pt x="5817451" y="595604"/>
                </a:lnTo>
                <a:lnTo>
                  <a:pt x="5819318" y="593737"/>
                </a:lnTo>
                <a:lnTo>
                  <a:pt x="5819775" y="592620"/>
                </a:lnTo>
                <a:lnTo>
                  <a:pt x="5819775" y="589991"/>
                </a:lnTo>
                <a:close/>
              </a:path>
              <a:path w="11201400" h="1183005">
                <a:moveTo>
                  <a:pt x="5819775" y="3454"/>
                </a:moveTo>
                <a:lnTo>
                  <a:pt x="5819318" y="2324"/>
                </a:lnTo>
                <a:lnTo>
                  <a:pt x="5817451" y="469"/>
                </a:lnTo>
                <a:lnTo>
                  <a:pt x="5816333" y="0"/>
                </a:lnTo>
                <a:lnTo>
                  <a:pt x="5813704" y="0"/>
                </a:lnTo>
                <a:lnTo>
                  <a:pt x="5812574" y="469"/>
                </a:lnTo>
                <a:lnTo>
                  <a:pt x="5810720" y="2324"/>
                </a:lnTo>
                <a:lnTo>
                  <a:pt x="5810250" y="3454"/>
                </a:lnTo>
                <a:lnTo>
                  <a:pt x="5810250" y="6083"/>
                </a:lnTo>
                <a:lnTo>
                  <a:pt x="5810720" y="7200"/>
                </a:lnTo>
                <a:lnTo>
                  <a:pt x="5812574" y="9067"/>
                </a:lnTo>
                <a:lnTo>
                  <a:pt x="5813704" y="9525"/>
                </a:lnTo>
                <a:lnTo>
                  <a:pt x="5816333" y="9525"/>
                </a:lnTo>
                <a:lnTo>
                  <a:pt x="5817451" y="9067"/>
                </a:lnTo>
                <a:lnTo>
                  <a:pt x="5819318" y="7200"/>
                </a:lnTo>
                <a:lnTo>
                  <a:pt x="5819775" y="6083"/>
                </a:lnTo>
                <a:lnTo>
                  <a:pt x="5819775" y="3454"/>
                </a:lnTo>
                <a:close/>
              </a:path>
              <a:path w="11201400" h="1183005">
                <a:moveTo>
                  <a:pt x="5867400" y="1176528"/>
                </a:moveTo>
                <a:lnTo>
                  <a:pt x="5866943" y="1175410"/>
                </a:lnTo>
                <a:lnTo>
                  <a:pt x="5865076" y="1173543"/>
                </a:lnTo>
                <a:lnTo>
                  <a:pt x="5863958" y="1173086"/>
                </a:lnTo>
                <a:lnTo>
                  <a:pt x="5861329" y="1173086"/>
                </a:lnTo>
                <a:lnTo>
                  <a:pt x="5860199" y="1173543"/>
                </a:lnTo>
                <a:lnTo>
                  <a:pt x="5858345" y="1175410"/>
                </a:lnTo>
                <a:lnTo>
                  <a:pt x="5857875" y="1176528"/>
                </a:lnTo>
                <a:lnTo>
                  <a:pt x="5857875" y="1179156"/>
                </a:lnTo>
                <a:lnTo>
                  <a:pt x="5858345" y="1180287"/>
                </a:lnTo>
                <a:lnTo>
                  <a:pt x="5860199" y="1182141"/>
                </a:lnTo>
                <a:lnTo>
                  <a:pt x="5861329" y="1182611"/>
                </a:lnTo>
                <a:lnTo>
                  <a:pt x="5863958" y="1182611"/>
                </a:lnTo>
                <a:lnTo>
                  <a:pt x="5865076" y="1182141"/>
                </a:lnTo>
                <a:lnTo>
                  <a:pt x="5866943" y="1180287"/>
                </a:lnTo>
                <a:lnTo>
                  <a:pt x="5867400" y="1179156"/>
                </a:lnTo>
                <a:lnTo>
                  <a:pt x="5867400" y="1176528"/>
                </a:lnTo>
                <a:close/>
              </a:path>
              <a:path w="11201400" h="1183005">
                <a:moveTo>
                  <a:pt x="5867400" y="589991"/>
                </a:moveTo>
                <a:lnTo>
                  <a:pt x="5866943" y="588873"/>
                </a:lnTo>
                <a:lnTo>
                  <a:pt x="5865076" y="587006"/>
                </a:lnTo>
                <a:lnTo>
                  <a:pt x="5863958" y="586536"/>
                </a:lnTo>
                <a:lnTo>
                  <a:pt x="5861329" y="586536"/>
                </a:lnTo>
                <a:lnTo>
                  <a:pt x="5860199" y="587006"/>
                </a:lnTo>
                <a:lnTo>
                  <a:pt x="5858345" y="588873"/>
                </a:lnTo>
                <a:lnTo>
                  <a:pt x="5857875" y="589991"/>
                </a:lnTo>
                <a:lnTo>
                  <a:pt x="5857875" y="592620"/>
                </a:lnTo>
                <a:lnTo>
                  <a:pt x="5858345" y="593737"/>
                </a:lnTo>
                <a:lnTo>
                  <a:pt x="5860199" y="595604"/>
                </a:lnTo>
                <a:lnTo>
                  <a:pt x="5861329" y="596061"/>
                </a:lnTo>
                <a:lnTo>
                  <a:pt x="5863958" y="596061"/>
                </a:lnTo>
                <a:lnTo>
                  <a:pt x="5865076" y="595604"/>
                </a:lnTo>
                <a:lnTo>
                  <a:pt x="5866943" y="593737"/>
                </a:lnTo>
                <a:lnTo>
                  <a:pt x="5867400" y="592620"/>
                </a:lnTo>
                <a:lnTo>
                  <a:pt x="5867400" y="589991"/>
                </a:lnTo>
                <a:close/>
              </a:path>
              <a:path w="11201400" h="1183005">
                <a:moveTo>
                  <a:pt x="5867400" y="3454"/>
                </a:moveTo>
                <a:lnTo>
                  <a:pt x="5866943" y="2324"/>
                </a:lnTo>
                <a:lnTo>
                  <a:pt x="5865076" y="469"/>
                </a:lnTo>
                <a:lnTo>
                  <a:pt x="5863958" y="0"/>
                </a:lnTo>
                <a:lnTo>
                  <a:pt x="5861329" y="0"/>
                </a:lnTo>
                <a:lnTo>
                  <a:pt x="5860199" y="469"/>
                </a:lnTo>
                <a:lnTo>
                  <a:pt x="5858345" y="2324"/>
                </a:lnTo>
                <a:lnTo>
                  <a:pt x="5857875" y="3454"/>
                </a:lnTo>
                <a:lnTo>
                  <a:pt x="5857875" y="6083"/>
                </a:lnTo>
                <a:lnTo>
                  <a:pt x="5858345" y="7200"/>
                </a:lnTo>
                <a:lnTo>
                  <a:pt x="5860199" y="9067"/>
                </a:lnTo>
                <a:lnTo>
                  <a:pt x="5861329" y="9525"/>
                </a:lnTo>
                <a:lnTo>
                  <a:pt x="5863958" y="9525"/>
                </a:lnTo>
                <a:lnTo>
                  <a:pt x="5865076" y="9067"/>
                </a:lnTo>
                <a:lnTo>
                  <a:pt x="5866943" y="7200"/>
                </a:lnTo>
                <a:lnTo>
                  <a:pt x="5867400" y="6083"/>
                </a:lnTo>
                <a:lnTo>
                  <a:pt x="5867400" y="3454"/>
                </a:lnTo>
                <a:close/>
              </a:path>
              <a:path w="11201400" h="1183005">
                <a:moveTo>
                  <a:pt x="5915025" y="1176528"/>
                </a:moveTo>
                <a:lnTo>
                  <a:pt x="5914568" y="1175410"/>
                </a:lnTo>
                <a:lnTo>
                  <a:pt x="5912701" y="1173543"/>
                </a:lnTo>
                <a:lnTo>
                  <a:pt x="5911583" y="1173086"/>
                </a:lnTo>
                <a:lnTo>
                  <a:pt x="5908954" y="1173086"/>
                </a:lnTo>
                <a:lnTo>
                  <a:pt x="5907824" y="1173543"/>
                </a:lnTo>
                <a:lnTo>
                  <a:pt x="5905970" y="1175410"/>
                </a:lnTo>
                <a:lnTo>
                  <a:pt x="5905500" y="1176528"/>
                </a:lnTo>
                <a:lnTo>
                  <a:pt x="5905500" y="1179156"/>
                </a:lnTo>
                <a:lnTo>
                  <a:pt x="5905970" y="1180287"/>
                </a:lnTo>
                <a:lnTo>
                  <a:pt x="5907824" y="1182141"/>
                </a:lnTo>
                <a:lnTo>
                  <a:pt x="5908954" y="1182611"/>
                </a:lnTo>
                <a:lnTo>
                  <a:pt x="5911583" y="1182611"/>
                </a:lnTo>
                <a:lnTo>
                  <a:pt x="5912701" y="1182141"/>
                </a:lnTo>
                <a:lnTo>
                  <a:pt x="5914568" y="1180287"/>
                </a:lnTo>
                <a:lnTo>
                  <a:pt x="5915025" y="1179156"/>
                </a:lnTo>
                <a:lnTo>
                  <a:pt x="5915025" y="1176528"/>
                </a:lnTo>
                <a:close/>
              </a:path>
              <a:path w="11201400" h="1183005">
                <a:moveTo>
                  <a:pt x="5915025" y="589991"/>
                </a:moveTo>
                <a:lnTo>
                  <a:pt x="5914568" y="588873"/>
                </a:lnTo>
                <a:lnTo>
                  <a:pt x="5912701" y="587006"/>
                </a:lnTo>
                <a:lnTo>
                  <a:pt x="5911583" y="586536"/>
                </a:lnTo>
                <a:lnTo>
                  <a:pt x="5908954" y="586536"/>
                </a:lnTo>
                <a:lnTo>
                  <a:pt x="5907824" y="587006"/>
                </a:lnTo>
                <a:lnTo>
                  <a:pt x="5905970" y="588873"/>
                </a:lnTo>
                <a:lnTo>
                  <a:pt x="5905500" y="589991"/>
                </a:lnTo>
                <a:lnTo>
                  <a:pt x="5905500" y="592620"/>
                </a:lnTo>
                <a:lnTo>
                  <a:pt x="5905970" y="593737"/>
                </a:lnTo>
                <a:lnTo>
                  <a:pt x="5907824" y="595604"/>
                </a:lnTo>
                <a:lnTo>
                  <a:pt x="5908954" y="596061"/>
                </a:lnTo>
                <a:lnTo>
                  <a:pt x="5911583" y="596061"/>
                </a:lnTo>
                <a:lnTo>
                  <a:pt x="5912701" y="595604"/>
                </a:lnTo>
                <a:lnTo>
                  <a:pt x="5914568" y="593737"/>
                </a:lnTo>
                <a:lnTo>
                  <a:pt x="5915025" y="592620"/>
                </a:lnTo>
                <a:lnTo>
                  <a:pt x="5915025" y="589991"/>
                </a:lnTo>
                <a:close/>
              </a:path>
              <a:path w="11201400" h="1183005">
                <a:moveTo>
                  <a:pt x="5915025" y="3454"/>
                </a:moveTo>
                <a:lnTo>
                  <a:pt x="5914568" y="2324"/>
                </a:lnTo>
                <a:lnTo>
                  <a:pt x="5912701" y="469"/>
                </a:lnTo>
                <a:lnTo>
                  <a:pt x="5911583" y="0"/>
                </a:lnTo>
                <a:lnTo>
                  <a:pt x="5908954" y="0"/>
                </a:lnTo>
                <a:lnTo>
                  <a:pt x="5907824" y="469"/>
                </a:lnTo>
                <a:lnTo>
                  <a:pt x="5905970" y="2324"/>
                </a:lnTo>
                <a:lnTo>
                  <a:pt x="5905500" y="3454"/>
                </a:lnTo>
                <a:lnTo>
                  <a:pt x="5905500" y="6083"/>
                </a:lnTo>
                <a:lnTo>
                  <a:pt x="5905970" y="7200"/>
                </a:lnTo>
                <a:lnTo>
                  <a:pt x="5907824" y="9067"/>
                </a:lnTo>
                <a:lnTo>
                  <a:pt x="5908954" y="9525"/>
                </a:lnTo>
                <a:lnTo>
                  <a:pt x="5911583" y="9525"/>
                </a:lnTo>
                <a:lnTo>
                  <a:pt x="5912701" y="9067"/>
                </a:lnTo>
                <a:lnTo>
                  <a:pt x="5914568" y="7200"/>
                </a:lnTo>
                <a:lnTo>
                  <a:pt x="5915025" y="6083"/>
                </a:lnTo>
                <a:lnTo>
                  <a:pt x="5915025" y="3454"/>
                </a:lnTo>
                <a:close/>
              </a:path>
              <a:path w="11201400" h="1183005">
                <a:moveTo>
                  <a:pt x="5962650" y="1176528"/>
                </a:moveTo>
                <a:lnTo>
                  <a:pt x="5962193" y="1175410"/>
                </a:lnTo>
                <a:lnTo>
                  <a:pt x="5960326" y="1173543"/>
                </a:lnTo>
                <a:lnTo>
                  <a:pt x="5959208" y="1173086"/>
                </a:lnTo>
                <a:lnTo>
                  <a:pt x="5956579" y="1173086"/>
                </a:lnTo>
                <a:lnTo>
                  <a:pt x="5955449" y="1173543"/>
                </a:lnTo>
                <a:lnTo>
                  <a:pt x="5953595" y="1175410"/>
                </a:lnTo>
                <a:lnTo>
                  <a:pt x="5953125" y="1176528"/>
                </a:lnTo>
                <a:lnTo>
                  <a:pt x="5953125" y="1179156"/>
                </a:lnTo>
                <a:lnTo>
                  <a:pt x="5953595" y="1180287"/>
                </a:lnTo>
                <a:lnTo>
                  <a:pt x="5955449" y="1182141"/>
                </a:lnTo>
                <a:lnTo>
                  <a:pt x="5956579" y="1182611"/>
                </a:lnTo>
                <a:lnTo>
                  <a:pt x="5959208" y="1182611"/>
                </a:lnTo>
                <a:lnTo>
                  <a:pt x="5960326" y="1182141"/>
                </a:lnTo>
                <a:lnTo>
                  <a:pt x="5962193" y="1180287"/>
                </a:lnTo>
                <a:lnTo>
                  <a:pt x="5962650" y="1179156"/>
                </a:lnTo>
                <a:lnTo>
                  <a:pt x="5962650" y="1176528"/>
                </a:lnTo>
                <a:close/>
              </a:path>
              <a:path w="11201400" h="1183005">
                <a:moveTo>
                  <a:pt x="5962650" y="589991"/>
                </a:moveTo>
                <a:lnTo>
                  <a:pt x="5962193" y="588873"/>
                </a:lnTo>
                <a:lnTo>
                  <a:pt x="5960326" y="587006"/>
                </a:lnTo>
                <a:lnTo>
                  <a:pt x="5959208" y="586536"/>
                </a:lnTo>
                <a:lnTo>
                  <a:pt x="5956579" y="586536"/>
                </a:lnTo>
                <a:lnTo>
                  <a:pt x="5955449" y="587006"/>
                </a:lnTo>
                <a:lnTo>
                  <a:pt x="5953595" y="588873"/>
                </a:lnTo>
                <a:lnTo>
                  <a:pt x="5953125" y="589991"/>
                </a:lnTo>
                <a:lnTo>
                  <a:pt x="5953125" y="592620"/>
                </a:lnTo>
                <a:lnTo>
                  <a:pt x="5953595" y="593737"/>
                </a:lnTo>
                <a:lnTo>
                  <a:pt x="5955449" y="595604"/>
                </a:lnTo>
                <a:lnTo>
                  <a:pt x="5956579" y="596061"/>
                </a:lnTo>
                <a:lnTo>
                  <a:pt x="5959208" y="596061"/>
                </a:lnTo>
                <a:lnTo>
                  <a:pt x="5960326" y="595604"/>
                </a:lnTo>
                <a:lnTo>
                  <a:pt x="5962193" y="593737"/>
                </a:lnTo>
                <a:lnTo>
                  <a:pt x="5962650" y="592620"/>
                </a:lnTo>
                <a:lnTo>
                  <a:pt x="5962650" y="589991"/>
                </a:lnTo>
                <a:close/>
              </a:path>
              <a:path w="11201400" h="1183005">
                <a:moveTo>
                  <a:pt x="5962650" y="3454"/>
                </a:moveTo>
                <a:lnTo>
                  <a:pt x="5962193" y="2324"/>
                </a:lnTo>
                <a:lnTo>
                  <a:pt x="5960326" y="469"/>
                </a:lnTo>
                <a:lnTo>
                  <a:pt x="5959208" y="0"/>
                </a:lnTo>
                <a:lnTo>
                  <a:pt x="5956579" y="0"/>
                </a:lnTo>
                <a:lnTo>
                  <a:pt x="5955449" y="469"/>
                </a:lnTo>
                <a:lnTo>
                  <a:pt x="5953595" y="2324"/>
                </a:lnTo>
                <a:lnTo>
                  <a:pt x="5953125" y="3454"/>
                </a:lnTo>
                <a:lnTo>
                  <a:pt x="5953125" y="6083"/>
                </a:lnTo>
                <a:lnTo>
                  <a:pt x="5953595" y="7200"/>
                </a:lnTo>
                <a:lnTo>
                  <a:pt x="5955449" y="9067"/>
                </a:lnTo>
                <a:lnTo>
                  <a:pt x="5956579" y="9525"/>
                </a:lnTo>
                <a:lnTo>
                  <a:pt x="5959208" y="9525"/>
                </a:lnTo>
                <a:lnTo>
                  <a:pt x="5960326" y="9067"/>
                </a:lnTo>
                <a:lnTo>
                  <a:pt x="5962193" y="7200"/>
                </a:lnTo>
                <a:lnTo>
                  <a:pt x="5962650" y="6083"/>
                </a:lnTo>
                <a:lnTo>
                  <a:pt x="5962650" y="3454"/>
                </a:lnTo>
                <a:close/>
              </a:path>
              <a:path w="11201400" h="1183005">
                <a:moveTo>
                  <a:pt x="6010275" y="1176528"/>
                </a:moveTo>
                <a:lnTo>
                  <a:pt x="6009818" y="1175410"/>
                </a:lnTo>
                <a:lnTo>
                  <a:pt x="6007951" y="1173543"/>
                </a:lnTo>
                <a:lnTo>
                  <a:pt x="6006833" y="1173086"/>
                </a:lnTo>
                <a:lnTo>
                  <a:pt x="6004204" y="1173086"/>
                </a:lnTo>
                <a:lnTo>
                  <a:pt x="6003087" y="1173543"/>
                </a:lnTo>
                <a:lnTo>
                  <a:pt x="6001220" y="1175410"/>
                </a:lnTo>
                <a:lnTo>
                  <a:pt x="6000750" y="1176528"/>
                </a:lnTo>
                <a:lnTo>
                  <a:pt x="6000750" y="1179156"/>
                </a:lnTo>
                <a:lnTo>
                  <a:pt x="6001220" y="1180287"/>
                </a:lnTo>
                <a:lnTo>
                  <a:pt x="6003087" y="1182141"/>
                </a:lnTo>
                <a:lnTo>
                  <a:pt x="6004204" y="1182611"/>
                </a:lnTo>
                <a:lnTo>
                  <a:pt x="6006833" y="1182611"/>
                </a:lnTo>
                <a:lnTo>
                  <a:pt x="6007951" y="1182141"/>
                </a:lnTo>
                <a:lnTo>
                  <a:pt x="6009818" y="1180287"/>
                </a:lnTo>
                <a:lnTo>
                  <a:pt x="6010275" y="1179156"/>
                </a:lnTo>
                <a:lnTo>
                  <a:pt x="6010275" y="1176528"/>
                </a:lnTo>
                <a:close/>
              </a:path>
              <a:path w="11201400" h="1183005">
                <a:moveTo>
                  <a:pt x="6010275" y="589991"/>
                </a:moveTo>
                <a:lnTo>
                  <a:pt x="6009818" y="588873"/>
                </a:lnTo>
                <a:lnTo>
                  <a:pt x="6007951" y="587006"/>
                </a:lnTo>
                <a:lnTo>
                  <a:pt x="6006833" y="586536"/>
                </a:lnTo>
                <a:lnTo>
                  <a:pt x="6004204" y="586536"/>
                </a:lnTo>
                <a:lnTo>
                  <a:pt x="6003087" y="587006"/>
                </a:lnTo>
                <a:lnTo>
                  <a:pt x="6001220" y="588873"/>
                </a:lnTo>
                <a:lnTo>
                  <a:pt x="6000750" y="589991"/>
                </a:lnTo>
                <a:lnTo>
                  <a:pt x="6000750" y="592620"/>
                </a:lnTo>
                <a:lnTo>
                  <a:pt x="6001220" y="593737"/>
                </a:lnTo>
                <a:lnTo>
                  <a:pt x="6003087" y="595604"/>
                </a:lnTo>
                <a:lnTo>
                  <a:pt x="6004204" y="596061"/>
                </a:lnTo>
                <a:lnTo>
                  <a:pt x="6006833" y="596061"/>
                </a:lnTo>
                <a:lnTo>
                  <a:pt x="6007951" y="595604"/>
                </a:lnTo>
                <a:lnTo>
                  <a:pt x="6009818" y="593737"/>
                </a:lnTo>
                <a:lnTo>
                  <a:pt x="6010275" y="592620"/>
                </a:lnTo>
                <a:lnTo>
                  <a:pt x="6010275" y="589991"/>
                </a:lnTo>
                <a:close/>
              </a:path>
              <a:path w="11201400" h="1183005">
                <a:moveTo>
                  <a:pt x="6010275" y="3454"/>
                </a:moveTo>
                <a:lnTo>
                  <a:pt x="6009818" y="2324"/>
                </a:lnTo>
                <a:lnTo>
                  <a:pt x="6007951" y="469"/>
                </a:lnTo>
                <a:lnTo>
                  <a:pt x="6006833" y="0"/>
                </a:lnTo>
                <a:lnTo>
                  <a:pt x="6004204" y="0"/>
                </a:lnTo>
                <a:lnTo>
                  <a:pt x="6003087" y="469"/>
                </a:lnTo>
                <a:lnTo>
                  <a:pt x="6001220" y="2324"/>
                </a:lnTo>
                <a:lnTo>
                  <a:pt x="6000750" y="3454"/>
                </a:lnTo>
                <a:lnTo>
                  <a:pt x="6000750" y="6083"/>
                </a:lnTo>
                <a:lnTo>
                  <a:pt x="6001220" y="7200"/>
                </a:lnTo>
                <a:lnTo>
                  <a:pt x="6003087" y="9067"/>
                </a:lnTo>
                <a:lnTo>
                  <a:pt x="6004204" y="9525"/>
                </a:lnTo>
                <a:lnTo>
                  <a:pt x="6006833" y="9525"/>
                </a:lnTo>
                <a:lnTo>
                  <a:pt x="6007951" y="9067"/>
                </a:lnTo>
                <a:lnTo>
                  <a:pt x="6009818" y="7200"/>
                </a:lnTo>
                <a:lnTo>
                  <a:pt x="6010275" y="6083"/>
                </a:lnTo>
                <a:lnTo>
                  <a:pt x="6010275" y="3454"/>
                </a:lnTo>
                <a:close/>
              </a:path>
              <a:path w="11201400" h="1183005">
                <a:moveTo>
                  <a:pt x="6057900" y="1176528"/>
                </a:moveTo>
                <a:lnTo>
                  <a:pt x="6057443" y="1175410"/>
                </a:lnTo>
                <a:lnTo>
                  <a:pt x="6055576" y="1173543"/>
                </a:lnTo>
                <a:lnTo>
                  <a:pt x="6054458" y="1173086"/>
                </a:lnTo>
                <a:lnTo>
                  <a:pt x="6051829" y="1173086"/>
                </a:lnTo>
                <a:lnTo>
                  <a:pt x="6050699" y="1173543"/>
                </a:lnTo>
                <a:lnTo>
                  <a:pt x="6048845" y="1175410"/>
                </a:lnTo>
                <a:lnTo>
                  <a:pt x="6048375" y="1176528"/>
                </a:lnTo>
                <a:lnTo>
                  <a:pt x="6048375" y="1179156"/>
                </a:lnTo>
                <a:lnTo>
                  <a:pt x="6048845" y="1180287"/>
                </a:lnTo>
                <a:lnTo>
                  <a:pt x="6050699" y="1182141"/>
                </a:lnTo>
                <a:lnTo>
                  <a:pt x="6051829" y="1182611"/>
                </a:lnTo>
                <a:lnTo>
                  <a:pt x="6054458" y="1182611"/>
                </a:lnTo>
                <a:lnTo>
                  <a:pt x="6055576" y="1182141"/>
                </a:lnTo>
                <a:lnTo>
                  <a:pt x="6057443" y="1180287"/>
                </a:lnTo>
                <a:lnTo>
                  <a:pt x="6057900" y="1179156"/>
                </a:lnTo>
                <a:lnTo>
                  <a:pt x="6057900" y="1176528"/>
                </a:lnTo>
                <a:close/>
              </a:path>
              <a:path w="11201400" h="1183005">
                <a:moveTo>
                  <a:pt x="6057900" y="589991"/>
                </a:moveTo>
                <a:lnTo>
                  <a:pt x="6057443" y="588873"/>
                </a:lnTo>
                <a:lnTo>
                  <a:pt x="6055576" y="587006"/>
                </a:lnTo>
                <a:lnTo>
                  <a:pt x="6054458" y="586536"/>
                </a:lnTo>
                <a:lnTo>
                  <a:pt x="6051829" y="586536"/>
                </a:lnTo>
                <a:lnTo>
                  <a:pt x="6050699" y="587006"/>
                </a:lnTo>
                <a:lnTo>
                  <a:pt x="6048845" y="588873"/>
                </a:lnTo>
                <a:lnTo>
                  <a:pt x="6048375" y="589991"/>
                </a:lnTo>
                <a:lnTo>
                  <a:pt x="6048375" y="592620"/>
                </a:lnTo>
                <a:lnTo>
                  <a:pt x="6048845" y="593737"/>
                </a:lnTo>
                <a:lnTo>
                  <a:pt x="6050699" y="595604"/>
                </a:lnTo>
                <a:lnTo>
                  <a:pt x="6051829" y="596061"/>
                </a:lnTo>
                <a:lnTo>
                  <a:pt x="6054458" y="596061"/>
                </a:lnTo>
                <a:lnTo>
                  <a:pt x="6055576" y="595604"/>
                </a:lnTo>
                <a:lnTo>
                  <a:pt x="6057443" y="593737"/>
                </a:lnTo>
                <a:lnTo>
                  <a:pt x="6057900" y="592620"/>
                </a:lnTo>
                <a:lnTo>
                  <a:pt x="6057900" y="589991"/>
                </a:lnTo>
                <a:close/>
              </a:path>
              <a:path w="11201400" h="1183005">
                <a:moveTo>
                  <a:pt x="6057900" y="3454"/>
                </a:moveTo>
                <a:lnTo>
                  <a:pt x="6057443" y="2324"/>
                </a:lnTo>
                <a:lnTo>
                  <a:pt x="6055576" y="469"/>
                </a:lnTo>
                <a:lnTo>
                  <a:pt x="6054458" y="0"/>
                </a:lnTo>
                <a:lnTo>
                  <a:pt x="6051829" y="0"/>
                </a:lnTo>
                <a:lnTo>
                  <a:pt x="6050699" y="469"/>
                </a:lnTo>
                <a:lnTo>
                  <a:pt x="6048845" y="2324"/>
                </a:lnTo>
                <a:lnTo>
                  <a:pt x="6048375" y="3454"/>
                </a:lnTo>
                <a:lnTo>
                  <a:pt x="6048375" y="6083"/>
                </a:lnTo>
                <a:lnTo>
                  <a:pt x="6048845" y="7200"/>
                </a:lnTo>
                <a:lnTo>
                  <a:pt x="6050699" y="9067"/>
                </a:lnTo>
                <a:lnTo>
                  <a:pt x="6051829" y="9525"/>
                </a:lnTo>
                <a:lnTo>
                  <a:pt x="6054458" y="9525"/>
                </a:lnTo>
                <a:lnTo>
                  <a:pt x="6055576" y="9067"/>
                </a:lnTo>
                <a:lnTo>
                  <a:pt x="6057443" y="7200"/>
                </a:lnTo>
                <a:lnTo>
                  <a:pt x="6057900" y="6083"/>
                </a:lnTo>
                <a:lnTo>
                  <a:pt x="6057900" y="3454"/>
                </a:lnTo>
                <a:close/>
              </a:path>
              <a:path w="11201400" h="1183005">
                <a:moveTo>
                  <a:pt x="6105525" y="1176528"/>
                </a:moveTo>
                <a:lnTo>
                  <a:pt x="6105068" y="1175410"/>
                </a:lnTo>
                <a:lnTo>
                  <a:pt x="6103201" y="1173543"/>
                </a:lnTo>
                <a:lnTo>
                  <a:pt x="6102083" y="1173086"/>
                </a:lnTo>
                <a:lnTo>
                  <a:pt x="6099454" y="1173086"/>
                </a:lnTo>
                <a:lnTo>
                  <a:pt x="6098324" y="1173543"/>
                </a:lnTo>
                <a:lnTo>
                  <a:pt x="6096470" y="1175410"/>
                </a:lnTo>
                <a:lnTo>
                  <a:pt x="6096000" y="1176528"/>
                </a:lnTo>
                <a:lnTo>
                  <a:pt x="6096000" y="1179156"/>
                </a:lnTo>
                <a:lnTo>
                  <a:pt x="6096470" y="1180287"/>
                </a:lnTo>
                <a:lnTo>
                  <a:pt x="6098324" y="1182141"/>
                </a:lnTo>
                <a:lnTo>
                  <a:pt x="6099454" y="1182611"/>
                </a:lnTo>
                <a:lnTo>
                  <a:pt x="6102083" y="1182611"/>
                </a:lnTo>
                <a:lnTo>
                  <a:pt x="6103201" y="1182141"/>
                </a:lnTo>
                <a:lnTo>
                  <a:pt x="6105068" y="1180287"/>
                </a:lnTo>
                <a:lnTo>
                  <a:pt x="6105525" y="1179156"/>
                </a:lnTo>
                <a:lnTo>
                  <a:pt x="6105525" y="1176528"/>
                </a:lnTo>
                <a:close/>
              </a:path>
              <a:path w="11201400" h="1183005">
                <a:moveTo>
                  <a:pt x="6105525" y="589991"/>
                </a:moveTo>
                <a:lnTo>
                  <a:pt x="6105068" y="588873"/>
                </a:lnTo>
                <a:lnTo>
                  <a:pt x="6103201" y="587006"/>
                </a:lnTo>
                <a:lnTo>
                  <a:pt x="6102083" y="586536"/>
                </a:lnTo>
                <a:lnTo>
                  <a:pt x="6099454" y="586536"/>
                </a:lnTo>
                <a:lnTo>
                  <a:pt x="6098324" y="587006"/>
                </a:lnTo>
                <a:lnTo>
                  <a:pt x="6096470" y="588873"/>
                </a:lnTo>
                <a:lnTo>
                  <a:pt x="6096000" y="589991"/>
                </a:lnTo>
                <a:lnTo>
                  <a:pt x="6096000" y="592620"/>
                </a:lnTo>
                <a:lnTo>
                  <a:pt x="6096470" y="593737"/>
                </a:lnTo>
                <a:lnTo>
                  <a:pt x="6098324" y="595604"/>
                </a:lnTo>
                <a:lnTo>
                  <a:pt x="6099454" y="596061"/>
                </a:lnTo>
                <a:lnTo>
                  <a:pt x="6102083" y="596061"/>
                </a:lnTo>
                <a:lnTo>
                  <a:pt x="6103201" y="595604"/>
                </a:lnTo>
                <a:lnTo>
                  <a:pt x="6105068" y="593737"/>
                </a:lnTo>
                <a:lnTo>
                  <a:pt x="6105525" y="592620"/>
                </a:lnTo>
                <a:lnTo>
                  <a:pt x="6105525" y="589991"/>
                </a:lnTo>
                <a:close/>
              </a:path>
              <a:path w="11201400" h="1183005">
                <a:moveTo>
                  <a:pt x="6105525" y="3454"/>
                </a:moveTo>
                <a:lnTo>
                  <a:pt x="6105068" y="2324"/>
                </a:lnTo>
                <a:lnTo>
                  <a:pt x="6103201" y="469"/>
                </a:lnTo>
                <a:lnTo>
                  <a:pt x="6102083" y="0"/>
                </a:lnTo>
                <a:lnTo>
                  <a:pt x="6099454" y="0"/>
                </a:lnTo>
                <a:lnTo>
                  <a:pt x="6098324" y="469"/>
                </a:lnTo>
                <a:lnTo>
                  <a:pt x="6096470" y="2324"/>
                </a:lnTo>
                <a:lnTo>
                  <a:pt x="6096000" y="3454"/>
                </a:lnTo>
                <a:lnTo>
                  <a:pt x="6096000" y="6083"/>
                </a:lnTo>
                <a:lnTo>
                  <a:pt x="6096470" y="7200"/>
                </a:lnTo>
                <a:lnTo>
                  <a:pt x="6098324" y="9067"/>
                </a:lnTo>
                <a:lnTo>
                  <a:pt x="6099454" y="9525"/>
                </a:lnTo>
                <a:lnTo>
                  <a:pt x="6102083" y="9525"/>
                </a:lnTo>
                <a:lnTo>
                  <a:pt x="6103201" y="9067"/>
                </a:lnTo>
                <a:lnTo>
                  <a:pt x="6105068" y="7200"/>
                </a:lnTo>
                <a:lnTo>
                  <a:pt x="6105525" y="6083"/>
                </a:lnTo>
                <a:lnTo>
                  <a:pt x="6105525" y="3454"/>
                </a:lnTo>
                <a:close/>
              </a:path>
              <a:path w="11201400" h="1183005">
                <a:moveTo>
                  <a:pt x="6153150" y="1176528"/>
                </a:moveTo>
                <a:lnTo>
                  <a:pt x="6152693" y="1175410"/>
                </a:lnTo>
                <a:lnTo>
                  <a:pt x="6150826" y="1173543"/>
                </a:lnTo>
                <a:lnTo>
                  <a:pt x="6149708" y="1173086"/>
                </a:lnTo>
                <a:lnTo>
                  <a:pt x="6147079" y="1173086"/>
                </a:lnTo>
                <a:lnTo>
                  <a:pt x="6145949" y="1173543"/>
                </a:lnTo>
                <a:lnTo>
                  <a:pt x="6144095" y="1175410"/>
                </a:lnTo>
                <a:lnTo>
                  <a:pt x="6143625" y="1176528"/>
                </a:lnTo>
                <a:lnTo>
                  <a:pt x="6143625" y="1179156"/>
                </a:lnTo>
                <a:lnTo>
                  <a:pt x="6144095" y="1180287"/>
                </a:lnTo>
                <a:lnTo>
                  <a:pt x="6145949" y="1182141"/>
                </a:lnTo>
                <a:lnTo>
                  <a:pt x="6147079" y="1182611"/>
                </a:lnTo>
                <a:lnTo>
                  <a:pt x="6149708" y="1182611"/>
                </a:lnTo>
                <a:lnTo>
                  <a:pt x="6150826" y="1182141"/>
                </a:lnTo>
                <a:lnTo>
                  <a:pt x="6152693" y="1180287"/>
                </a:lnTo>
                <a:lnTo>
                  <a:pt x="6153150" y="1179156"/>
                </a:lnTo>
                <a:lnTo>
                  <a:pt x="6153150" y="1176528"/>
                </a:lnTo>
                <a:close/>
              </a:path>
              <a:path w="11201400" h="1183005">
                <a:moveTo>
                  <a:pt x="6153150" y="589991"/>
                </a:moveTo>
                <a:lnTo>
                  <a:pt x="6152693" y="588873"/>
                </a:lnTo>
                <a:lnTo>
                  <a:pt x="6150826" y="587006"/>
                </a:lnTo>
                <a:lnTo>
                  <a:pt x="6149708" y="586536"/>
                </a:lnTo>
                <a:lnTo>
                  <a:pt x="6147079" y="586536"/>
                </a:lnTo>
                <a:lnTo>
                  <a:pt x="6145949" y="587006"/>
                </a:lnTo>
                <a:lnTo>
                  <a:pt x="6144095" y="588873"/>
                </a:lnTo>
                <a:lnTo>
                  <a:pt x="6143625" y="589991"/>
                </a:lnTo>
                <a:lnTo>
                  <a:pt x="6143625" y="592620"/>
                </a:lnTo>
                <a:lnTo>
                  <a:pt x="6144095" y="593737"/>
                </a:lnTo>
                <a:lnTo>
                  <a:pt x="6145949" y="595604"/>
                </a:lnTo>
                <a:lnTo>
                  <a:pt x="6147079" y="596061"/>
                </a:lnTo>
                <a:lnTo>
                  <a:pt x="6149708" y="596061"/>
                </a:lnTo>
                <a:lnTo>
                  <a:pt x="6150826" y="595604"/>
                </a:lnTo>
                <a:lnTo>
                  <a:pt x="6152693" y="593737"/>
                </a:lnTo>
                <a:lnTo>
                  <a:pt x="6153150" y="592620"/>
                </a:lnTo>
                <a:lnTo>
                  <a:pt x="6153150" y="589991"/>
                </a:lnTo>
                <a:close/>
              </a:path>
              <a:path w="11201400" h="1183005">
                <a:moveTo>
                  <a:pt x="6153150" y="3454"/>
                </a:moveTo>
                <a:lnTo>
                  <a:pt x="6152693" y="2324"/>
                </a:lnTo>
                <a:lnTo>
                  <a:pt x="6150826" y="469"/>
                </a:lnTo>
                <a:lnTo>
                  <a:pt x="6149708" y="0"/>
                </a:lnTo>
                <a:lnTo>
                  <a:pt x="6147079" y="0"/>
                </a:lnTo>
                <a:lnTo>
                  <a:pt x="6145949" y="469"/>
                </a:lnTo>
                <a:lnTo>
                  <a:pt x="6144095" y="2324"/>
                </a:lnTo>
                <a:lnTo>
                  <a:pt x="6143625" y="3454"/>
                </a:lnTo>
                <a:lnTo>
                  <a:pt x="6143625" y="6083"/>
                </a:lnTo>
                <a:lnTo>
                  <a:pt x="6144095" y="7200"/>
                </a:lnTo>
                <a:lnTo>
                  <a:pt x="6145949" y="9067"/>
                </a:lnTo>
                <a:lnTo>
                  <a:pt x="6147079" y="9525"/>
                </a:lnTo>
                <a:lnTo>
                  <a:pt x="6149708" y="9525"/>
                </a:lnTo>
                <a:lnTo>
                  <a:pt x="6150826" y="9067"/>
                </a:lnTo>
                <a:lnTo>
                  <a:pt x="6152693" y="7200"/>
                </a:lnTo>
                <a:lnTo>
                  <a:pt x="6153150" y="6083"/>
                </a:lnTo>
                <a:lnTo>
                  <a:pt x="6153150" y="3454"/>
                </a:lnTo>
                <a:close/>
              </a:path>
              <a:path w="11201400" h="1183005">
                <a:moveTo>
                  <a:pt x="6200775" y="1176528"/>
                </a:moveTo>
                <a:lnTo>
                  <a:pt x="6200318" y="1175410"/>
                </a:lnTo>
                <a:lnTo>
                  <a:pt x="6198451" y="1173543"/>
                </a:lnTo>
                <a:lnTo>
                  <a:pt x="6197333" y="1173086"/>
                </a:lnTo>
                <a:lnTo>
                  <a:pt x="6194704" y="1173086"/>
                </a:lnTo>
                <a:lnTo>
                  <a:pt x="6193574" y="1173543"/>
                </a:lnTo>
                <a:lnTo>
                  <a:pt x="6191720" y="1175410"/>
                </a:lnTo>
                <a:lnTo>
                  <a:pt x="6191250" y="1176528"/>
                </a:lnTo>
                <a:lnTo>
                  <a:pt x="6191250" y="1179156"/>
                </a:lnTo>
                <a:lnTo>
                  <a:pt x="6191720" y="1180287"/>
                </a:lnTo>
                <a:lnTo>
                  <a:pt x="6193574" y="1182141"/>
                </a:lnTo>
                <a:lnTo>
                  <a:pt x="6194704" y="1182611"/>
                </a:lnTo>
                <a:lnTo>
                  <a:pt x="6197333" y="1182611"/>
                </a:lnTo>
                <a:lnTo>
                  <a:pt x="6198451" y="1182141"/>
                </a:lnTo>
                <a:lnTo>
                  <a:pt x="6200318" y="1180287"/>
                </a:lnTo>
                <a:lnTo>
                  <a:pt x="6200775" y="1179156"/>
                </a:lnTo>
                <a:lnTo>
                  <a:pt x="6200775" y="1176528"/>
                </a:lnTo>
                <a:close/>
              </a:path>
              <a:path w="11201400" h="1183005">
                <a:moveTo>
                  <a:pt x="6200775" y="589991"/>
                </a:moveTo>
                <a:lnTo>
                  <a:pt x="6200318" y="588873"/>
                </a:lnTo>
                <a:lnTo>
                  <a:pt x="6198451" y="587006"/>
                </a:lnTo>
                <a:lnTo>
                  <a:pt x="6197333" y="586536"/>
                </a:lnTo>
                <a:lnTo>
                  <a:pt x="6194704" y="586536"/>
                </a:lnTo>
                <a:lnTo>
                  <a:pt x="6193574" y="587006"/>
                </a:lnTo>
                <a:lnTo>
                  <a:pt x="6191720" y="588873"/>
                </a:lnTo>
                <a:lnTo>
                  <a:pt x="6191250" y="589991"/>
                </a:lnTo>
                <a:lnTo>
                  <a:pt x="6191250" y="592620"/>
                </a:lnTo>
                <a:lnTo>
                  <a:pt x="6191720" y="593737"/>
                </a:lnTo>
                <a:lnTo>
                  <a:pt x="6193574" y="595604"/>
                </a:lnTo>
                <a:lnTo>
                  <a:pt x="6194704" y="596061"/>
                </a:lnTo>
                <a:lnTo>
                  <a:pt x="6197333" y="596061"/>
                </a:lnTo>
                <a:lnTo>
                  <a:pt x="6198451" y="595604"/>
                </a:lnTo>
                <a:lnTo>
                  <a:pt x="6200318" y="593737"/>
                </a:lnTo>
                <a:lnTo>
                  <a:pt x="6200775" y="592620"/>
                </a:lnTo>
                <a:lnTo>
                  <a:pt x="6200775" y="589991"/>
                </a:lnTo>
                <a:close/>
              </a:path>
              <a:path w="11201400" h="1183005">
                <a:moveTo>
                  <a:pt x="6200775" y="3454"/>
                </a:moveTo>
                <a:lnTo>
                  <a:pt x="6200318" y="2324"/>
                </a:lnTo>
                <a:lnTo>
                  <a:pt x="6198451" y="469"/>
                </a:lnTo>
                <a:lnTo>
                  <a:pt x="6197333" y="0"/>
                </a:lnTo>
                <a:lnTo>
                  <a:pt x="6194704" y="0"/>
                </a:lnTo>
                <a:lnTo>
                  <a:pt x="6193574" y="469"/>
                </a:lnTo>
                <a:lnTo>
                  <a:pt x="6191720" y="2324"/>
                </a:lnTo>
                <a:lnTo>
                  <a:pt x="6191250" y="3454"/>
                </a:lnTo>
                <a:lnTo>
                  <a:pt x="6191250" y="6083"/>
                </a:lnTo>
                <a:lnTo>
                  <a:pt x="6191720" y="7200"/>
                </a:lnTo>
                <a:lnTo>
                  <a:pt x="6193574" y="9067"/>
                </a:lnTo>
                <a:lnTo>
                  <a:pt x="6194704" y="9525"/>
                </a:lnTo>
                <a:lnTo>
                  <a:pt x="6197333" y="9525"/>
                </a:lnTo>
                <a:lnTo>
                  <a:pt x="6198451" y="9067"/>
                </a:lnTo>
                <a:lnTo>
                  <a:pt x="6200318" y="7200"/>
                </a:lnTo>
                <a:lnTo>
                  <a:pt x="6200775" y="6083"/>
                </a:lnTo>
                <a:lnTo>
                  <a:pt x="6200775" y="3454"/>
                </a:lnTo>
                <a:close/>
              </a:path>
              <a:path w="11201400" h="1183005">
                <a:moveTo>
                  <a:pt x="6248400" y="1176528"/>
                </a:moveTo>
                <a:lnTo>
                  <a:pt x="6247943" y="1175410"/>
                </a:lnTo>
                <a:lnTo>
                  <a:pt x="6246076" y="1173543"/>
                </a:lnTo>
                <a:lnTo>
                  <a:pt x="6244958" y="1173086"/>
                </a:lnTo>
                <a:lnTo>
                  <a:pt x="6242329" y="1173086"/>
                </a:lnTo>
                <a:lnTo>
                  <a:pt x="6241199" y="1173543"/>
                </a:lnTo>
                <a:lnTo>
                  <a:pt x="6239345" y="1175410"/>
                </a:lnTo>
                <a:lnTo>
                  <a:pt x="6238875" y="1176528"/>
                </a:lnTo>
                <a:lnTo>
                  <a:pt x="6238875" y="1179156"/>
                </a:lnTo>
                <a:lnTo>
                  <a:pt x="6239345" y="1180287"/>
                </a:lnTo>
                <a:lnTo>
                  <a:pt x="6241199" y="1182141"/>
                </a:lnTo>
                <a:lnTo>
                  <a:pt x="6242329" y="1182611"/>
                </a:lnTo>
                <a:lnTo>
                  <a:pt x="6244958" y="1182611"/>
                </a:lnTo>
                <a:lnTo>
                  <a:pt x="6246076" y="1182141"/>
                </a:lnTo>
                <a:lnTo>
                  <a:pt x="6247943" y="1180287"/>
                </a:lnTo>
                <a:lnTo>
                  <a:pt x="6248400" y="1179156"/>
                </a:lnTo>
                <a:lnTo>
                  <a:pt x="6248400" y="1176528"/>
                </a:lnTo>
                <a:close/>
              </a:path>
              <a:path w="11201400" h="1183005">
                <a:moveTo>
                  <a:pt x="6248400" y="589991"/>
                </a:moveTo>
                <a:lnTo>
                  <a:pt x="6247943" y="588873"/>
                </a:lnTo>
                <a:lnTo>
                  <a:pt x="6246076" y="587006"/>
                </a:lnTo>
                <a:lnTo>
                  <a:pt x="6244958" y="586536"/>
                </a:lnTo>
                <a:lnTo>
                  <a:pt x="6242329" y="586536"/>
                </a:lnTo>
                <a:lnTo>
                  <a:pt x="6241199" y="587006"/>
                </a:lnTo>
                <a:lnTo>
                  <a:pt x="6239345" y="588873"/>
                </a:lnTo>
                <a:lnTo>
                  <a:pt x="6238875" y="589991"/>
                </a:lnTo>
                <a:lnTo>
                  <a:pt x="6238875" y="592620"/>
                </a:lnTo>
                <a:lnTo>
                  <a:pt x="6239345" y="593737"/>
                </a:lnTo>
                <a:lnTo>
                  <a:pt x="6241199" y="595604"/>
                </a:lnTo>
                <a:lnTo>
                  <a:pt x="6242329" y="596061"/>
                </a:lnTo>
                <a:lnTo>
                  <a:pt x="6244958" y="596061"/>
                </a:lnTo>
                <a:lnTo>
                  <a:pt x="6246076" y="595604"/>
                </a:lnTo>
                <a:lnTo>
                  <a:pt x="6247943" y="593737"/>
                </a:lnTo>
                <a:lnTo>
                  <a:pt x="6248400" y="592620"/>
                </a:lnTo>
                <a:lnTo>
                  <a:pt x="6248400" y="589991"/>
                </a:lnTo>
                <a:close/>
              </a:path>
              <a:path w="11201400" h="1183005">
                <a:moveTo>
                  <a:pt x="6248400" y="3454"/>
                </a:moveTo>
                <a:lnTo>
                  <a:pt x="6247943" y="2324"/>
                </a:lnTo>
                <a:lnTo>
                  <a:pt x="6246076" y="469"/>
                </a:lnTo>
                <a:lnTo>
                  <a:pt x="6244958" y="0"/>
                </a:lnTo>
                <a:lnTo>
                  <a:pt x="6242329" y="0"/>
                </a:lnTo>
                <a:lnTo>
                  <a:pt x="6241199" y="469"/>
                </a:lnTo>
                <a:lnTo>
                  <a:pt x="6239345" y="2324"/>
                </a:lnTo>
                <a:lnTo>
                  <a:pt x="6238875" y="3454"/>
                </a:lnTo>
                <a:lnTo>
                  <a:pt x="6238875" y="6083"/>
                </a:lnTo>
                <a:lnTo>
                  <a:pt x="6239345" y="7200"/>
                </a:lnTo>
                <a:lnTo>
                  <a:pt x="6241199" y="9067"/>
                </a:lnTo>
                <a:lnTo>
                  <a:pt x="6242329" y="9525"/>
                </a:lnTo>
                <a:lnTo>
                  <a:pt x="6244958" y="9525"/>
                </a:lnTo>
                <a:lnTo>
                  <a:pt x="6246076" y="9067"/>
                </a:lnTo>
                <a:lnTo>
                  <a:pt x="6247943" y="7200"/>
                </a:lnTo>
                <a:lnTo>
                  <a:pt x="6248400" y="6083"/>
                </a:lnTo>
                <a:lnTo>
                  <a:pt x="6248400" y="3454"/>
                </a:lnTo>
                <a:close/>
              </a:path>
              <a:path w="11201400" h="1183005">
                <a:moveTo>
                  <a:pt x="6296025" y="1176528"/>
                </a:moveTo>
                <a:lnTo>
                  <a:pt x="6295568" y="1175410"/>
                </a:lnTo>
                <a:lnTo>
                  <a:pt x="6293701" y="1173543"/>
                </a:lnTo>
                <a:lnTo>
                  <a:pt x="6292583" y="1173086"/>
                </a:lnTo>
                <a:lnTo>
                  <a:pt x="6289954" y="1173086"/>
                </a:lnTo>
                <a:lnTo>
                  <a:pt x="6288824" y="1173543"/>
                </a:lnTo>
                <a:lnTo>
                  <a:pt x="6286970" y="1175410"/>
                </a:lnTo>
                <a:lnTo>
                  <a:pt x="6286500" y="1176528"/>
                </a:lnTo>
                <a:lnTo>
                  <a:pt x="6286500" y="1179156"/>
                </a:lnTo>
                <a:lnTo>
                  <a:pt x="6286970" y="1180287"/>
                </a:lnTo>
                <a:lnTo>
                  <a:pt x="6288824" y="1182141"/>
                </a:lnTo>
                <a:lnTo>
                  <a:pt x="6289954" y="1182611"/>
                </a:lnTo>
                <a:lnTo>
                  <a:pt x="6292583" y="1182611"/>
                </a:lnTo>
                <a:lnTo>
                  <a:pt x="6293701" y="1182141"/>
                </a:lnTo>
                <a:lnTo>
                  <a:pt x="6295568" y="1180287"/>
                </a:lnTo>
                <a:lnTo>
                  <a:pt x="6296025" y="1179156"/>
                </a:lnTo>
                <a:lnTo>
                  <a:pt x="6296025" y="1176528"/>
                </a:lnTo>
                <a:close/>
              </a:path>
              <a:path w="11201400" h="1183005">
                <a:moveTo>
                  <a:pt x="6296025" y="589991"/>
                </a:moveTo>
                <a:lnTo>
                  <a:pt x="6295568" y="588873"/>
                </a:lnTo>
                <a:lnTo>
                  <a:pt x="6293701" y="587006"/>
                </a:lnTo>
                <a:lnTo>
                  <a:pt x="6292583" y="586536"/>
                </a:lnTo>
                <a:lnTo>
                  <a:pt x="6289954" y="586536"/>
                </a:lnTo>
                <a:lnTo>
                  <a:pt x="6288824" y="587006"/>
                </a:lnTo>
                <a:lnTo>
                  <a:pt x="6286970" y="588873"/>
                </a:lnTo>
                <a:lnTo>
                  <a:pt x="6286500" y="589991"/>
                </a:lnTo>
                <a:lnTo>
                  <a:pt x="6286500" y="592620"/>
                </a:lnTo>
                <a:lnTo>
                  <a:pt x="6286970" y="593737"/>
                </a:lnTo>
                <a:lnTo>
                  <a:pt x="6288824" y="595604"/>
                </a:lnTo>
                <a:lnTo>
                  <a:pt x="6289954" y="596061"/>
                </a:lnTo>
                <a:lnTo>
                  <a:pt x="6292583" y="596061"/>
                </a:lnTo>
                <a:lnTo>
                  <a:pt x="6293701" y="595604"/>
                </a:lnTo>
                <a:lnTo>
                  <a:pt x="6295568" y="593737"/>
                </a:lnTo>
                <a:lnTo>
                  <a:pt x="6296025" y="592620"/>
                </a:lnTo>
                <a:lnTo>
                  <a:pt x="6296025" y="589991"/>
                </a:lnTo>
                <a:close/>
              </a:path>
              <a:path w="11201400" h="1183005">
                <a:moveTo>
                  <a:pt x="6296025" y="3454"/>
                </a:moveTo>
                <a:lnTo>
                  <a:pt x="6295568" y="2324"/>
                </a:lnTo>
                <a:lnTo>
                  <a:pt x="6293701" y="469"/>
                </a:lnTo>
                <a:lnTo>
                  <a:pt x="6292583" y="0"/>
                </a:lnTo>
                <a:lnTo>
                  <a:pt x="6289954" y="0"/>
                </a:lnTo>
                <a:lnTo>
                  <a:pt x="6288824" y="469"/>
                </a:lnTo>
                <a:lnTo>
                  <a:pt x="6286970" y="2324"/>
                </a:lnTo>
                <a:lnTo>
                  <a:pt x="6286500" y="3454"/>
                </a:lnTo>
                <a:lnTo>
                  <a:pt x="6286500" y="6083"/>
                </a:lnTo>
                <a:lnTo>
                  <a:pt x="6286970" y="7200"/>
                </a:lnTo>
                <a:lnTo>
                  <a:pt x="6288824" y="9067"/>
                </a:lnTo>
                <a:lnTo>
                  <a:pt x="6289954" y="9525"/>
                </a:lnTo>
                <a:lnTo>
                  <a:pt x="6292583" y="9525"/>
                </a:lnTo>
                <a:lnTo>
                  <a:pt x="6293701" y="9067"/>
                </a:lnTo>
                <a:lnTo>
                  <a:pt x="6295568" y="7200"/>
                </a:lnTo>
                <a:lnTo>
                  <a:pt x="6296025" y="6083"/>
                </a:lnTo>
                <a:lnTo>
                  <a:pt x="6296025" y="3454"/>
                </a:lnTo>
                <a:close/>
              </a:path>
              <a:path w="11201400" h="1183005">
                <a:moveTo>
                  <a:pt x="6343650" y="1176528"/>
                </a:moveTo>
                <a:lnTo>
                  <a:pt x="6343193" y="1175410"/>
                </a:lnTo>
                <a:lnTo>
                  <a:pt x="6341326" y="1173543"/>
                </a:lnTo>
                <a:lnTo>
                  <a:pt x="6340208" y="1173086"/>
                </a:lnTo>
                <a:lnTo>
                  <a:pt x="6337579" y="1173086"/>
                </a:lnTo>
                <a:lnTo>
                  <a:pt x="6336449" y="1173543"/>
                </a:lnTo>
                <a:lnTo>
                  <a:pt x="6334595" y="1175410"/>
                </a:lnTo>
                <a:lnTo>
                  <a:pt x="6334125" y="1176528"/>
                </a:lnTo>
                <a:lnTo>
                  <a:pt x="6334125" y="1179156"/>
                </a:lnTo>
                <a:lnTo>
                  <a:pt x="6334595" y="1180287"/>
                </a:lnTo>
                <a:lnTo>
                  <a:pt x="6336449" y="1182141"/>
                </a:lnTo>
                <a:lnTo>
                  <a:pt x="6337579" y="1182611"/>
                </a:lnTo>
                <a:lnTo>
                  <a:pt x="6340208" y="1182611"/>
                </a:lnTo>
                <a:lnTo>
                  <a:pt x="6341326" y="1182141"/>
                </a:lnTo>
                <a:lnTo>
                  <a:pt x="6343193" y="1180287"/>
                </a:lnTo>
                <a:lnTo>
                  <a:pt x="6343650" y="1179156"/>
                </a:lnTo>
                <a:lnTo>
                  <a:pt x="6343650" y="1176528"/>
                </a:lnTo>
                <a:close/>
              </a:path>
              <a:path w="11201400" h="1183005">
                <a:moveTo>
                  <a:pt x="6343650" y="589991"/>
                </a:moveTo>
                <a:lnTo>
                  <a:pt x="6343193" y="588873"/>
                </a:lnTo>
                <a:lnTo>
                  <a:pt x="6341326" y="587006"/>
                </a:lnTo>
                <a:lnTo>
                  <a:pt x="6340208" y="586536"/>
                </a:lnTo>
                <a:lnTo>
                  <a:pt x="6337579" y="586536"/>
                </a:lnTo>
                <a:lnTo>
                  <a:pt x="6336449" y="587006"/>
                </a:lnTo>
                <a:lnTo>
                  <a:pt x="6334595" y="588873"/>
                </a:lnTo>
                <a:lnTo>
                  <a:pt x="6334125" y="589991"/>
                </a:lnTo>
                <a:lnTo>
                  <a:pt x="6334125" y="592620"/>
                </a:lnTo>
                <a:lnTo>
                  <a:pt x="6334595" y="593737"/>
                </a:lnTo>
                <a:lnTo>
                  <a:pt x="6336449" y="595604"/>
                </a:lnTo>
                <a:lnTo>
                  <a:pt x="6337579" y="596061"/>
                </a:lnTo>
                <a:lnTo>
                  <a:pt x="6340208" y="596061"/>
                </a:lnTo>
                <a:lnTo>
                  <a:pt x="6341326" y="595604"/>
                </a:lnTo>
                <a:lnTo>
                  <a:pt x="6343193" y="593737"/>
                </a:lnTo>
                <a:lnTo>
                  <a:pt x="6343650" y="592620"/>
                </a:lnTo>
                <a:lnTo>
                  <a:pt x="6343650" y="589991"/>
                </a:lnTo>
                <a:close/>
              </a:path>
              <a:path w="11201400" h="1183005">
                <a:moveTo>
                  <a:pt x="6343650" y="3454"/>
                </a:moveTo>
                <a:lnTo>
                  <a:pt x="6343193" y="2324"/>
                </a:lnTo>
                <a:lnTo>
                  <a:pt x="6341326" y="469"/>
                </a:lnTo>
                <a:lnTo>
                  <a:pt x="6340208" y="0"/>
                </a:lnTo>
                <a:lnTo>
                  <a:pt x="6337579" y="0"/>
                </a:lnTo>
                <a:lnTo>
                  <a:pt x="6336449" y="469"/>
                </a:lnTo>
                <a:lnTo>
                  <a:pt x="6334595" y="2324"/>
                </a:lnTo>
                <a:lnTo>
                  <a:pt x="6334125" y="3454"/>
                </a:lnTo>
                <a:lnTo>
                  <a:pt x="6334125" y="6083"/>
                </a:lnTo>
                <a:lnTo>
                  <a:pt x="6334595" y="7200"/>
                </a:lnTo>
                <a:lnTo>
                  <a:pt x="6336449" y="9067"/>
                </a:lnTo>
                <a:lnTo>
                  <a:pt x="6337579" y="9525"/>
                </a:lnTo>
                <a:lnTo>
                  <a:pt x="6340208" y="9525"/>
                </a:lnTo>
                <a:lnTo>
                  <a:pt x="6341326" y="9067"/>
                </a:lnTo>
                <a:lnTo>
                  <a:pt x="6343193" y="7200"/>
                </a:lnTo>
                <a:lnTo>
                  <a:pt x="6343650" y="6083"/>
                </a:lnTo>
                <a:lnTo>
                  <a:pt x="6343650" y="3454"/>
                </a:lnTo>
                <a:close/>
              </a:path>
              <a:path w="11201400" h="1183005">
                <a:moveTo>
                  <a:pt x="6391275" y="1176528"/>
                </a:moveTo>
                <a:lnTo>
                  <a:pt x="6390818" y="1175410"/>
                </a:lnTo>
                <a:lnTo>
                  <a:pt x="6388951" y="1173543"/>
                </a:lnTo>
                <a:lnTo>
                  <a:pt x="6387833" y="1173086"/>
                </a:lnTo>
                <a:lnTo>
                  <a:pt x="6385204" y="1173086"/>
                </a:lnTo>
                <a:lnTo>
                  <a:pt x="6384074" y="1173543"/>
                </a:lnTo>
                <a:lnTo>
                  <a:pt x="6382220" y="1175410"/>
                </a:lnTo>
                <a:lnTo>
                  <a:pt x="6381750" y="1176528"/>
                </a:lnTo>
                <a:lnTo>
                  <a:pt x="6381750" y="1179156"/>
                </a:lnTo>
                <a:lnTo>
                  <a:pt x="6382220" y="1180287"/>
                </a:lnTo>
                <a:lnTo>
                  <a:pt x="6384074" y="1182141"/>
                </a:lnTo>
                <a:lnTo>
                  <a:pt x="6385204" y="1182611"/>
                </a:lnTo>
                <a:lnTo>
                  <a:pt x="6387833" y="1182611"/>
                </a:lnTo>
                <a:lnTo>
                  <a:pt x="6388951" y="1182141"/>
                </a:lnTo>
                <a:lnTo>
                  <a:pt x="6390818" y="1180287"/>
                </a:lnTo>
                <a:lnTo>
                  <a:pt x="6391275" y="1179156"/>
                </a:lnTo>
                <a:lnTo>
                  <a:pt x="6391275" y="1176528"/>
                </a:lnTo>
                <a:close/>
              </a:path>
              <a:path w="11201400" h="1183005">
                <a:moveTo>
                  <a:pt x="6391275" y="589991"/>
                </a:moveTo>
                <a:lnTo>
                  <a:pt x="6390818" y="588873"/>
                </a:lnTo>
                <a:lnTo>
                  <a:pt x="6388951" y="587006"/>
                </a:lnTo>
                <a:lnTo>
                  <a:pt x="6387833" y="586536"/>
                </a:lnTo>
                <a:lnTo>
                  <a:pt x="6385204" y="586536"/>
                </a:lnTo>
                <a:lnTo>
                  <a:pt x="6384074" y="587006"/>
                </a:lnTo>
                <a:lnTo>
                  <a:pt x="6382220" y="588873"/>
                </a:lnTo>
                <a:lnTo>
                  <a:pt x="6381750" y="589991"/>
                </a:lnTo>
                <a:lnTo>
                  <a:pt x="6381750" y="592620"/>
                </a:lnTo>
                <a:lnTo>
                  <a:pt x="6382220" y="593737"/>
                </a:lnTo>
                <a:lnTo>
                  <a:pt x="6384074" y="595604"/>
                </a:lnTo>
                <a:lnTo>
                  <a:pt x="6385204" y="596061"/>
                </a:lnTo>
                <a:lnTo>
                  <a:pt x="6387833" y="596061"/>
                </a:lnTo>
                <a:lnTo>
                  <a:pt x="6388951" y="595604"/>
                </a:lnTo>
                <a:lnTo>
                  <a:pt x="6390818" y="593737"/>
                </a:lnTo>
                <a:lnTo>
                  <a:pt x="6391275" y="592620"/>
                </a:lnTo>
                <a:lnTo>
                  <a:pt x="6391275" y="589991"/>
                </a:lnTo>
                <a:close/>
              </a:path>
              <a:path w="11201400" h="1183005">
                <a:moveTo>
                  <a:pt x="6391275" y="3454"/>
                </a:moveTo>
                <a:lnTo>
                  <a:pt x="6390818" y="2324"/>
                </a:lnTo>
                <a:lnTo>
                  <a:pt x="6388951" y="469"/>
                </a:lnTo>
                <a:lnTo>
                  <a:pt x="6387833" y="0"/>
                </a:lnTo>
                <a:lnTo>
                  <a:pt x="6385204" y="0"/>
                </a:lnTo>
                <a:lnTo>
                  <a:pt x="6384074" y="469"/>
                </a:lnTo>
                <a:lnTo>
                  <a:pt x="6382220" y="2324"/>
                </a:lnTo>
                <a:lnTo>
                  <a:pt x="6381750" y="3454"/>
                </a:lnTo>
                <a:lnTo>
                  <a:pt x="6381750" y="6083"/>
                </a:lnTo>
                <a:lnTo>
                  <a:pt x="6382220" y="7200"/>
                </a:lnTo>
                <a:lnTo>
                  <a:pt x="6384074" y="9067"/>
                </a:lnTo>
                <a:lnTo>
                  <a:pt x="6385204" y="9525"/>
                </a:lnTo>
                <a:lnTo>
                  <a:pt x="6387833" y="9525"/>
                </a:lnTo>
                <a:lnTo>
                  <a:pt x="6388951" y="9067"/>
                </a:lnTo>
                <a:lnTo>
                  <a:pt x="6390818" y="7200"/>
                </a:lnTo>
                <a:lnTo>
                  <a:pt x="6391275" y="6083"/>
                </a:lnTo>
                <a:lnTo>
                  <a:pt x="6391275" y="3454"/>
                </a:lnTo>
                <a:close/>
              </a:path>
              <a:path w="11201400" h="1183005">
                <a:moveTo>
                  <a:pt x="6438900" y="1176528"/>
                </a:moveTo>
                <a:lnTo>
                  <a:pt x="6438443" y="1175410"/>
                </a:lnTo>
                <a:lnTo>
                  <a:pt x="6436576" y="1173543"/>
                </a:lnTo>
                <a:lnTo>
                  <a:pt x="6435458" y="1173086"/>
                </a:lnTo>
                <a:lnTo>
                  <a:pt x="6432829" y="1173086"/>
                </a:lnTo>
                <a:lnTo>
                  <a:pt x="6431699" y="1173543"/>
                </a:lnTo>
                <a:lnTo>
                  <a:pt x="6429845" y="1175410"/>
                </a:lnTo>
                <a:lnTo>
                  <a:pt x="6429375" y="1176528"/>
                </a:lnTo>
                <a:lnTo>
                  <a:pt x="6429375" y="1179156"/>
                </a:lnTo>
                <a:lnTo>
                  <a:pt x="6429845" y="1180287"/>
                </a:lnTo>
                <a:lnTo>
                  <a:pt x="6431699" y="1182141"/>
                </a:lnTo>
                <a:lnTo>
                  <a:pt x="6432829" y="1182611"/>
                </a:lnTo>
                <a:lnTo>
                  <a:pt x="6435458" y="1182611"/>
                </a:lnTo>
                <a:lnTo>
                  <a:pt x="6436576" y="1182141"/>
                </a:lnTo>
                <a:lnTo>
                  <a:pt x="6438443" y="1180287"/>
                </a:lnTo>
                <a:lnTo>
                  <a:pt x="6438900" y="1179156"/>
                </a:lnTo>
                <a:lnTo>
                  <a:pt x="6438900" y="1176528"/>
                </a:lnTo>
                <a:close/>
              </a:path>
              <a:path w="11201400" h="1183005">
                <a:moveTo>
                  <a:pt x="6438900" y="589991"/>
                </a:moveTo>
                <a:lnTo>
                  <a:pt x="6438443" y="588873"/>
                </a:lnTo>
                <a:lnTo>
                  <a:pt x="6436576" y="587006"/>
                </a:lnTo>
                <a:lnTo>
                  <a:pt x="6435458" y="586536"/>
                </a:lnTo>
                <a:lnTo>
                  <a:pt x="6432829" y="586536"/>
                </a:lnTo>
                <a:lnTo>
                  <a:pt x="6431699" y="587006"/>
                </a:lnTo>
                <a:lnTo>
                  <a:pt x="6429845" y="588873"/>
                </a:lnTo>
                <a:lnTo>
                  <a:pt x="6429375" y="589991"/>
                </a:lnTo>
                <a:lnTo>
                  <a:pt x="6429375" y="592620"/>
                </a:lnTo>
                <a:lnTo>
                  <a:pt x="6429845" y="593737"/>
                </a:lnTo>
                <a:lnTo>
                  <a:pt x="6431699" y="595604"/>
                </a:lnTo>
                <a:lnTo>
                  <a:pt x="6432829" y="596061"/>
                </a:lnTo>
                <a:lnTo>
                  <a:pt x="6435458" y="596061"/>
                </a:lnTo>
                <a:lnTo>
                  <a:pt x="6436576" y="595604"/>
                </a:lnTo>
                <a:lnTo>
                  <a:pt x="6438443" y="593737"/>
                </a:lnTo>
                <a:lnTo>
                  <a:pt x="6438900" y="592620"/>
                </a:lnTo>
                <a:lnTo>
                  <a:pt x="6438900" y="589991"/>
                </a:lnTo>
                <a:close/>
              </a:path>
              <a:path w="11201400" h="1183005">
                <a:moveTo>
                  <a:pt x="6438900" y="3454"/>
                </a:moveTo>
                <a:lnTo>
                  <a:pt x="6438443" y="2324"/>
                </a:lnTo>
                <a:lnTo>
                  <a:pt x="6436576" y="469"/>
                </a:lnTo>
                <a:lnTo>
                  <a:pt x="6435458" y="0"/>
                </a:lnTo>
                <a:lnTo>
                  <a:pt x="6432829" y="0"/>
                </a:lnTo>
                <a:lnTo>
                  <a:pt x="6431699" y="469"/>
                </a:lnTo>
                <a:lnTo>
                  <a:pt x="6429845" y="2324"/>
                </a:lnTo>
                <a:lnTo>
                  <a:pt x="6429375" y="3454"/>
                </a:lnTo>
                <a:lnTo>
                  <a:pt x="6429375" y="6083"/>
                </a:lnTo>
                <a:lnTo>
                  <a:pt x="6429845" y="7200"/>
                </a:lnTo>
                <a:lnTo>
                  <a:pt x="6431699" y="9067"/>
                </a:lnTo>
                <a:lnTo>
                  <a:pt x="6432829" y="9525"/>
                </a:lnTo>
                <a:lnTo>
                  <a:pt x="6435458" y="9525"/>
                </a:lnTo>
                <a:lnTo>
                  <a:pt x="6436576" y="9067"/>
                </a:lnTo>
                <a:lnTo>
                  <a:pt x="6438443" y="7200"/>
                </a:lnTo>
                <a:lnTo>
                  <a:pt x="6438900" y="6083"/>
                </a:lnTo>
                <a:lnTo>
                  <a:pt x="6438900" y="3454"/>
                </a:lnTo>
                <a:close/>
              </a:path>
              <a:path w="11201400" h="1183005">
                <a:moveTo>
                  <a:pt x="6486525" y="1176528"/>
                </a:moveTo>
                <a:lnTo>
                  <a:pt x="6486068" y="1175410"/>
                </a:lnTo>
                <a:lnTo>
                  <a:pt x="6484201" y="1173543"/>
                </a:lnTo>
                <a:lnTo>
                  <a:pt x="6483083" y="1173086"/>
                </a:lnTo>
                <a:lnTo>
                  <a:pt x="6480454" y="1173086"/>
                </a:lnTo>
                <a:lnTo>
                  <a:pt x="6479324" y="1173543"/>
                </a:lnTo>
                <a:lnTo>
                  <a:pt x="6477470" y="1175410"/>
                </a:lnTo>
                <a:lnTo>
                  <a:pt x="6477000" y="1176528"/>
                </a:lnTo>
                <a:lnTo>
                  <a:pt x="6477000" y="1179156"/>
                </a:lnTo>
                <a:lnTo>
                  <a:pt x="6477470" y="1180287"/>
                </a:lnTo>
                <a:lnTo>
                  <a:pt x="6479324" y="1182141"/>
                </a:lnTo>
                <a:lnTo>
                  <a:pt x="6480454" y="1182611"/>
                </a:lnTo>
                <a:lnTo>
                  <a:pt x="6483083" y="1182611"/>
                </a:lnTo>
                <a:lnTo>
                  <a:pt x="6484201" y="1182141"/>
                </a:lnTo>
                <a:lnTo>
                  <a:pt x="6486068" y="1180287"/>
                </a:lnTo>
                <a:lnTo>
                  <a:pt x="6486525" y="1179156"/>
                </a:lnTo>
                <a:lnTo>
                  <a:pt x="6486525" y="1176528"/>
                </a:lnTo>
                <a:close/>
              </a:path>
              <a:path w="11201400" h="1183005">
                <a:moveTo>
                  <a:pt x="6486525" y="589991"/>
                </a:moveTo>
                <a:lnTo>
                  <a:pt x="6486068" y="588873"/>
                </a:lnTo>
                <a:lnTo>
                  <a:pt x="6484201" y="587006"/>
                </a:lnTo>
                <a:lnTo>
                  <a:pt x="6483083" y="586536"/>
                </a:lnTo>
                <a:lnTo>
                  <a:pt x="6480454" y="586536"/>
                </a:lnTo>
                <a:lnTo>
                  <a:pt x="6479324" y="587006"/>
                </a:lnTo>
                <a:lnTo>
                  <a:pt x="6477470" y="588873"/>
                </a:lnTo>
                <a:lnTo>
                  <a:pt x="6477000" y="589991"/>
                </a:lnTo>
                <a:lnTo>
                  <a:pt x="6477000" y="592620"/>
                </a:lnTo>
                <a:lnTo>
                  <a:pt x="6477470" y="593737"/>
                </a:lnTo>
                <a:lnTo>
                  <a:pt x="6479324" y="595604"/>
                </a:lnTo>
                <a:lnTo>
                  <a:pt x="6480454" y="596061"/>
                </a:lnTo>
                <a:lnTo>
                  <a:pt x="6483083" y="596061"/>
                </a:lnTo>
                <a:lnTo>
                  <a:pt x="6484201" y="595604"/>
                </a:lnTo>
                <a:lnTo>
                  <a:pt x="6486068" y="593737"/>
                </a:lnTo>
                <a:lnTo>
                  <a:pt x="6486525" y="592620"/>
                </a:lnTo>
                <a:lnTo>
                  <a:pt x="6486525" y="589991"/>
                </a:lnTo>
                <a:close/>
              </a:path>
              <a:path w="11201400" h="1183005">
                <a:moveTo>
                  <a:pt x="6486525" y="3454"/>
                </a:moveTo>
                <a:lnTo>
                  <a:pt x="6486068" y="2324"/>
                </a:lnTo>
                <a:lnTo>
                  <a:pt x="6484201" y="469"/>
                </a:lnTo>
                <a:lnTo>
                  <a:pt x="6483083" y="0"/>
                </a:lnTo>
                <a:lnTo>
                  <a:pt x="6480454" y="0"/>
                </a:lnTo>
                <a:lnTo>
                  <a:pt x="6479324" y="469"/>
                </a:lnTo>
                <a:lnTo>
                  <a:pt x="6477470" y="2324"/>
                </a:lnTo>
                <a:lnTo>
                  <a:pt x="6477000" y="3454"/>
                </a:lnTo>
                <a:lnTo>
                  <a:pt x="6477000" y="6083"/>
                </a:lnTo>
                <a:lnTo>
                  <a:pt x="6477470" y="7200"/>
                </a:lnTo>
                <a:lnTo>
                  <a:pt x="6479324" y="9067"/>
                </a:lnTo>
                <a:lnTo>
                  <a:pt x="6480454" y="9525"/>
                </a:lnTo>
                <a:lnTo>
                  <a:pt x="6483083" y="9525"/>
                </a:lnTo>
                <a:lnTo>
                  <a:pt x="6484201" y="9067"/>
                </a:lnTo>
                <a:lnTo>
                  <a:pt x="6486068" y="7200"/>
                </a:lnTo>
                <a:lnTo>
                  <a:pt x="6486525" y="6083"/>
                </a:lnTo>
                <a:lnTo>
                  <a:pt x="6486525" y="3454"/>
                </a:lnTo>
                <a:close/>
              </a:path>
              <a:path w="11201400" h="1183005">
                <a:moveTo>
                  <a:pt x="6534150" y="1176528"/>
                </a:moveTo>
                <a:lnTo>
                  <a:pt x="6533693" y="1175410"/>
                </a:lnTo>
                <a:lnTo>
                  <a:pt x="6531826" y="1173543"/>
                </a:lnTo>
                <a:lnTo>
                  <a:pt x="6530708" y="1173086"/>
                </a:lnTo>
                <a:lnTo>
                  <a:pt x="6528079" y="1173086"/>
                </a:lnTo>
                <a:lnTo>
                  <a:pt x="6526962" y="1173543"/>
                </a:lnTo>
                <a:lnTo>
                  <a:pt x="6525095" y="1175410"/>
                </a:lnTo>
                <a:lnTo>
                  <a:pt x="6524625" y="1176528"/>
                </a:lnTo>
                <a:lnTo>
                  <a:pt x="6524625" y="1179156"/>
                </a:lnTo>
                <a:lnTo>
                  <a:pt x="6525095" y="1180287"/>
                </a:lnTo>
                <a:lnTo>
                  <a:pt x="6526962" y="1182141"/>
                </a:lnTo>
                <a:lnTo>
                  <a:pt x="6528079" y="1182611"/>
                </a:lnTo>
                <a:lnTo>
                  <a:pt x="6530708" y="1182611"/>
                </a:lnTo>
                <a:lnTo>
                  <a:pt x="6531826" y="1182141"/>
                </a:lnTo>
                <a:lnTo>
                  <a:pt x="6533693" y="1180287"/>
                </a:lnTo>
                <a:lnTo>
                  <a:pt x="6534150" y="1179156"/>
                </a:lnTo>
                <a:lnTo>
                  <a:pt x="6534150" y="1176528"/>
                </a:lnTo>
                <a:close/>
              </a:path>
              <a:path w="11201400" h="1183005">
                <a:moveTo>
                  <a:pt x="6534150" y="589991"/>
                </a:moveTo>
                <a:lnTo>
                  <a:pt x="6533693" y="588873"/>
                </a:lnTo>
                <a:lnTo>
                  <a:pt x="6531826" y="587006"/>
                </a:lnTo>
                <a:lnTo>
                  <a:pt x="6530708" y="586536"/>
                </a:lnTo>
                <a:lnTo>
                  <a:pt x="6528079" y="586536"/>
                </a:lnTo>
                <a:lnTo>
                  <a:pt x="6526962" y="587006"/>
                </a:lnTo>
                <a:lnTo>
                  <a:pt x="6525095" y="588873"/>
                </a:lnTo>
                <a:lnTo>
                  <a:pt x="6524625" y="589991"/>
                </a:lnTo>
                <a:lnTo>
                  <a:pt x="6524625" y="592620"/>
                </a:lnTo>
                <a:lnTo>
                  <a:pt x="6525095" y="593737"/>
                </a:lnTo>
                <a:lnTo>
                  <a:pt x="6526962" y="595604"/>
                </a:lnTo>
                <a:lnTo>
                  <a:pt x="6528079" y="596061"/>
                </a:lnTo>
                <a:lnTo>
                  <a:pt x="6530708" y="596061"/>
                </a:lnTo>
                <a:lnTo>
                  <a:pt x="6531826" y="595604"/>
                </a:lnTo>
                <a:lnTo>
                  <a:pt x="6533693" y="593737"/>
                </a:lnTo>
                <a:lnTo>
                  <a:pt x="6534150" y="592620"/>
                </a:lnTo>
                <a:lnTo>
                  <a:pt x="6534150" y="589991"/>
                </a:lnTo>
                <a:close/>
              </a:path>
              <a:path w="11201400" h="1183005">
                <a:moveTo>
                  <a:pt x="6534150" y="3454"/>
                </a:moveTo>
                <a:lnTo>
                  <a:pt x="6533693" y="2324"/>
                </a:lnTo>
                <a:lnTo>
                  <a:pt x="6531826" y="469"/>
                </a:lnTo>
                <a:lnTo>
                  <a:pt x="6530708" y="0"/>
                </a:lnTo>
                <a:lnTo>
                  <a:pt x="6528079" y="0"/>
                </a:lnTo>
                <a:lnTo>
                  <a:pt x="6526962" y="469"/>
                </a:lnTo>
                <a:lnTo>
                  <a:pt x="6525095" y="2324"/>
                </a:lnTo>
                <a:lnTo>
                  <a:pt x="6524625" y="3454"/>
                </a:lnTo>
                <a:lnTo>
                  <a:pt x="6524625" y="6083"/>
                </a:lnTo>
                <a:lnTo>
                  <a:pt x="6525095" y="7200"/>
                </a:lnTo>
                <a:lnTo>
                  <a:pt x="6526962" y="9067"/>
                </a:lnTo>
                <a:lnTo>
                  <a:pt x="6528079" y="9525"/>
                </a:lnTo>
                <a:lnTo>
                  <a:pt x="6530708" y="9525"/>
                </a:lnTo>
                <a:lnTo>
                  <a:pt x="6531826" y="9067"/>
                </a:lnTo>
                <a:lnTo>
                  <a:pt x="6533693" y="7200"/>
                </a:lnTo>
                <a:lnTo>
                  <a:pt x="6534150" y="6083"/>
                </a:lnTo>
                <a:lnTo>
                  <a:pt x="6534150" y="3454"/>
                </a:lnTo>
                <a:close/>
              </a:path>
              <a:path w="11201400" h="1183005">
                <a:moveTo>
                  <a:pt x="6581775" y="1176528"/>
                </a:moveTo>
                <a:lnTo>
                  <a:pt x="6581318" y="1175410"/>
                </a:lnTo>
                <a:lnTo>
                  <a:pt x="6579451" y="1173543"/>
                </a:lnTo>
                <a:lnTo>
                  <a:pt x="6578333" y="1173086"/>
                </a:lnTo>
                <a:lnTo>
                  <a:pt x="6575704" y="1173086"/>
                </a:lnTo>
                <a:lnTo>
                  <a:pt x="6574574" y="1173543"/>
                </a:lnTo>
                <a:lnTo>
                  <a:pt x="6572720" y="1175410"/>
                </a:lnTo>
                <a:lnTo>
                  <a:pt x="6572250" y="1176528"/>
                </a:lnTo>
                <a:lnTo>
                  <a:pt x="6572250" y="1179156"/>
                </a:lnTo>
                <a:lnTo>
                  <a:pt x="6572720" y="1180287"/>
                </a:lnTo>
                <a:lnTo>
                  <a:pt x="6574574" y="1182141"/>
                </a:lnTo>
                <a:lnTo>
                  <a:pt x="6575704" y="1182611"/>
                </a:lnTo>
                <a:lnTo>
                  <a:pt x="6578333" y="1182611"/>
                </a:lnTo>
                <a:lnTo>
                  <a:pt x="6579451" y="1182141"/>
                </a:lnTo>
                <a:lnTo>
                  <a:pt x="6581318" y="1180287"/>
                </a:lnTo>
                <a:lnTo>
                  <a:pt x="6581775" y="1179156"/>
                </a:lnTo>
                <a:lnTo>
                  <a:pt x="6581775" y="1176528"/>
                </a:lnTo>
                <a:close/>
              </a:path>
              <a:path w="11201400" h="1183005">
                <a:moveTo>
                  <a:pt x="6581775" y="589991"/>
                </a:moveTo>
                <a:lnTo>
                  <a:pt x="6581318" y="588873"/>
                </a:lnTo>
                <a:lnTo>
                  <a:pt x="6579451" y="587006"/>
                </a:lnTo>
                <a:lnTo>
                  <a:pt x="6578333" y="586536"/>
                </a:lnTo>
                <a:lnTo>
                  <a:pt x="6575704" y="586536"/>
                </a:lnTo>
                <a:lnTo>
                  <a:pt x="6574574" y="587006"/>
                </a:lnTo>
                <a:lnTo>
                  <a:pt x="6572720" y="588873"/>
                </a:lnTo>
                <a:lnTo>
                  <a:pt x="6572250" y="589991"/>
                </a:lnTo>
                <a:lnTo>
                  <a:pt x="6572250" y="592620"/>
                </a:lnTo>
                <a:lnTo>
                  <a:pt x="6572720" y="593737"/>
                </a:lnTo>
                <a:lnTo>
                  <a:pt x="6574574" y="595604"/>
                </a:lnTo>
                <a:lnTo>
                  <a:pt x="6575704" y="596061"/>
                </a:lnTo>
                <a:lnTo>
                  <a:pt x="6578333" y="596061"/>
                </a:lnTo>
                <a:lnTo>
                  <a:pt x="6579451" y="595604"/>
                </a:lnTo>
                <a:lnTo>
                  <a:pt x="6581318" y="593737"/>
                </a:lnTo>
                <a:lnTo>
                  <a:pt x="6581775" y="592620"/>
                </a:lnTo>
                <a:lnTo>
                  <a:pt x="6581775" y="589991"/>
                </a:lnTo>
                <a:close/>
              </a:path>
              <a:path w="11201400" h="1183005">
                <a:moveTo>
                  <a:pt x="6581775" y="3454"/>
                </a:moveTo>
                <a:lnTo>
                  <a:pt x="6581318" y="2324"/>
                </a:lnTo>
                <a:lnTo>
                  <a:pt x="6579451" y="469"/>
                </a:lnTo>
                <a:lnTo>
                  <a:pt x="6578333" y="0"/>
                </a:lnTo>
                <a:lnTo>
                  <a:pt x="6575704" y="0"/>
                </a:lnTo>
                <a:lnTo>
                  <a:pt x="6574574" y="469"/>
                </a:lnTo>
                <a:lnTo>
                  <a:pt x="6572720" y="2324"/>
                </a:lnTo>
                <a:lnTo>
                  <a:pt x="6572250" y="3454"/>
                </a:lnTo>
                <a:lnTo>
                  <a:pt x="6572250" y="6083"/>
                </a:lnTo>
                <a:lnTo>
                  <a:pt x="6572720" y="7200"/>
                </a:lnTo>
                <a:lnTo>
                  <a:pt x="6574574" y="9067"/>
                </a:lnTo>
                <a:lnTo>
                  <a:pt x="6575704" y="9525"/>
                </a:lnTo>
                <a:lnTo>
                  <a:pt x="6578333" y="9525"/>
                </a:lnTo>
                <a:lnTo>
                  <a:pt x="6579451" y="9067"/>
                </a:lnTo>
                <a:lnTo>
                  <a:pt x="6581318" y="7200"/>
                </a:lnTo>
                <a:lnTo>
                  <a:pt x="6581775" y="6083"/>
                </a:lnTo>
                <a:lnTo>
                  <a:pt x="6581775" y="3454"/>
                </a:lnTo>
                <a:close/>
              </a:path>
              <a:path w="11201400" h="1183005">
                <a:moveTo>
                  <a:pt x="6629400" y="1176528"/>
                </a:moveTo>
                <a:lnTo>
                  <a:pt x="6628943" y="1175410"/>
                </a:lnTo>
                <a:lnTo>
                  <a:pt x="6627076" y="1173543"/>
                </a:lnTo>
                <a:lnTo>
                  <a:pt x="6625958" y="1173086"/>
                </a:lnTo>
                <a:lnTo>
                  <a:pt x="6623329" y="1173086"/>
                </a:lnTo>
                <a:lnTo>
                  <a:pt x="6622199" y="1173543"/>
                </a:lnTo>
                <a:lnTo>
                  <a:pt x="6620345" y="1175410"/>
                </a:lnTo>
                <a:lnTo>
                  <a:pt x="6619875" y="1176528"/>
                </a:lnTo>
                <a:lnTo>
                  <a:pt x="6619875" y="1179156"/>
                </a:lnTo>
                <a:lnTo>
                  <a:pt x="6620345" y="1180287"/>
                </a:lnTo>
                <a:lnTo>
                  <a:pt x="6622199" y="1182141"/>
                </a:lnTo>
                <a:lnTo>
                  <a:pt x="6623329" y="1182611"/>
                </a:lnTo>
                <a:lnTo>
                  <a:pt x="6625958" y="1182611"/>
                </a:lnTo>
                <a:lnTo>
                  <a:pt x="6627076" y="1182141"/>
                </a:lnTo>
                <a:lnTo>
                  <a:pt x="6628943" y="1180287"/>
                </a:lnTo>
                <a:lnTo>
                  <a:pt x="6629400" y="1179156"/>
                </a:lnTo>
                <a:lnTo>
                  <a:pt x="6629400" y="1176528"/>
                </a:lnTo>
                <a:close/>
              </a:path>
              <a:path w="11201400" h="1183005">
                <a:moveTo>
                  <a:pt x="6629400" y="589991"/>
                </a:moveTo>
                <a:lnTo>
                  <a:pt x="6628943" y="588873"/>
                </a:lnTo>
                <a:lnTo>
                  <a:pt x="6627076" y="587006"/>
                </a:lnTo>
                <a:lnTo>
                  <a:pt x="6625958" y="586536"/>
                </a:lnTo>
                <a:lnTo>
                  <a:pt x="6623329" y="586536"/>
                </a:lnTo>
                <a:lnTo>
                  <a:pt x="6622199" y="587006"/>
                </a:lnTo>
                <a:lnTo>
                  <a:pt x="6620345" y="588873"/>
                </a:lnTo>
                <a:lnTo>
                  <a:pt x="6619875" y="589991"/>
                </a:lnTo>
                <a:lnTo>
                  <a:pt x="6619875" y="592620"/>
                </a:lnTo>
                <a:lnTo>
                  <a:pt x="6620345" y="593737"/>
                </a:lnTo>
                <a:lnTo>
                  <a:pt x="6622199" y="595604"/>
                </a:lnTo>
                <a:lnTo>
                  <a:pt x="6623329" y="596061"/>
                </a:lnTo>
                <a:lnTo>
                  <a:pt x="6625958" y="596061"/>
                </a:lnTo>
                <a:lnTo>
                  <a:pt x="6627076" y="595604"/>
                </a:lnTo>
                <a:lnTo>
                  <a:pt x="6628943" y="593737"/>
                </a:lnTo>
                <a:lnTo>
                  <a:pt x="6629400" y="592620"/>
                </a:lnTo>
                <a:lnTo>
                  <a:pt x="6629400" y="589991"/>
                </a:lnTo>
                <a:close/>
              </a:path>
              <a:path w="11201400" h="1183005">
                <a:moveTo>
                  <a:pt x="6629400" y="3454"/>
                </a:moveTo>
                <a:lnTo>
                  <a:pt x="6628943" y="2324"/>
                </a:lnTo>
                <a:lnTo>
                  <a:pt x="6627076" y="469"/>
                </a:lnTo>
                <a:lnTo>
                  <a:pt x="6625958" y="0"/>
                </a:lnTo>
                <a:lnTo>
                  <a:pt x="6623329" y="0"/>
                </a:lnTo>
                <a:lnTo>
                  <a:pt x="6622199" y="469"/>
                </a:lnTo>
                <a:lnTo>
                  <a:pt x="6620345" y="2324"/>
                </a:lnTo>
                <a:lnTo>
                  <a:pt x="6619875" y="3454"/>
                </a:lnTo>
                <a:lnTo>
                  <a:pt x="6619875" y="6083"/>
                </a:lnTo>
                <a:lnTo>
                  <a:pt x="6620345" y="7200"/>
                </a:lnTo>
                <a:lnTo>
                  <a:pt x="6622199" y="9067"/>
                </a:lnTo>
                <a:lnTo>
                  <a:pt x="6623329" y="9525"/>
                </a:lnTo>
                <a:lnTo>
                  <a:pt x="6625958" y="9525"/>
                </a:lnTo>
                <a:lnTo>
                  <a:pt x="6627076" y="9067"/>
                </a:lnTo>
                <a:lnTo>
                  <a:pt x="6628943" y="7200"/>
                </a:lnTo>
                <a:lnTo>
                  <a:pt x="6629400" y="6083"/>
                </a:lnTo>
                <a:lnTo>
                  <a:pt x="6629400" y="3454"/>
                </a:lnTo>
                <a:close/>
              </a:path>
              <a:path w="11201400" h="1183005">
                <a:moveTo>
                  <a:pt x="6677025" y="1176528"/>
                </a:moveTo>
                <a:lnTo>
                  <a:pt x="6676568" y="1175410"/>
                </a:lnTo>
                <a:lnTo>
                  <a:pt x="6674701" y="1173543"/>
                </a:lnTo>
                <a:lnTo>
                  <a:pt x="6673583" y="1173086"/>
                </a:lnTo>
                <a:lnTo>
                  <a:pt x="6670954" y="1173086"/>
                </a:lnTo>
                <a:lnTo>
                  <a:pt x="6669824" y="1173543"/>
                </a:lnTo>
                <a:lnTo>
                  <a:pt x="6667970" y="1175410"/>
                </a:lnTo>
                <a:lnTo>
                  <a:pt x="6667500" y="1176528"/>
                </a:lnTo>
                <a:lnTo>
                  <a:pt x="6667500" y="1179156"/>
                </a:lnTo>
                <a:lnTo>
                  <a:pt x="6667970" y="1180287"/>
                </a:lnTo>
                <a:lnTo>
                  <a:pt x="6669824" y="1182141"/>
                </a:lnTo>
                <a:lnTo>
                  <a:pt x="6670954" y="1182611"/>
                </a:lnTo>
                <a:lnTo>
                  <a:pt x="6673583" y="1182611"/>
                </a:lnTo>
                <a:lnTo>
                  <a:pt x="6674701" y="1182141"/>
                </a:lnTo>
                <a:lnTo>
                  <a:pt x="6676568" y="1180287"/>
                </a:lnTo>
                <a:lnTo>
                  <a:pt x="6677025" y="1179156"/>
                </a:lnTo>
                <a:lnTo>
                  <a:pt x="6677025" y="1176528"/>
                </a:lnTo>
                <a:close/>
              </a:path>
              <a:path w="11201400" h="1183005">
                <a:moveTo>
                  <a:pt x="6677025" y="589991"/>
                </a:moveTo>
                <a:lnTo>
                  <a:pt x="6676568" y="588873"/>
                </a:lnTo>
                <a:lnTo>
                  <a:pt x="6674701" y="587006"/>
                </a:lnTo>
                <a:lnTo>
                  <a:pt x="6673583" y="586536"/>
                </a:lnTo>
                <a:lnTo>
                  <a:pt x="6670954" y="586536"/>
                </a:lnTo>
                <a:lnTo>
                  <a:pt x="6669824" y="587006"/>
                </a:lnTo>
                <a:lnTo>
                  <a:pt x="6667970" y="588873"/>
                </a:lnTo>
                <a:lnTo>
                  <a:pt x="6667500" y="589991"/>
                </a:lnTo>
                <a:lnTo>
                  <a:pt x="6667500" y="592620"/>
                </a:lnTo>
                <a:lnTo>
                  <a:pt x="6667970" y="593737"/>
                </a:lnTo>
                <a:lnTo>
                  <a:pt x="6669824" y="595604"/>
                </a:lnTo>
                <a:lnTo>
                  <a:pt x="6670954" y="596061"/>
                </a:lnTo>
                <a:lnTo>
                  <a:pt x="6673583" y="596061"/>
                </a:lnTo>
                <a:lnTo>
                  <a:pt x="6674701" y="595604"/>
                </a:lnTo>
                <a:lnTo>
                  <a:pt x="6676568" y="593737"/>
                </a:lnTo>
                <a:lnTo>
                  <a:pt x="6677025" y="592620"/>
                </a:lnTo>
                <a:lnTo>
                  <a:pt x="6677025" y="589991"/>
                </a:lnTo>
                <a:close/>
              </a:path>
              <a:path w="11201400" h="1183005">
                <a:moveTo>
                  <a:pt x="6677025" y="3454"/>
                </a:moveTo>
                <a:lnTo>
                  <a:pt x="6676568" y="2324"/>
                </a:lnTo>
                <a:lnTo>
                  <a:pt x="6674701" y="469"/>
                </a:lnTo>
                <a:lnTo>
                  <a:pt x="6673583" y="0"/>
                </a:lnTo>
                <a:lnTo>
                  <a:pt x="6670954" y="0"/>
                </a:lnTo>
                <a:lnTo>
                  <a:pt x="6669824" y="469"/>
                </a:lnTo>
                <a:lnTo>
                  <a:pt x="6667970" y="2324"/>
                </a:lnTo>
                <a:lnTo>
                  <a:pt x="6667500" y="3454"/>
                </a:lnTo>
                <a:lnTo>
                  <a:pt x="6667500" y="6083"/>
                </a:lnTo>
                <a:lnTo>
                  <a:pt x="6667970" y="7200"/>
                </a:lnTo>
                <a:lnTo>
                  <a:pt x="6669824" y="9067"/>
                </a:lnTo>
                <a:lnTo>
                  <a:pt x="6670954" y="9525"/>
                </a:lnTo>
                <a:lnTo>
                  <a:pt x="6673583" y="9525"/>
                </a:lnTo>
                <a:lnTo>
                  <a:pt x="6674701" y="9067"/>
                </a:lnTo>
                <a:lnTo>
                  <a:pt x="6676568" y="7200"/>
                </a:lnTo>
                <a:lnTo>
                  <a:pt x="6677025" y="6083"/>
                </a:lnTo>
                <a:lnTo>
                  <a:pt x="6677025" y="3454"/>
                </a:lnTo>
                <a:close/>
              </a:path>
              <a:path w="11201400" h="1183005">
                <a:moveTo>
                  <a:pt x="6724650" y="1176528"/>
                </a:moveTo>
                <a:lnTo>
                  <a:pt x="6724193" y="1175410"/>
                </a:lnTo>
                <a:lnTo>
                  <a:pt x="6722326" y="1173543"/>
                </a:lnTo>
                <a:lnTo>
                  <a:pt x="6721208" y="1173086"/>
                </a:lnTo>
                <a:lnTo>
                  <a:pt x="6718579" y="1173086"/>
                </a:lnTo>
                <a:lnTo>
                  <a:pt x="6717449" y="1173543"/>
                </a:lnTo>
                <a:lnTo>
                  <a:pt x="6715595" y="1175410"/>
                </a:lnTo>
                <a:lnTo>
                  <a:pt x="6715125" y="1176528"/>
                </a:lnTo>
                <a:lnTo>
                  <a:pt x="6715125" y="1179156"/>
                </a:lnTo>
                <a:lnTo>
                  <a:pt x="6715595" y="1180287"/>
                </a:lnTo>
                <a:lnTo>
                  <a:pt x="6717449" y="1182141"/>
                </a:lnTo>
                <a:lnTo>
                  <a:pt x="6718579" y="1182611"/>
                </a:lnTo>
                <a:lnTo>
                  <a:pt x="6721208" y="1182611"/>
                </a:lnTo>
                <a:lnTo>
                  <a:pt x="6722326" y="1182141"/>
                </a:lnTo>
                <a:lnTo>
                  <a:pt x="6724193" y="1180287"/>
                </a:lnTo>
                <a:lnTo>
                  <a:pt x="6724650" y="1179156"/>
                </a:lnTo>
                <a:lnTo>
                  <a:pt x="6724650" y="1176528"/>
                </a:lnTo>
                <a:close/>
              </a:path>
              <a:path w="11201400" h="1183005">
                <a:moveTo>
                  <a:pt x="6724650" y="589991"/>
                </a:moveTo>
                <a:lnTo>
                  <a:pt x="6724193" y="588873"/>
                </a:lnTo>
                <a:lnTo>
                  <a:pt x="6722326" y="587006"/>
                </a:lnTo>
                <a:lnTo>
                  <a:pt x="6721208" y="586536"/>
                </a:lnTo>
                <a:lnTo>
                  <a:pt x="6718579" y="586536"/>
                </a:lnTo>
                <a:lnTo>
                  <a:pt x="6717449" y="587006"/>
                </a:lnTo>
                <a:lnTo>
                  <a:pt x="6715595" y="588873"/>
                </a:lnTo>
                <a:lnTo>
                  <a:pt x="6715125" y="589991"/>
                </a:lnTo>
                <a:lnTo>
                  <a:pt x="6715125" y="592620"/>
                </a:lnTo>
                <a:lnTo>
                  <a:pt x="6715595" y="593737"/>
                </a:lnTo>
                <a:lnTo>
                  <a:pt x="6717449" y="595604"/>
                </a:lnTo>
                <a:lnTo>
                  <a:pt x="6718579" y="596061"/>
                </a:lnTo>
                <a:lnTo>
                  <a:pt x="6721208" y="596061"/>
                </a:lnTo>
                <a:lnTo>
                  <a:pt x="6722326" y="595604"/>
                </a:lnTo>
                <a:lnTo>
                  <a:pt x="6724193" y="593737"/>
                </a:lnTo>
                <a:lnTo>
                  <a:pt x="6724650" y="592620"/>
                </a:lnTo>
                <a:lnTo>
                  <a:pt x="6724650" y="589991"/>
                </a:lnTo>
                <a:close/>
              </a:path>
              <a:path w="11201400" h="1183005">
                <a:moveTo>
                  <a:pt x="6724650" y="3454"/>
                </a:moveTo>
                <a:lnTo>
                  <a:pt x="6724193" y="2324"/>
                </a:lnTo>
                <a:lnTo>
                  <a:pt x="6722326" y="469"/>
                </a:lnTo>
                <a:lnTo>
                  <a:pt x="6721208" y="0"/>
                </a:lnTo>
                <a:lnTo>
                  <a:pt x="6718579" y="0"/>
                </a:lnTo>
                <a:lnTo>
                  <a:pt x="6717449" y="469"/>
                </a:lnTo>
                <a:lnTo>
                  <a:pt x="6715595" y="2324"/>
                </a:lnTo>
                <a:lnTo>
                  <a:pt x="6715125" y="3454"/>
                </a:lnTo>
                <a:lnTo>
                  <a:pt x="6715125" y="6083"/>
                </a:lnTo>
                <a:lnTo>
                  <a:pt x="6715595" y="7200"/>
                </a:lnTo>
                <a:lnTo>
                  <a:pt x="6717449" y="9067"/>
                </a:lnTo>
                <a:lnTo>
                  <a:pt x="6718579" y="9525"/>
                </a:lnTo>
                <a:lnTo>
                  <a:pt x="6721208" y="9525"/>
                </a:lnTo>
                <a:lnTo>
                  <a:pt x="6722326" y="9067"/>
                </a:lnTo>
                <a:lnTo>
                  <a:pt x="6724193" y="7200"/>
                </a:lnTo>
                <a:lnTo>
                  <a:pt x="6724650" y="6083"/>
                </a:lnTo>
                <a:lnTo>
                  <a:pt x="6724650" y="3454"/>
                </a:lnTo>
                <a:close/>
              </a:path>
              <a:path w="11201400" h="1183005">
                <a:moveTo>
                  <a:pt x="6772275" y="1176528"/>
                </a:moveTo>
                <a:lnTo>
                  <a:pt x="6771818" y="1175410"/>
                </a:lnTo>
                <a:lnTo>
                  <a:pt x="6769951" y="1173543"/>
                </a:lnTo>
                <a:lnTo>
                  <a:pt x="6768833" y="1173086"/>
                </a:lnTo>
                <a:lnTo>
                  <a:pt x="6766204" y="1173086"/>
                </a:lnTo>
                <a:lnTo>
                  <a:pt x="6765087" y="1173543"/>
                </a:lnTo>
                <a:lnTo>
                  <a:pt x="6763220" y="1175410"/>
                </a:lnTo>
                <a:lnTo>
                  <a:pt x="6762750" y="1176528"/>
                </a:lnTo>
                <a:lnTo>
                  <a:pt x="6762750" y="1179156"/>
                </a:lnTo>
                <a:lnTo>
                  <a:pt x="6763220" y="1180287"/>
                </a:lnTo>
                <a:lnTo>
                  <a:pt x="6765087" y="1182141"/>
                </a:lnTo>
                <a:lnTo>
                  <a:pt x="6766204" y="1182611"/>
                </a:lnTo>
                <a:lnTo>
                  <a:pt x="6768833" y="1182611"/>
                </a:lnTo>
                <a:lnTo>
                  <a:pt x="6769951" y="1182141"/>
                </a:lnTo>
                <a:lnTo>
                  <a:pt x="6771818" y="1180287"/>
                </a:lnTo>
                <a:lnTo>
                  <a:pt x="6772275" y="1179156"/>
                </a:lnTo>
                <a:lnTo>
                  <a:pt x="6772275" y="1176528"/>
                </a:lnTo>
                <a:close/>
              </a:path>
              <a:path w="11201400" h="1183005">
                <a:moveTo>
                  <a:pt x="6772275" y="589991"/>
                </a:moveTo>
                <a:lnTo>
                  <a:pt x="6771818" y="588873"/>
                </a:lnTo>
                <a:lnTo>
                  <a:pt x="6769951" y="587006"/>
                </a:lnTo>
                <a:lnTo>
                  <a:pt x="6768833" y="586536"/>
                </a:lnTo>
                <a:lnTo>
                  <a:pt x="6766204" y="586536"/>
                </a:lnTo>
                <a:lnTo>
                  <a:pt x="6765087" y="587006"/>
                </a:lnTo>
                <a:lnTo>
                  <a:pt x="6763220" y="588873"/>
                </a:lnTo>
                <a:lnTo>
                  <a:pt x="6762750" y="589991"/>
                </a:lnTo>
                <a:lnTo>
                  <a:pt x="6762750" y="592620"/>
                </a:lnTo>
                <a:lnTo>
                  <a:pt x="6763220" y="593737"/>
                </a:lnTo>
                <a:lnTo>
                  <a:pt x="6765087" y="595604"/>
                </a:lnTo>
                <a:lnTo>
                  <a:pt x="6766204" y="596061"/>
                </a:lnTo>
                <a:lnTo>
                  <a:pt x="6768833" y="596061"/>
                </a:lnTo>
                <a:lnTo>
                  <a:pt x="6769951" y="595604"/>
                </a:lnTo>
                <a:lnTo>
                  <a:pt x="6771818" y="593737"/>
                </a:lnTo>
                <a:lnTo>
                  <a:pt x="6772275" y="592620"/>
                </a:lnTo>
                <a:lnTo>
                  <a:pt x="6772275" y="589991"/>
                </a:lnTo>
                <a:close/>
              </a:path>
              <a:path w="11201400" h="1183005">
                <a:moveTo>
                  <a:pt x="6772275" y="3454"/>
                </a:moveTo>
                <a:lnTo>
                  <a:pt x="6771818" y="2324"/>
                </a:lnTo>
                <a:lnTo>
                  <a:pt x="6769951" y="469"/>
                </a:lnTo>
                <a:lnTo>
                  <a:pt x="6768833" y="0"/>
                </a:lnTo>
                <a:lnTo>
                  <a:pt x="6766204" y="0"/>
                </a:lnTo>
                <a:lnTo>
                  <a:pt x="6765087" y="469"/>
                </a:lnTo>
                <a:lnTo>
                  <a:pt x="6763220" y="2324"/>
                </a:lnTo>
                <a:lnTo>
                  <a:pt x="6762750" y="3454"/>
                </a:lnTo>
                <a:lnTo>
                  <a:pt x="6762750" y="6083"/>
                </a:lnTo>
                <a:lnTo>
                  <a:pt x="6763220" y="7200"/>
                </a:lnTo>
                <a:lnTo>
                  <a:pt x="6765087" y="9067"/>
                </a:lnTo>
                <a:lnTo>
                  <a:pt x="6766204" y="9525"/>
                </a:lnTo>
                <a:lnTo>
                  <a:pt x="6768833" y="9525"/>
                </a:lnTo>
                <a:lnTo>
                  <a:pt x="6769951" y="9067"/>
                </a:lnTo>
                <a:lnTo>
                  <a:pt x="6771818" y="7200"/>
                </a:lnTo>
                <a:lnTo>
                  <a:pt x="6772275" y="6083"/>
                </a:lnTo>
                <a:lnTo>
                  <a:pt x="6772275" y="3454"/>
                </a:lnTo>
                <a:close/>
              </a:path>
              <a:path w="11201400" h="1183005">
                <a:moveTo>
                  <a:pt x="6819900" y="1176528"/>
                </a:moveTo>
                <a:lnTo>
                  <a:pt x="6819443" y="1175410"/>
                </a:lnTo>
                <a:lnTo>
                  <a:pt x="6817576" y="1173543"/>
                </a:lnTo>
                <a:lnTo>
                  <a:pt x="6816458" y="1173086"/>
                </a:lnTo>
                <a:lnTo>
                  <a:pt x="6813829" y="1173086"/>
                </a:lnTo>
                <a:lnTo>
                  <a:pt x="6812699" y="1173543"/>
                </a:lnTo>
                <a:lnTo>
                  <a:pt x="6810845" y="1175410"/>
                </a:lnTo>
                <a:lnTo>
                  <a:pt x="6810375" y="1176528"/>
                </a:lnTo>
                <a:lnTo>
                  <a:pt x="6810375" y="1179156"/>
                </a:lnTo>
                <a:lnTo>
                  <a:pt x="6810845" y="1180287"/>
                </a:lnTo>
                <a:lnTo>
                  <a:pt x="6812699" y="1182141"/>
                </a:lnTo>
                <a:lnTo>
                  <a:pt x="6813829" y="1182611"/>
                </a:lnTo>
                <a:lnTo>
                  <a:pt x="6816458" y="1182611"/>
                </a:lnTo>
                <a:lnTo>
                  <a:pt x="6817576" y="1182141"/>
                </a:lnTo>
                <a:lnTo>
                  <a:pt x="6819443" y="1180287"/>
                </a:lnTo>
                <a:lnTo>
                  <a:pt x="6819900" y="1179156"/>
                </a:lnTo>
                <a:lnTo>
                  <a:pt x="6819900" y="1176528"/>
                </a:lnTo>
                <a:close/>
              </a:path>
              <a:path w="11201400" h="1183005">
                <a:moveTo>
                  <a:pt x="6819900" y="589991"/>
                </a:moveTo>
                <a:lnTo>
                  <a:pt x="6819443" y="588873"/>
                </a:lnTo>
                <a:lnTo>
                  <a:pt x="6817576" y="587006"/>
                </a:lnTo>
                <a:lnTo>
                  <a:pt x="6816458" y="586536"/>
                </a:lnTo>
                <a:lnTo>
                  <a:pt x="6813829" y="586536"/>
                </a:lnTo>
                <a:lnTo>
                  <a:pt x="6812699" y="587006"/>
                </a:lnTo>
                <a:lnTo>
                  <a:pt x="6810845" y="588873"/>
                </a:lnTo>
                <a:lnTo>
                  <a:pt x="6810375" y="589991"/>
                </a:lnTo>
                <a:lnTo>
                  <a:pt x="6810375" y="592620"/>
                </a:lnTo>
                <a:lnTo>
                  <a:pt x="6810845" y="593737"/>
                </a:lnTo>
                <a:lnTo>
                  <a:pt x="6812699" y="595604"/>
                </a:lnTo>
                <a:lnTo>
                  <a:pt x="6813829" y="596061"/>
                </a:lnTo>
                <a:lnTo>
                  <a:pt x="6816458" y="596061"/>
                </a:lnTo>
                <a:lnTo>
                  <a:pt x="6817576" y="595604"/>
                </a:lnTo>
                <a:lnTo>
                  <a:pt x="6819443" y="593737"/>
                </a:lnTo>
                <a:lnTo>
                  <a:pt x="6819900" y="592620"/>
                </a:lnTo>
                <a:lnTo>
                  <a:pt x="6819900" y="589991"/>
                </a:lnTo>
                <a:close/>
              </a:path>
              <a:path w="11201400" h="1183005">
                <a:moveTo>
                  <a:pt x="6819900" y="3454"/>
                </a:moveTo>
                <a:lnTo>
                  <a:pt x="6819443" y="2324"/>
                </a:lnTo>
                <a:lnTo>
                  <a:pt x="6817576" y="469"/>
                </a:lnTo>
                <a:lnTo>
                  <a:pt x="6816458" y="0"/>
                </a:lnTo>
                <a:lnTo>
                  <a:pt x="6813829" y="0"/>
                </a:lnTo>
                <a:lnTo>
                  <a:pt x="6812699" y="469"/>
                </a:lnTo>
                <a:lnTo>
                  <a:pt x="6810845" y="2324"/>
                </a:lnTo>
                <a:lnTo>
                  <a:pt x="6810375" y="3454"/>
                </a:lnTo>
                <a:lnTo>
                  <a:pt x="6810375" y="6083"/>
                </a:lnTo>
                <a:lnTo>
                  <a:pt x="6810845" y="7200"/>
                </a:lnTo>
                <a:lnTo>
                  <a:pt x="6812699" y="9067"/>
                </a:lnTo>
                <a:lnTo>
                  <a:pt x="6813829" y="9525"/>
                </a:lnTo>
                <a:lnTo>
                  <a:pt x="6816458" y="9525"/>
                </a:lnTo>
                <a:lnTo>
                  <a:pt x="6817576" y="9067"/>
                </a:lnTo>
                <a:lnTo>
                  <a:pt x="6819443" y="7200"/>
                </a:lnTo>
                <a:lnTo>
                  <a:pt x="6819900" y="6083"/>
                </a:lnTo>
                <a:lnTo>
                  <a:pt x="6819900" y="3454"/>
                </a:lnTo>
                <a:close/>
              </a:path>
              <a:path w="11201400" h="1183005">
                <a:moveTo>
                  <a:pt x="6867525" y="1176528"/>
                </a:moveTo>
                <a:lnTo>
                  <a:pt x="6867068" y="1175410"/>
                </a:lnTo>
                <a:lnTo>
                  <a:pt x="6865201" y="1173543"/>
                </a:lnTo>
                <a:lnTo>
                  <a:pt x="6864083" y="1173086"/>
                </a:lnTo>
                <a:lnTo>
                  <a:pt x="6861454" y="1173086"/>
                </a:lnTo>
                <a:lnTo>
                  <a:pt x="6860324" y="1173543"/>
                </a:lnTo>
                <a:lnTo>
                  <a:pt x="6858470" y="1175410"/>
                </a:lnTo>
                <a:lnTo>
                  <a:pt x="6858000" y="1176528"/>
                </a:lnTo>
                <a:lnTo>
                  <a:pt x="6858000" y="1179156"/>
                </a:lnTo>
                <a:lnTo>
                  <a:pt x="6858470" y="1180287"/>
                </a:lnTo>
                <a:lnTo>
                  <a:pt x="6860324" y="1182141"/>
                </a:lnTo>
                <a:lnTo>
                  <a:pt x="6861454" y="1182611"/>
                </a:lnTo>
                <a:lnTo>
                  <a:pt x="6864083" y="1182611"/>
                </a:lnTo>
                <a:lnTo>
                  <a:pt x="6865201" y="1182141"/>
                </a:lnTo>
                <a:lnTo>
                  <a:pt x="6867068" y="1180287"/>
                </a:lnTo>
                <a:lnTo>
                  <a:pt x="6867525" y="1179156"/>
                </a:lnTo>
                <a:lnTo>
                  <a:pt x="6867525" y="1176528"/>
                </a:lnTo>
                <a:close/>
              </a:path>
              <a:path w="11201400" h="1183005">
                <a:moveTo>
                  <a:pt x="6867525" y="589991"/>
                </a:moveTo>
                <a:lnTo>
                  <a:pt x="6867068" y="588873"/>
                </a:lnTo>
                <a:lnTo>
                  <a:pt x="6865201" y="587006"/>
                </a:lnTo>
                <a:lnTo>
                  <a:pt x="6864083" y="586536"/>
                </a:lnTo>
                <a:lnTo>
                  <a:pt x="6861454" y="586536"/>
                </a:lnTo>
                <a:lnTo>
                  <a:pt x="6860324" y="587006"/>
                </a:lnTo>
                <a:lnTo>
                  <a:pt x="6858470" y="588873"/>
                </a:lnTo>
                <a:lnTo>
                  <a:pt x="6858000" y="589991"/>
                </a:lnTo>
                <a:lnTo>
                  <a:pt x="6858000" y="592620"/>
                </a:lnTo>
                <a:lnTo>
                  <a:pt x="6858470" y="593737"/>
                </a:lnTo>
                <a:lnTo>
                  <a:pt x="6860324" y="595604"/>
                </a:lnTo>
                <a:lnTo>
                  <a:pt x="6861454" y="596061"/>
                </a:lnTo>
                <a:lnTo>
                  <a:pt x="6864083" y="596061"/>
                </a:lnTo>
                <a:lnTo>
                  <a:pt x="6865201" y="595604"/>
                </a:lnTo>
                <a:lnTo>
                  <a:pt x="6867068" y="593737"/>
                </a:lnTo>
                <a:lnTo>
                  <a:pt x="6867525" y="592620"/>
                </a:lnTo>
                <a:lnTo>
                  <a:pt x="6867525" y="589991"/>
                </a:lnTo>
                <a:close/>
              </a:path>
              <a:path w="11201400" h="1183005">
                <a:moveTo>
                  <a:pt x="6867525" y="3454"/>
                </a:moveTo>
                <a:lnTo>
                  <a:pt x="6867068" y="2324"/>
                </a:lnTo>
                <a:lnTo>
                  <a:pt x="6865201" y="469"/>
                </a:lnTo>
                <a:lnTo>
                  <a:pt x="6864083" y="0"/>
                </a:lnTo>
                <a:lnTo>
                  <a:pt x="6861454" y="0"/>
                </a:lnTo>
                <a:lnTo>
                  <a:pt x="6860324" y="469"/>
                </a:lnTo>
                <a:lnTo>
                  <a:pt x="6858470" y="2324"/>
                </a:lnTo>
                <a:lnTo>
                  <a:pt x="6858000" y="3454"/>
                </a:lnTo>
                <a:lnTo>
                  <a:pt x="6858000" y="6083"/>
                </a:lnTo>
                <a:lnTo>
                  <a:pt x="6858470" y="7200"/>
                </a:lnTo>
                <a:lnTo>
                  <a:pt x="6860324" y="9067"/>
                </a:lnTo>
                <a:lnTo>
                  <a:pt x="6861454" y="9525"/>
                </a:lnTo>
                <a:lnTo>
                  <a:pt x="6864083" y="9525"/>
                </a:lnTo>
                <a:lnTo>
                  <a:pt x="6865201" y="9067"/>
                </a:lnTo>
                <a:lnTo>
                  <a:pt x="6867068" y="7200"/>
                </a:lnTo>
                <a:lnTo>
                  <a:pt x="6867525" y="6083"/>
                </a:lnTo>
                <a:lnTo>
                  <a:pt x="6867525" y="3454"/>
                </a:lnTo>
                <a:close/>
              </a:path>
              <a:path w="11201400" h="1183005">
                <a:moveTo>
                  <a:pt x="6915150" y="1176528"/>
                </a:moveTo>
                <a:lnTo>
                  <a:pt x="6914693" y="1175410"/>
                </a:lnTo>
                <a:lnTo>
                  <a:pt x="6912826" y="1173543"/>
                </a:lnTo>
                <a:lnTo>
                  <a:pt x="6911708" y="1173086"/>
                </a:lnTo>
                <a:lnTo>
                  <a:pt x="6909079" y="1173086"/>
                </a:lnTo>
                <a:lnTo>
                  <a:pt x="6907949" y="1173543"/>
                </a:lnTo>
                <a:lnTo>
                  <a:pt x="6906095" y="1175410"/>
                </a:lnTo>
                <a:lnTo>
                  <a:pt x="6905625" y="1176528"/>
                </a:lnTo>
                <a:lnTo>
                  <a:pt x="6905625" y="1179156"/>
                </a:lnTo>
                <a:lnTo>
                  <a:pt x="6906095" y="1180287"/>
                </a:lnTo>
                <a:lnTo>
                  <a:pt x="6907949" y="1182141"/>
                </a:lnTo>
                <a:lnTo>
                  <a:pt x="6909079" y="1182611"/>
                </a:lnTo>
                <a:lnTo>
                  <a:pt x="6911708" y="1182611"/>
                </a:lnTo>
                <a:lnTo>
                  <a:pt x="6912826" y="1182141"/>
                </a:lnTo>
                <a:lnTo>
                  <a:pt x="6914693" y="1180287"/>
                </a:lnTo>
                <a:lnTo>
                  <a:pt x="6915150" y="1179156"/>
                </a:lnTo>
                <a:lnTo>
                  <a:pt x="6915150" y="1176528"/>
                </a:lnTo>
                <a:close/>
              </a:path>
              <a:path w="11201400" h="1183005">
                <a:moveTo>
                  <a:pt x="6915150" y="589991"/>
                </a:moveTo>
                <a:lnTo>
                  <a:pt x="6914693" y="588873"/>
                </a:lnTo>
                <a:lnTo>
                  <a:pt x="6912826" y="587006"/>
                </a:lnTo>
                <a:lnTo>
                  <a:pt x="6911708" y="586536"/>
                </a:lnTo>
                <a:lnTo>
                  <a:pt x="6909079" y="586536"/>
                </a:lnTo>
                <a:lnTo>
                  <a:pt x="6907949" y="587006"/>
                </a:lnTo>
                <a:lnTo>
                  <a:pt x="6906095" y="588873"/>
                </a:lnTo>
                <a:lnTo>
                  <a:pt x="6905625" y="589991"/>
                </a:lnTo>
                <a:lnTo>
                  <a:pt x="6905625" y="592620"/>
                </a:lnTo>
                <a:lnTo>
                  <a:pt x="6906095" y="593737"/>
                </a:lnTo>
                <a:lnTo>
                  <a:pt x="6907949" y="595604"/>
                </a:lnTo>
                <a:lnTo>
                  <a:pt x="6909079" y="596061"/>
                </a:lnTo>
                <a:lnTo>
                  <a:pt x="6911708" y="596061"/>
                </a:lnTo>
                <a:lnTo>
                  <a:pt x="6912826" y="595604"/>
                </a:lnTo>
                <a:lnTo>
                  <a:pt x="6914693" y="593737"/>
                </a:lnTo>
                <a:lnTo>
                  <a:pt x="6915150" y="592620"/>
                </a:lnTo>
                <a:lnTo>
                  <a:pt x="6915150" y="589991"/>
                </a:lnTo>
                <a:close/>
              </a:path>
              <a:path w="11201400" h="1183005">
                <a:moveTo>
                  <a:pt x="6915150" y="3454"/>
                </a:moveTo>
                <a:lnTo>
                  <a:pt x="6914693" y="2324"/>
                </a:lnTo>
                <a:lnTo>
                  <a:pt x="6912826" y="469"/>
                </a:lnTo>
                <a:lnTo>
                  <a:pt x="6911708" y="0"/>
                </a:lnTo>
                <a:lnTo>
                  <a:pt x="6909079" y="0"/>
                </a:lnTo>
                <a:lnTo>
                  <a:pt x="6907949" y="469"/>
                </a:lnTo>
                <a:lnTo>
                  <a:pt x="6906095" y="2324"/>
                </a:lnTo>
                <a:lnTo>
                  <a:pt x="6905625" y="3454"/>
                </a:lnTo>
                <a:lnTo>
                  <a:pt x="6905625" y="6083"/>
                </a:lnTo>
                <a:lnTo>
                  <a:pt x="6906095" y="7200"/>
                </a:lnTo>
                <a:lnTo>
                  <a:pt x="6907949" y="9067"/>
                </a:lnTo>
                <a:lnTo>
                  <a:pt x="6909079" y="9525"/>
                </a:lnTo>
                <a:lnTo>
                  <a:pt x="6911708" y="9525"/>
                </a:lnTo>
                <a:lnTo>
                  <a:pt x="6912826" y="9067"/>
                </a:lnTo>
                <a:lnTo>
                  <a:pt x="6914693" y="7200"/>
                </a:lnTo>
                <a:lnTo>
                  <a:pt x="6915150" y="6083"/>
                </a:lnTo>
                <a:lnTo>
                  <a:pt x="6915150" y="3454"/>
                </a:lnTo>
                <a:close/>
              </a:path>
              <a:path w="11201400" h="1183005">
                <a:moveTo>
                  <a:pt x="6962775" y="1176528"/>
                </a:moveTo>
                <a:lnTo>
                  <a:pt x="6962318" y="1175410"/>
                </a:lnTo>
                <a:lnTo>
                  <a:pt x="6960451" y="1173543"/>
                </a:lnTo>
                <a:lnTo>
                  <a:pt x="6959333" y="1173086"/>
                </a:lnTo>
                <a:lnTo>
                  <a:pt x="6956704" y="1173086"/>
                </a:lnTo>
                <a:lnTo>
                  <a:pt x="6955587" y="1173543"/>
                </a:lnTo>
                <a:lnTo>
                  <a:pt x="6953720" y="1175410"/>
                </a:lnTo>
                <a:lnTo>
                  <a:pt x="6953250" y="1176528"/>
                </a:lnTo>
                <a:lnTo>
                  <a:pt x="6953250" y="1179156"/>
                </a:lnTo>
                <a:lnTo>
                  <a:pt x="6953720" y="1180287"/>
                </a:lnTo>
                <a:lnTo>
                  <a:pt x="6955587" y="1182141"/>
                </a:lnTo>
                <a:lnTo>
                  <a:pt x="6956704" y="1182611"/>
                </a:lnTo>
                <a:lnTo>
                  <a:pt x="6959333" y="1182611"/>
                </a:lnTo>
                <a:lnTo>
                  <a:pt x="6960451" y="1182141"/>
                </a:lnTo>
                <a:lnTo>
                  <a:pt x="6962318" y="1180287"/>
                </a:lnTo>
                <a:lnTo>
                  <a:pt x="6962775" y="1179156"/>
                </a:lnTo>
                <a:lnTo>
                  <a:pt x="6962775" y="1176528"/>
                </a:lnTo>
                <a:close/>
              </a:path>
              <a:path w="11201400" h="1183005">
                <a:moveTo>
                  <a:pt x="6962775" y="589991"/>
                </a:moveTo>
                <a:lnTo>
                  <a:pt x="6962318" y="588873"/>
                </a:lnTo>
                <a:lnTo>
                  <a:pt x="6960451" y="587006"/>
                </a:lnTo>
                <a:lnTo>
                  <a:pt x="6959333" y="586536"/>
                </a:lnTo>
                <a:lnTo>
                  <a:pt x="6956704" y="586536"/>
                </a:lnTo>
                <a:lnTo>
                  <a:pt x="6955587" y="587006"/>
                </a:lnTo>
                <a:lnTo>
                  <a:pt x="6953720" y="588873"/>
                </a:lnTo>
                <a:lnTo>
                  <a:pt x="6953250" y="589991"/>
                </a:lnTo>
                <a:lnTo>
                  <a:pt x="6953250" y="592620"/>
                </a:lnTo>
                <a:lnTo>
                  <a:pt x="6953720" y="593737"/>
                </a:lnTo>
                <a:lnTo>
                  <a:pt x="6955587" y="595604"/>
                </a:lnTo>
                <a:lnTo>
                  <a:pt x="6956704" y="596061"/>
                </a:lnTo>
                <a:lnTo>
                  <a:pt x="6959333" y="596061"/>
                </a:lnTo>
                <a:lnTo>
                  <a:pt x="6960451" y="595604"/>
                </a:lnTo>
                <a:lnTo>
                  <a:pt x="6962318" y="593737"/>
                </a:lnTo>
                <a:lnTo>
                  <a:pt x="6962775" y="592620"/>
                </a:lnTo>
                <a:lnTo>
                  <a:pt x="6962775" y="589991"/>
                </a:lnTo>
                <a:close/>
              </a:path>
              <a:path w="11201400" h="1183005">
                <a:moveTo>
                  <a:pt x="6962775" y="3454"/>
                </a:moveTo>
                <a:lnTo>
                  <a:pt x="6962318" y="2324"/>
                </a:lnTo>
                <a:lnTo>
                  <a:pt x="6960451" y="469"/>
                </a:lnTo>
                <a:lnTo>
                  <a:pt x="6959333" y="0"/>
                </a:lnTo>
                <a:lnTo>
                  <a:pt x="6956704" y="0"/>
                </a:lnTo>
                <a:lnTo>
                  <a:pt x="6955587" y="469"/>
                </a:lnTo>
                <a:lnTo>
                  <a:pt x="6953720" y="2324"/>
                </a:lnTo>
                <a:lnTo>
                  <a:pt x="6953250" y="3454"/>
                </a:lnTo>
                <a:lnTo>
                  <a:pt x="6953250" y="6083"/>
                </a:lnTo>
                <a:lnTo>
                  <a:pt x="6953720" y="7200"/>
                </a:lnTo>
                <a:lnTo>
                  <a:pt x="6955587" y="9067"/>
                </a:lnTo>
                <a:lnTo>
                  <a:pt x="6956704" y="9525"/>
                </a:lnTo>
                <a:lnTo>
                  <a:pt x="6959333" y="9525"/>
                </a:lnTo>
                <a:lnTo>
                  <a:pt x="6960451" y="9067"/>
                </a:lnTo>
                <a:lnTo>
                  <a:pt x="6962318" y="7200"/>
                </a:lnTo>
                <a:lnTo>
                  <a:pt x="6962775" y="6083"/>
                </a:lnTo>
                <a:lnTo>
                  <a:pt x="6962775" y="3454"/>
                </a:lnTo>
                <a:close/>
              </a:path>
              <a:path w="11201400" h="1183005">
                <a:moveTo>
                  <a:pt x="7010400" y="1176528"/>
                </a:moveTo>
                <a:lnTo>
                  <a:pt x="7009943" y="1175410"/>
                </a:lnTo>
                <a:lnTo>
                  <a:pt x="7008076" y="1173543"/>
                </a:lnTo>
                <a:lnTo>
                  <a:pt x="7006958" y="1173086"/>
                </a:lnTo>
                <a:lnTo>
                  <a:pt x="7004329" y="1173086"/>
                </a:lnTo>
                <a:lnTo>
                  <a:pt x="7003199" y="1173543"/>
                </a:lnTo>
                <a:lnTo>
                  <a:pt x="7001345" y="1175410"/>
                </a:lnTo>
                <a:lnTo>
                  <a:pt x="7000875" y="1176528"/>
                </a:lnTo>
                <a:lnTo>
                  <a:pt x="7000875" y="1179156"/>
                </a:lnTo>
                <a:lnTo>
                  <a:pt x="7001345" y="1180287"/>
                </a:lnTo>
                <a:lnTo>
                  <a:pt x="7003199" y="1182141"/>
                </a:lnTo>
                <a:lnTo>
                  <a:pt x="7004329" y="1182611"/>
                </a:lnTo>
                <a:lnTo>
                  <a:pt x="7006958" y="1182611"/>
                </a:lnTo>
                <a:lnTo>
                  <a:pt x="7008076" y="1182141"/>
                </a:lnTo>
                <a:lnTo>
                  <a:pt x="7009943" y="1180287"/>
                </a:lnTo>
                <a:lnTo>
                  <a:pt x="7010400" y="1179156"/>
                </a:lnTo>
                <a:lnTo>
                  <a:pt x="7010400" y="1176528"/>
                </a:lnTo>
                <a:close/>
              </a:path>
              <a:path w="11201400" h="1183005">
                <a:moveTo>
                  <a:pt x="7010400" y="589991"/>
                </a:moveTo>
                <a:lnTo>
                  <a:pt x="7009943" y="588873"/>
                </a:lnTo>
                <a:lnTo>
                  <a:pt x="7008076" y="587006"/>
                </a:lnTo>
                <a:lnTo>
                  <a:pt x="7006958" y="586536"/>
                </a:lnTo>
                <a:lnTo>
                  <a:pt x="7004329" y="586536"/>
                </a:lnTo>
                <a:lnTo>
                  <a:pt x="7003199" y="587006"/>
                </a:lnTo>
                <a:lnTo>
                  <a:pt x="7001345" y="588873"/>
                </a:lnTo>
                <a:lnTo>
                  <a:pt x="7000875" y="589991"/>
                </a:lnTo>
                <a:lnTo>
                  <a:pt x="7000875" y="592620"/>
                </a:lnTo>
                <a:lnTo>
                  <a:pt x="7001345" y="593737"/>
                </a:lnTo>
                <a:lnTo>
                  <a:pt x="7003199" y="595604"/>
                </a:lnTo>
                <a:lnTo>
                  <a:pt x="7004329" y="596061"/>
                </a:lnTo>
                <a:lnTo>
                  <a:pt x="7006958" y="596061"/>
                </a:lnTo>
                <a:lnTo>
                  <a:pt x="7008076" y="595604"/>
                </a:lnTo>
                <a:lnTo>
                  <a:pt x="7009943" y="593737"/>
                </a:lnTo>
                <a:lnTo>
                  <a:pt x="7010400" y="592620"/>
                </a:lnTo>
                <a:lnTo>
                  <a:pt x="7010400" y="589991"/>
                </a:lnTo>
                <a:close/>
              </a:path>
              <a:path w="11201400" h="1183005">
                <a:moveTo>
                  <a:pt x="7010400" y="3454"/>
                </a:moveTo>
                <a:lnTo>
                  <a:pt x="7009943" y="2324"/>
                </a:lnTo>
                <a:lnTo>
                  <a:pt x="7008076" y="469"/>
                </a:lnTo>
                <a:lnTo>
                  <a:pt x="7006958" y="0"/>
                </a:lnTo>
                <a:lnTo>
                  <a:pt x="7004329" y="0"/>
                </a:lnTo>
                <a:lnTo>
                  <a:pt x="7003199" y="469"/>
                </a:lnTo>
                <a:lnTo>
                  <a:pt x="7001345" y="2324"/>
                </a:lnTo>
                <a:lnTo>
                  <a:pt x="7000875" y="3454"/>
                </a:lnTo>
                <a:lnTo>
                  <a:pt x="7000875" y="6083"/>
                </a:lnTo>
                <a:lnTo>
                  <a:pt x="7001345" y="7200"/>
                </a:lnTo>
                <a:lnTo>
                  <a:pt x="7003199" y="9067"/>
                </a:lnTo>
                <a:lnTo>
                  <a:pt x="7004329" y="9525"/>
                </a:lnTo>
                <a:lnTo>
                  <a:pt x="7006958" y="9525"/>
                </a:lnTo>
                <a:lnTo>
                  <a:pt x="7008076" y="9067"/>
                </a:lnTo>
                <a:lnTo>
                  <a:pt x="7009943" y="7200"/>
                </a:lnTo>
                <a:lnTo>
                  <a:pt x="7010400" y="6083"/>
                </a:lnTo>
                <a:lnTo>
                  <a:pt x="7010400" y="3454"/>
                </a:lnTo>
                <a:close/>
              </a:path>
              <a:path w="11201400" h="1183005">
                <a:moveTo>
                  <a:pt x="7058025" y="1176528"/>
                </a:moveTo>
                <a:lnTo>
                  <a:pt x="7057568" y="1175410"/>
                </a:lnTo>
                <a:lnTo>
                  <a:pt x="7055701" y="1173543"/>
                </a:lnTo>
                <a:lnTo>
                  <a:pt x="7054583" y="1173086"/>
                </a:lnTo>
                <a:lnTo>
                  <a:pt x="7051954" y="1173086"/>
                </a:lnTo>
                <a:lnTo>
                  <a:pt x="7050837" y="1173543"/>
                </a:lnTo>
                <a:lnTo>
                  <a:pt x="7048970" y="1175410"/>
                </a:lnTo>
                <a:lnTo>
                  <a:pt x="7048500" y="1176528"/>
                </a:lnTo>
                <a:lnTo>
                  <a:pt x="7048500" y="1179156"/>
                </a:lnTo>
                <a:lnTo>
                  <a:pt x="7048970" y="1180287"/>
                </a:lnTo>
                <a:lnTo>
                  <a:pt x="7050837" y="1182141"/>
                </a:lnTo>
                <a:lnTo>
                  <a:pt x="7051954" y="1182611"/>
                </a:lnTo>
                <a:lnTo>
                  <a:pt x="7054583" y="1182611"/>
                </a:lnTo>
                <a:lnTo>
                  <a:pt x="7055701" y="1182141"/>
                </a:lnTo>
                <a:lnTo>
                  <a:pt x="7057568" y="1180287"/>
                </a:lnTo>
                <a:lnTo>
                  <a:pt x="7058025" y="1179156"/>
                </a:lnTo>
                <a:lnTo>
                  <a:pt x="7058025" y="1176528"/>
                </a:lnTo>
                <a:close/>
              </a:path>
              <a:path w="11201400" h="1183005">
                <a:moveTo>
                  <a:pt x="7058025" y="589991"/>
                </a:moveTo>
                <a:lnTo>
                  <a:pt x="7057568" y="588873"/>
                </a:lnTo>
                <a:lnTo>
                  <a:pt x="7055701" y="587006"/>
                </a:lnTo>
                <a:lnTo>
                  <a:pt x="7054583" y="586536"/>
                </a:lnTo>
                <a:lnTo>
                  <a:pt x="7051954" y="586536"/>
                </a:lnTo>
                <a:lnTo>
                  <a:pt x="7050837" y="587006"/>
                </a:lnTo>
                <a:lnTo>
                  <a:pt x="7048970" y="588873"/>
                </a:lnTo>
                <a:lnTo>
                  <a:pt x="7048500" y="589991"/>
                </a:lnTo>
                <a:lnTo>
                  <a:pt x="7048500" y="592620"/>
                </a:lnTo>
                <a:lnTo>
                  <a:pt x="7048970" y="593737"/>
                </a:lnTo>
                <a:lnTo>
                  <a:pt x="7050837" y="595604"/>
                </a:lnTo>
                <a:lnTo>
                  <a:pt x="7051954" y="596061"/>
                </a:lnTo>
                <a:lnTo>
                  <a:pt x="7054583" y="596061"/>
                </a:lnTo>
                <a:lnTo>
                  <a:pt x="7055701" y="595604"/>
                </a:lnTo>
                <a:lnTo>
                  <a:pt x="7057568" y="593737"/>
                </a:lnTo>
                <a:lnTo>
                  <a:pt x="7058025" y="592620"/>
                </a:lnTo>
                <a:lnTo>
                  <a:pt x="7058025" y="589991"/>
                </a:lnTo>
                <a:close/>
              </a:path>
              <a:path w="11201400" h="1183005">
                <a:moveTo>
                  <a:pt x="7058025" y="3454"/>
                </a:moveTo>
                <a:lnTo>
                  <a:pt x="7057568" y="2324"/>
                </a:lnTo>
                <a:lnTo>
                  <a:pt x="7055701" y="469"/>
                </a:lnTo>
                <a:lnTo>
                  <a:pt x="7054583" y="0"/>
                </a:lnTo>
                <a:lnTo>
                  <a:pt x="7051954" y="0"/>
                </a:lnTo>
                <a:lnTo>
                  <a:pt x="7050837" y="469"/>
                </a:lnTo>
                <a:lnTo>
                  <a:pt x="7048970" y="2324"/>
                </a:lnTo>
                <a:lnTo>
                  <a:pt x="7048500" y="3454"/>
                </a:lnTo>
                <a:lnTo>
                  <a:pt x="7048500" y="6083"/>
                </a:lnTo>
                <a:lnTo>
                  <a:pt x="7048970" y="7200"/>
                </a:lnTo>
                <a:lnTo>
                  <a:pt x="7050837" y="9067"/>
                </a:lnTo>
                <a:lnTo>
                  <a:pt x="7051954" y="9525"/>
                </a:lnTo>
                <a:lnTo>
                  <a:pt x="7054583" y="9525"/>
                </a:lnTo>
                <a:lnTo>
                  <a:pt x="7055701" y="9067"/>
                </a:lnTo>
                <a:lnTo>
                  <a:pt x="7057568" y="7200"/>
                </a:lnTo>
                <a:lnTo>
                  <a:pt x="7058025" y="6083"/>
                </a:lnTo>
                <a:lnTo>
                  <a:pt x="7058025" y="3454"/>
                </a:lnTo>
                <a:close/>
              </a:path>
              <a:path w="11201400" h="1183005">
                <a:moveTo>
                  <a:pt x="7105650" y="1176528"/>
                </a:moveTo>
                <a:lnTo>
                  <a:pt x="7105193" y="1175410"/>
                </a:lnTo>
                <a:lnTo>
                  <a:pt x="7103326" y="1173543"/>
                </a:lnTo>
                <a:lnTo>
                  <a:pt x="7102208" y="1173086"/>
                </a:lnTo>
                <a:lnTo>
                  <a:pt x="7099579" y="1173086"/>
                </a:lnTo>
                <a:lnTo>
                  <a:pt x="7098449" y="1173543"/>
                </a:lnTo>
                <a:lnTo>
                  <a:pt x="7096595" y="1175410"/>
                </a:lnTo>
                <a:lnTo>
                  <a:pt x="7096125" y="1176528"/>
                </a:lnTo>
                <a:lnTo>
                  <a:pt x="7096125" y="1179156"/>
                </a:lnTo>
                <a:lnTo>
                  <a:pt x="7096595" y="1180287"/>
                </a:lnTo>
                <a:lnTo>
                  <a:pt x="7098449" y="1182141"/>
                </a:lnTo>
                <a:lnTo>
                  <a:pt x="7099579" y="1182611"/>
                </a:lnTo>
                <a:lnTo>
                  <a:pt x="7102208" y="1182611"/>
                </a:lnTo>
                <a:lnTo>
                  <a:pt x="7103326" y="1182141"/>
                </a:lnTo>
                <a:lnTo>
                  <a:pt x="7105193" y="1180287"/>
                </a:lnTo>
                <a:lnTo>
                  <a:pt x="7105650" y="1179156"/>
                </a:lnTo>
                <a:lnTo>
                  <a:pt x="7105650" y="1176528"/>
                </a:lnTo>
                <a:close/>
              </a:path>
              <a:path w="11201400" h="1183005">
                <a:moveTo>
                  <a:pt x="7105650" y="589991"/>
                </a:moveTo>
                <a:lnTo>
                  <a:pt x="7105193" y="588873"/>
                </a:lnTo>
                <a:lnTo>
                  <a:pt x="7103326" y="587006"/>
                </a:lnTo>
                <a:lnTo>
                  <a:pt x="7102208" y="586536"/>
                </a:lnTo>
                <a:lnTo>
                  <a:pt x="7099579" y="586536"/>
                </a:lnTo>
                <a:lnTo>
                  <a:pt x="7098449" y="587006"/>
                </a:lnTo>
                <a:lnTo>
                  <a:pt x="7096595" y="588873"/>
                </a:lnTo>
                <a:lnTo>
                  <a:pt x="7096125" y="589991"/>
                </a:lnTo>
                <a:lnTo>
                  <a:pt x="7096125" y="592620"/>
                </a:lnTo>
                <a:lnTo>
                  <a:pt x="7096595" y="593737"/>
                </a:lnTo>
                <a:lnTo>
                  <a:pt x="7098449" y="595604"/>
                </a:lnTo>
                <a:lnTo>
                  <a:pt x="7099579" y="596061"/>
                </a:lnTo>
                <a:lnTo>
                  <a:pt x="7102208" y="596061"/>
                </a:lnTo>
                <a:lnTo>
                  <a:pt x="7103326" y="595604"/>
                </a:lnTo>
                <a:lnTo>
                  <a:pt x="7105193" y="593737"/>
                </a:lnTo>
                <a:lnTo>
                  <a:pt x="7105650" y="592620"/>
                </a:lnTo>
                <a:lnTo>
                  <a:pt x="7105650" y="589991"/>
                </a:lnTo>
                <a:close/>
              </a:path>
              <a:path w="11201400" h="1183005">
                <a:moveTo>
                  <a:pt x="7105650" y="3454"/>
                </a:moveTo>
                <a:lnTo>
                  <a:pt x="7105193" y="2324"/>
                </a:lnTo>
                <a:lnTo>
                  <a:pt x="7103326" y="469"/>
                </a:lnTo>
                <a:lnTo>
                  <a:pt x="7102208" y="0"/>
                </a:lnTo>
                <a:lnTo>
                  <a:pt x="7099579" y="0"/>
                </a:lnTo>
                <a:lnTo>
                  <a:pt x="7098449" y="469"/>
                </a:lnTo>
                <a:lnTo>
                  <a:pt x="7096595" y="2324"/>
                </a:lnTo>
                <a:lnTo>
                  <a:pt x="7096125" y="3454"/>
                </a:lnTo>
                <a:lnTo>
                  <a:pt x="7096125" y="6083"/>
                </a:lnTo>
                <a:lnTo>
                  <a:pt x="7096595" y="7200"/>
                </a:lnTo>
                <a:lnTo>
                  <a:pt x="7098449" y="9067"/>
                </a:lnTo>
                <a:lnTo>
                  <a:pt x="7099579" y="9525"/>
                </a:lnTo>
                <a:lnTo>
                  <a:pt x="7102208" y="9525"/>
                </a:lnTo>
                <a:lnTo>
                  <a:pt x="7103326" y="9067"/>
                </a:lnTo>
                <a:lnTo>
                  <a:pt x="7105193" y="7200"/>
                </a:lnTo>
                <a:lnTo>
                  <a:pt x="7105650" y="6083"/>
                </a:lnTo>
                <a:lnTo>
                  <a:pt x="7105650" y="3454"/>
                </a:lnTo>
                <a:close/>
              </a:path>
              <a:path w="11201400" h="1183005">
                <a:moveTo>
                  <a:pt x="7153275" y="1176528"/>
                </a:moveTo>
                <a:lnTo>
                  <a:pt x="7152818" y="1175410"/>
                </a:lnTo>
                <a:lnTo>
                  <a:pt x="7150951" y="1173543"/>
                </a:lnTo>
                <a:lnTo>
                  <a:pt x="7149833" y="1173086"/>
                </a:lnTo>
                <a:lnTo>
                  <a:pt x="7147204" y="1173086"/>
                </a:lnTo>
                <a:lnTo>
                  <a:pt x="7146074" y="1173543"/>
                </a:lnTo>
                <a:lnTo>
                  <a:pt x="7144220" y="1175410"/>
                </a:lnTo>
                <a:lnTo>
                  <a:pt x="7143750" y="1176528"/>
                </a:lnTo>
                <a:lnTo>
                  <a:pt x="7143750" y="1179156"/>
                </a:lnTo>
                <a:lnTo>
                  <a:pt x="7144220" y="1180287"/>
                </a:lnTo>
                <a:lnTo>
                  <a:pt x="7146074" y="1182141"/>
                </a:lnTo>
                <a:lnTo>
                  <a:pt x="7147204" y="1182611"/>
                </a:lnTo>
                <a:lnTo>
                  <a:pt x="7149833" y="1182611"/>
                </a:lnTo>
                <a:lnTo>
                  <a:pt x="7150951" y="1182141"/>
                </a:lnTo>
                <a:lnTo>
                  <a:pt x="7152818" y="1180287"/>
                </a:lnTo>
                <a:lnTo>
                  <a:pt x="7153275" y="1179156"/>
                </a:lnTo>
                <a:lnTo>
                  <a:pt x="7153275" y="1176528"/>
                </a:lnTo>
                <a:close/>
              </a:path>
              <a:path w="11201400" h="1183005">
                <a:moveTo>
                  <a:pt x="7153275" y="589991"/>
                </a:moveTo>
                <a:lnTo>
                  <a:pt x="7152818" y="588873"/>
                </a:lnTo>
                <a:lnTo>
                  <a:pt x="7150951" y="587006"/>
                </a:lnTo>
                <a:lnTo>
                  <a:pt x="7149833" y="586536"/>
                </a:lnTo>
                <a:lnTo>
                  <a:pt x="7147204" y="586536"/>
                </a:lnTo>
                <a:lnTo>
                  <a:pt x="7146074" y="587006"/>
                </a:lnTo>
                <a:lnTo>
                  <a:pt x="7144220" y="588873"/>
                </a:lnTo>
                <a:lnTo>
                  <a:pt x="7143750" y="589991"/>
                </a:lnTo>
                <a:lnTo>
                  <a:pt x="7143750" y="592620"/>
                </a:lnTo>
                <a:lnTo>
                  <a:pt x="7144220" y="593737"/>
                </a:lnTo>
                <a:lnTo>
                  <a:pt x="7146074" y="595604"/>
                </a:lnTo>
                <a:lnTo>
                  <a:pt x="7147204" y="596061"/>
                </a:lnTo>
                <a:lnTo>
                  <a:pt x="7149833" y="596061"/>
                </a:lnTo>
                <a:lnTo>
                  <a:pt x="7150951" y="595604"/>
                </a:lnTo>
                <a:lnTo>
                  <a:pt x="7152818" y="593737"/>
                </a:lnTo>
                <a:lnTo>
                  <a:pt x="7153275" y="592620"/>
                </a:lnTo>
                <a:lnTo>
                  <a:pt x="7153275" y="589991"/>
                </a:lnTo>
                <a:close/>
              </a:path>
              <a:path w="11201400" h="1183005">
                <a:moveTo>
                  <a:pt x="7153275" y="3454"/>
                </a:moveTo>
                <a:lnTo>
                  <a:pt x="7152818" y="2324"/>
                </a:lnTo>
                <a:lnTo>
                  <a:pt x="7150951" y="469"/>
                </a:lnTo>
                <a:lnTo>
                  <a:pt x="7149833" y="0"/>
                </a:lnTo>
                <a:lnTo>
                  <a:pt x="7147204" y="0"/>
                </a:lnTo>
                <a:lnTo>
                  <a:pt x="7146074" y="469"/>
                </a:lnTo>
                <a:lnTo>
                  <a:pt x="7144220" y="2324"/>
                </a:lnTo>
                <a:lnTo>
                  <a:pt x="7143750" y="3454"/>
                </a:lnTo>
                <a:lnTo>
                  <a:pt x="7143750" y="6083"/>
                </a:lnTo>
                <a:lnTo>
                  <a:pt x="7144220" y="7200"/>
                </a:lnTo>
                <a:lnTo>
                  <a:pt x="7146074" y="9067"/>
                </a:lnTo>
                <a:lnTo>
                  <a:pt x="7147204" y="9525"/>
                </a:lnTo>
                <a:lnTo>
                  <a:pt x="7149833" y="9525"/>
                </a:lnTo>
                <a:lnTo>
                  <a:pt x="7150951" y="9067"/>
                </a:lnTo>
                <a:lnTo>
                  <a:pt x="7152818" y="7200"/>
                </a:lnTo>
                <a:lnTo>
                  <a:pt x="7153275" y="6083"/>
                </a:lnTo>
                <a:lnTo>
                  <a:pt x="7153275" y="3454"/>
                </a:lnTo>
                <a:close/>
              </a:path>
              <a:path w="11201400" h="1183005">
                <a:moveTo>
                  <a:pt x="7200900" y="1176528"/>
                </a:moveTo>
                <a:lnTo>
                  <a:pt x="7200443" y="1175410"/>
                </a:lnTo>
                <a:lnTo>
                  <a:pt x="7198576" y="1173543"/>
                </a:lnTo>
                <a:lnTo>
                  <a:pt x="7197458" y="1173086"/>
                </a:lnTo>
                <a:lnTo>
                  <a:pt x="7194829" y="1173086"/>
                </a:lnTo>
                <a:lnTo>
                  <a:pt x="7193699" y="1173543"/>
                </a:lnTo>
                <a:lnTo>
                  <a:pt x="7191845" y="1175410"/>
                </a:lnTo>
                <a:lnTo>
                  <a:pt x="7191375" y="1176528"/>
                </a:lnTo>
                <a:lnTo>
                  <a:pt x="7191375" y="1179156"/>
                </a:lnTo>
                <a:lnTo>
                  <a:pt x="7191845" y="1180287"/>
                </a:lnTo>
                <a:lnTo>
                  <a:pt x="7193699" y="1182141"/>
                </a:lnTo>
                <a:lnTo>
                  <a:pt x="7194829" y="1182611"/>
                </a:lnTo>
                <a:lnTo>
                  <a:pt x="7197458" y="1182611"/>
                </a:lnTo>
                <a:lnTo>
                  <a:pt x="7198576" y="1182141"/>
                </a:lnTo>
                <a:lnTo>
                  <a:pt x="7200443" y="1180287"/>
                </a:lnTo>
                <a:lnTo>
                  <a:pt x="7200900" y="1179156"/>
                </a:lnTo>
                <a:lnTo>
                  <a:pt x="7200900" y="1176528"/>
                </a:lnTo>
                <a:close/>
              </a:path>
              <a:path w="11201400" h="1183005">
                <a:moveTo>
                  <a:pt x="7200900" y="589991"/>
                </a:moveTo>
                <a:lnTo>
                  <a:pt x="7200443" y="588873"/>
                </a:lnTo>
                <a:lnTo>
                  <a:pt x="7198576" y="587006"/>
                </a:lnTo>
                <a:lnTo>
                  <a:pt x="7197458" y="586536"/>
                </a:lnTo>
                <a:lnTo>
                  <a:pt x="7194829" y="586536"/>
                </a:lnTo>
                <a:lnTo>
                  <a:pt x="7193699" y="587006"/>
                </a:lnTo>
                <a:lnTo>
                  <a:pt x="7191845" y="588873"/>
                </a:lnTo>
                <a:lnTo>
                  <a:pt x="7191375" y="589991"/>
                </a:lnTo>
                <a:lnTo>
                  <a:pt x="7191375" y="592620"/>
                </a:lnTo>
                <a:lnTo>
                  <a:pt x="7191845" y="593737"/>
                </a:lnTo>
                <a:lnTo>
                  <a:pt x="7193699" y="595604"/>
                </a:lnTo>
                <a:lnTo>
                  <a:pt x="7194829" y="596061"/>
                </a:lnTo>
                <a:lnTo>
                  <a:pt x="7197458" y="596061"/>
                </a:lnTo>
                <a:lnTo>
                  <a:pt x="7198576" y="595604"/>
                </a:lnTo>
                <a:lnTo>
                  <a:pt x="7200443" y="593737"/>
                </a:lnTo>
                <a:lnTo>
                  <a:pt x="7200900" y="592620"/>
                </a:lnTo>
                <a:lnTo>
                  <a:pt x="7200900" y="589991"/>
                </a:lnTo>
                <a:close/>
              </a:path>
              <a:path w="11201400" h="1183005">
                <a:moveTo>
                  <a:pt x="7200900" y="3454"/>
                </a:moveTo>
                <a:lnTo>
                  <a:pt x="7200443" y="2324"/>
                </a:lnTo>
                <a:lnTo>
                  <a:pt x="7198576" y="469"/>
                </a:lnTo>
                <a:lnTo>
                  <a:pt x="7197458" y="0"/>
                </a:lnTo>
                <a:lnTo>
                  <a:pt x="7194829" y="0"/>
                </a:lnTo>
                <a:lnTo>
                  <a:pt x="7193699" y="469"/>
                </a:lnTo>
                <a:lnTo>
                  <a:pt x="7191845" y="2324"/>
                </a:lnTo>
                <a:lnTo>
                  <a:pt x="7191375" y="3454"/>
                </a:lnTo>
                <a:lnTo>
                  <a:pt x="7191375" y="6083"/>
                </a:lnTo>
                <a:lnTo>
                  <a:pt x="7191845" y="7200"/>
                </a:lnTo>
                <a:lnTo>
                  <a:pt x="7193699" y="9067"/>
                </a:lnTo>
                <a:lnTo>
                  <a:pt x="7194829" y="9525"/>
                </a:lnTo>
                <a:lnTo>
                  <a:pt x="7197458" y="9525"/>
                </a:lnTo>
                <a:lnTo>
                  <a:pt x="7198576" y="9067"/>
                </a:lnTo>
                <a:lnTo>
                  <a:pt x="7200443" y="7200"/>
                </a:lnTo>
                <a:lnTo>
                  <a:pt x="7200900" y="6083"/>
                </a:lnTo>
                <a:lnTo>
                  <a:pt x="7200900" y="3454"/>
                </a:lnTo>
                <a:close/>
              </a:path>
              <a:path w="11201400" h="1183005">
                <a:moveTo>
                  <a:pt x="7248538" y="1176528"/>
                </a:moveTo>
                <a:lnTo>
                  <a:pt x="7248068" y="1175410"/>
                </a:lnTo>
                <a:lnTo>
                  <a:pt x="7246201" y="1173543"/>
                </a:lnTo>
                <a:lnTo>
                  <a:pt x="7245083" y="1173086"/>
                </a:lnTo>
                <a:lnTo>
                  <a:pt x="7242454" y="1173086"/>
                </a:lnTo>
                <a:lnTo>
                  <a:pt x="7241324" y="1173543"/>
                </a:lnTo>
                <a:lnTo>
                  <a:pt x="7239470" y="1175410"/>
                </a:lnTo>
                <a:lnTo>
                  <a:pt x="7239000" y="1176528"/>
                </a:lnTo>
                <a:lnTo>
                  <a:pt x="7239000" y="1179156"/>
                </a:lnTo>
                <a:lnTo>
                  <a:pt x="7239470" y="1180287"/>
                </a:lnTo>
                <a:lnTo>
                  <a:pt x="7241324" y="1182141"/>
                </a:lnTo>
                <a:lnTo>
                  <a:pt x="7242454" y="1182611"/>
                </a:lnTo>
                <a:lnTo>
                  <a:pt x="7245083" y="1182611"/>
                </a:lnTo>
                <a:lnTo>
                  <a:pt x="7246201" y="1182141"/>
                </a:lnTo>
                <a:lnTo>
                  <a:pt x="7248068" y="1180287"/>
                </a:lnTo>
                <a:lnTo>
                  <a:pt x="7248538" y="1179156"/>
                </a:lnTo>
                <a:lnTo>
                  <a:pt x="7248538" y="1176528"/>
                </a:lnTo>
                <a:close/>
              </a:path>
              <a:path w="11201400" h="1183005">
                <a:moveTo>
                  <a:pt x="7248538" y="589991"/>
                </a:moveTo>
                <a:lnTo>
                  <a:pt x="7248068" y="588873"/>
                </a:lnTo>
                <a:lnTo>
                  <a:pt x="7246201" y="587006"/>
                </a:lnTo>
                <a:lnTo>
                  <a:pt x="7245083" y="586536"/>
                </a:lnTo>
                <a:lnTo>
                  <a:pt x="7242454" y="586536"/>
                </a:lnTo>
                <a:lnTo>
                  <a:pt x="7241324" y="587006"/>
                </a:lnTo>
                <a:lnTo>
                  <a:pt x="7239470" y="588873"/>
                </a:lnTo>
                <a:lnTo>
                  <a:pt x="7239000" y="589991"/>
                </a:lnTo>
                <a:lnTo>
                  <a:pt x="7239000" y="592620"/>
                </a:lnTo>
                <a:lnTo>
                  <a:pt x="7239470" y="593737"/>
                </a:lnTo>
                <a:lnTo>
                  <a:pt x="7241324" y="595604"/>
                </a:lnTo>
                <a:lnTo>
                  <a:pt x="7242454" y="596061"/>
                </a:lnTo>
                <a:lnTo>
                  <a:pt x="7245083" y="596061"/>
                </a:lnTo>
                <a:lnTo>
                  <a:pt x="7246201" y="595604"/>
                </a:lnTo>
                <a:lnTo>
                  <a:pt x="7248068" y="593737"/>
                </a:lnTo>
                <a:lnTo>
                  <a:pt x="7248538" y="592620"/>
                </a:lnTo>
                <a:lnTo>
                  <a:pt x="7248538" y="589991"/>
                </a:lnTo>
                <a:close/>
              </a:path>
              <a:path w="11201400" h="1183005">
                <a:moveTo>
                  <a:pt x="7248538" y="3454"/>
                </a:moveTo>
                <a:lnTo>
                  <a:pt x="7248068" y="2324"/>
                </a:lnTo>
                <a:lnTo>
                  <a:pt x="7246201" y="469"/>
                </a:lnTo>
                <a:lnTo>
                  <a:pt x="7245083" y="0"/>
                </a:lnTo>
                <a:lnTo>
                  <a:pt x="7242454" y="0"/>
                </a:lnTo>
                <a:lnTo>
                  <a:pt x="7241324" y="469"/>
                </a:lnTo>
                <a:lnTo>
                  <a:pt x="7239470" y="2324"/>
                </a:lnTo>
                <a:lnTo>
                  <a:pt x="7239000" y="3454"/>
                </a:lnTo>
                <a:lnTo>
                  <a:pt x="7239000" y="6083"/>
                </a:lnTo>
                <a:lnTo>
                  <a:pt x="7239470" y="7200"/>
                </a:lnTo>
                <a:lnTo>
                  <a:pt x="7241324" y="9067"/>
                </a:lnTo>
                <a:lnTo>
                  <a:pt x="7242454" y="9525"/>
                </a:lnTo>
                <a:lnTo>
                  <a:pt x="7245083" y="9525"/>
                </a:lnTo>
                <a:lnTo>
                  <a:pt x="7246201" y="9067"/>
                </a:lnTo>
                <a:lnTo>
                  <a:pt x="7248068" y="7200"/>
                </a:lnTo>
                <a:lnTo>
                  <a:pt x="7248538" y="6083"/>
                </a:lnTo>
                <a:lnTo>
                  <a:pt x="7248538" y="3454"/>
                </a:lnTo>
                <a:close/>
              </a:path>
              <a:path w="11201400" h="1183005">
                <a:moveTo>
                  <a:pt x="7296150" y="1176528"/>
                </a:moveTo>
                <a:lnTo>
                  <a:pt x="7295693" y="1175410"/>
                </a:lnTo>
                <a:lnTo>
                  <a:pt x="7293826" y="1173543"/>
                </a:lnTo>
                <a:lnTo>
                  <a:pt x="7292708" y="1173086"/>
                </a:lnTo>
                <a:lnTo>
                  <a:pt x="7290079" y="1173086"/>
                </a:lnTo>
                <a:lnTo>
                  <a:pt x="7288949" y="1173543"/>
                </a:lnTo>
                <a:lnTo>
                  <a:pt x="7287095" y="1175410"/>
                </a:lnTo>
                <a:lnTo>
                  <a:pt x="7286625" y="1176528"/>
                </a:lnTo>
                <a:lnTo>
                  <a:pt x="7286625" y="1179156"/>
                </a:lnTo>
                <a:lnTo>
                  <a:pt x="7287095" y="1180287"/>
                </a:lnTo>
                <a:lnTo>
                  <a:pt x="7288949" y="1182141"/>
                </a:lnTo>
                <a:lnTo>
                  <a:pt x="7290079" y="1182611"/>
                </a:lnTo>
                <a:lnTo>
                  <a:pt x="7292708" y="1182611"/>
                </a:lnTo>
                <a:lnTo>
                  <a:pt x="7293826" y="1182141"/>
                </a:lnTo>
                <a:lnTo>
                  <a:pt x="7295693" y="1180287"/>
                </a:lnTo>
                <a:lnTo>
                  <a:pt x="7296150" y="1179156"/>
                </a:lnTo>
                <a:lnTo>
                  <a:pt x="7296150" y="1176528"/>
                </a:lnTo>
                <a:close/>
              </a:path>
              <a:path w="11201400" h="1183005">
                <a:moveTo>
                  <a:pt x="7296150" y="589991"/>
                </a:moveTo>
                <a:lnTo>
                  <a:pt x="7295693" y="588873"/>
                </a:lnTo>
                <a:lnTo>
                  <a:pt x="7293826" y="587006"/>
                </a:lnTo>
                <a:lnTo>
                  <a:pt x="7292708" y="586536"/>
                </a:lnTo>
                <a:lnTo>
                  <a:pt x="7290079" y="586536"/>
                </a:lnTo>
                <a:lnTo>
                  <a:pt x="7288949" y="587006"/>
                </a:lnTo>
                <a:lnTo>
                  <a:pt x="7287095" y="588873"/>
                </a:lnTo>
                <a:lnTo>
                  <a:pt x="7286625" y="589991"/>
                </a:lnTo>
                <a:lnTo>
                  <a:pt x="7286625" y="592620"/>
                </a:lnTo>
                <a:lnTo>
                  <a:pt x="7287095" y="593737"/>
                </a:lnTo>
                <a:lnTo>
                  <a:pt x="7288949" y="595604"/>
                </a:lnTo>
                <a:lnTo>
                  <a:pt x="7290079" y="596061"/>
                </a:lnTo>
                <a:lnTo>
                  <a:pt x="7292708" y="596061"/>
                </a:lnTo>
                <a:lnTo>
                  <a:pt x="7293826" y="595604"/>
                </a:lnTo>
                <a:lnTo>
                  <a:pt x="7295693" y="593737"/>
                </a:lnTo>
                <a:lnTo>
                  <a:pt x="7296150" y="592620"/>
                </a:lnTo>
                <a:lnTo>
                  <a:pt x="7296150" y="589991"/>
                </a:lnTo>
                <a:close/>
              </a:path>
              <a:path w="11201400" h="1183005">
                <a:moveTo>
                  <a:pt x="7296150" y="3454"/>
                </a:moveTo>
                <a:lnTo>
                  <a:pt x="7295693" y="2324"/>
                </a:lnTo>
                <a:lnTo>
                  <a:pt x="7293826" y="469"/>
                </a:lnTo>
                <a:lnTo>
                  <a:pt x="7292708" y="0"/>
                </a:lnTo>
                <a:lnTo>
                  <a:pt x="7290079" y="0"/>
                </a:lnTo>
                <a:lnTo>
                  <a:pt x="7288949" y="469"/>
                </a:lnTo>
                <a:lnTo>
                  <a:pt x="7287095" y="2324"/>
                </a:lnTo>
                <a:lnTo>
                  <a:pt x="7286625" y="3454"/>
                </a:lnTo>
                <a:lnTo>
                  <a:pt x="7286625" y="6083"/>
                </a:lnTo>
                <a:lnTo>
                  <a:pt x="7287095" y="7200"/>
                </a:lnTo>
                <a:lnTo>
                  <a:pt x="7288949" y="9067"/>
                </a:lnTo>
                <a:lnTo>
                  <a:pt x="7290079" y="9525"/>
                </a:lnTo>
                <a:lnTo>
                  <a:pt x="7292708" y="9525"/>
                </a:lnTo>
                <a:lnTo>
                  <a:pt x="7293826" y="9067"/>
                </a:lnTo>
                <a:lnTo>
                  <a:pt x="7295693" y="7200"/>
                </a:lnTo>
                <a:lnTo>
                  <a:pt x="7296150" y="6083"/>
                </a:lnTo>
                <a:lnTo>
                  <a:pt x="7296150" y="3454"/>
                </a:lnTo>
                <a:close/>
              </a:path>
              <a:path w="11201400" h="1183005">
                <a:moveTo>
                  <a:pt x="7343775" y="1176528"/>
                </a:moveTo>
                <a:lnTo>
                  <a:pt x="7343318" y="1175410"/>
                </a:lnTo>
                <a:lnTo>
                  <a:pt x="7341451" y="1173543"/>
                </a:lnTo>
                <a:lnTo>
                  <a:pt x="7340333" y="1173086"/>
                </a:lnTo>
                <a:lnTo>
                  <a:pt x="7337704" y="1173086"/>
                </a:lnTo>
                <a:lnTo>
                  <a:pt x="7336574" y="1173543"/>
                </a:lnTo>
                <a:lnTo>
                  <a:pt x="7334720" y="1175410"/>
                </a:lnTo>
                <a:lnTo>
                  <a:pt x="7334250" y="1176528"/>
                </a:lnTo>
                <a:lnTo>
                  <a:pt x="7334250" y="1179156"/>
                </a:lnTo>
                <a:lnTo>
                  <a:pt x="7334720" y="1180287"/>
                </a:lnTo>
                <a:lnTo>
                  <a:pt x="7336574" y="1182141"/>
                </a:lnTo>
                <a:lnTo>
                  <a:pt x="7337704" y="1182611"/>
                </a:lnTo>
                <a:lnTo>
                  <a:pt x="7340333" y="1182611"/>
                </a:lnTo>
                <a:lnTo>
                  <a:pt x="7341451" y="1182141"/>
                </a:lnTo>
                <a:lnTo>
                  <a:pt x="7343318" y="1180287"/>
                </a:lnTo>
                <a:lnTo>
                  <a:pt x="7343775" y="1179156"/>
                </a:lnTo>
                <a:lnTo>
                  <a:pt x="7343775" y="1176528"/>
                </a:lnTo>
                <a:close/>
              </a:path>
              <a:path w="11201400" h="1183005">
                <a:moveTo>
                  <a:pt x="7343775" y="589991"/>
                </a:moveTo>
                <a:lnTo>
                  <a:pt x="7343318" y="588873"/>
                </a:lnTo>
                <a:lnTo>
                  <a:pt x="7341451" y="587006"/>
                </a:lnTo>
                <a:lnTo>
                  <a:pt x="7340333" y="586536"/>
                </a:lnTo>
                <a:lnTo>
                  <a:pt x="7337704" y="586536"/>
                </a:lnTo>
                <a:lnTo>
                  <a:pt x="7336574" y="587006"/>
                </a:lnTo>
                <a:lnTo>
                  <a:pt x="7334720" y="588873"/>
                </a:lnTo>
                <a:lnTo>
                  <a:pt x="7334250" y="589991"/>
                </a:lnTo>
                <a:lnTo>
                  <a:pt x="7334250" y="592620"/>
                </a:lnTo>
                <a:lnTo>
                  <a:pt x="7334720" y="593737"/>
                </a:lnTo>
                <a:lnTo>
                  <a:pt x="7336574" y="595604"/>
                </a:lnTo>
                <a:lnTo>
                  <a:pt x="7337704" y="596061"/>
                </a:lnTo>
                <a:lnTo>
                  <a:pt x="7340333" y="596061"/>
                </a:lnTo>
                <a:lnTo>
                  <a:pt x="7341451" y="595604"/>
                </a:lnTo>
                <a:lnTo>
                  <a:pt x="7343318" y="593737"/>
                </a:lnTo>
                <a:lnTo>
                  <a:pt x="7343775" y="592620"/>
                </a:lnTo>
                <a:lnTo>
                  <a:pt x="7343775" y="589991"/>
                </a:lnTo>
                <a:close/>
              </a:path>
              <a:path w="11201400" h="1183005">
                <a:moveTo>
                  <a:pt x="7343775" y="3454"/>
                </a:moveTo>
                <a:lnTo>
                  <a:pt x="7343318" y="2324"/>
                </a:lnTo>
                <a:lnTo>
                  <a:pt x="7341451" y="469"/>
                </a:lnTo>
                <a:lnTo>
                  <a:pt x="7340333" y="0"/>
                </a:lnTo>
                <a:lnTo>
                  <a:pt x="7337704" y="0"/>
                </a:lnTo>
                <a:lnTo>
                  <a:pt x="7336574" y="469"/>
                </a:lnTo>
                <a:lnTo>
                  <a:pt x="7334720" y="2324"/>
                </a:lnTo>
                <a:lnTo>
                  <a:pt x="7334250" y="3454"/>
                </a:lnTo>
                <a:lnTo>
                  <a:pt x="7334250" y="6083"/>
                </a:lnTo>
                <a:lnTo>
                  <a:pt x="7334720" y="7200"/>
                </a:lnTo>
                <a:lnTo>
                  <a:pt x="7336574" y="9067"/>
                </a:lnTo>
                <a:lnTo>
                  <a:pt x="7337704" y="9525"/>
                </a:lnTo>
                <a:lnTo>
                  <a:pt x="7340333" y="9525"/>
                </a:lnTo>
                <a:lnTo>
                  <a:pt x="7341451" y="9067"/>
                </a:lnTo>
                <a:lnTo>
                  <a:pt x="7343318" y="7200"/>
                </a:lnTo>
                <a:lnTo>
                  <a:pt x="7343775" y="6083"/>
                </a:lnTo>
                <a:lnTo>
                  <a:pt x="7343775" y="3454"/>
                </a:lnTo>
                <a:close/>
              </a:path>
              <a:path w="11201400" h="1183005">
                <a:moveTo>
                  <a:pt x="7391400" y="1176528"/>
                </a:moveTo>
                <a:lnTo>
                  <a:pt x="7390943" y="1175410"/>
                </a:lnTo>
                <a:lnTo>
                  <a:pt x="7389076" y="1173543"/>
                </a:lnTo>
                <a:lnTo>
                  <a:pt x="7387958" y="1173086"/>
                </a:lnTo>
                <a:lnTo>
                  <a:pt x="7385329" y="1173086"/>
                </a:lnTo>
                <a:lnTo>
                  <a:pt x="7384199" y="1173543"/>
                </a:lnTo>
                <a:lnTo>
                  <a:pt x="7382345" y="1175410"/>
                </a:lnTo>
                <a:lnTo>
                  <a:pt x="7381875" y="1176528"/>
                </a:lnTo>
                <a:lnTo>
                  <a:pt x="7381875" y="1179156"/>
                </a:lnTo>
                <a:lnTo>
                  <a:pt x="7382345" y="1180287"/>
                </a:lnTo>
                <a:lnTo>
                  <a:pt x="7384199" y="1182141"/>
                </a:lnTo>
                <a:lnTo>
                  <a:pt x="7385329" y="1182611"/>
                </a:lnTo>
                <a:lnTo>
                  <a:pt x="7387958" y="1182611"/>
                </a:lnTo>
                <a:lnTo>
                  <a:pt x="7389076" y="1182141"/>
                </a:lnTo>
                <a:lnTo>
                  <a:pt x="7390943" y="1180287"/>
                </a:lnTo>
                <a:lnTo>
                  <a:pt x="7391400" y="1179156"/>
                </a:lnTo>
                <a:lnTo>
                  <a:pt x="7391400" y="1176528"/>
                </a:lnTo>
                <a:close/>
              </a:path>
              <a:path w="11201400" h="1183005">
                <a:moveTo>
                  <a:pt x="7391400" y="589991"/>
                </a:moveTo>
                <a:lnTo>
                  <a:pt x="7390943" y="588873"/>
                </a:lnTo>
                <a:lnTo>
                  <a:pt x="7389076" y="587006"/>
                </a:lnTo>
                <a:lnTo>
                  <a:pt x="7387958" y="586536"/>
                </a:lnTo>
                <a:lnTo>
                  <a:pt x="7385329" y="586536"/>
                </a:lnTo>
                <a:lnTo>
                  <a:pt x="7384199" y="587006"/>
                </a:lnTo>
                <a:lnTo>
                  <a:pt x="7382345" y="588873"/>
                </a:lnTo>
                <a:lnTo>
                  <a:pt x="7381875" y="589991"/>
                </a:lnTo>
                <a:lnTo>
                  <a:pt x="7381875" y="592620"/>
                </a:lnTo>
                <a:lnTo>
                  <a:pt x="7382345" y="593737"/>
                </a:lnTo>
                <a:lnTo>
                  <a:pt x="7384199" y="595604"/>
                </a:lnTo>
                <a:lnTo>
                  <a:pt x="7385329" y="596061"/>
                </a:lnTo>
                <a:lnTo>
                  <a:pt x="7387958" y="596061"/>
                </a:lnTo>
                <a:lnTo>
                  <a:pt x="7389076" y="595604"/>
                </a:lnTo>
                <a:lnTo>
                  <a:pt x="7390943" y="593737"/>
                </a:lnTo>
                <a:lnTo>
                  <a:pt x="7391400" y="592620"/>
                </a:lnTo>
                <a:lnTo>
                  <a:pt x="7391400" y="589991"/>
                </a:lnTo>
                <a:close/>
              </a:path>
              <a:path w="11201400" h="1183005">
                <a:moveTo>
                  <a:pt x="7391400" y="3454"/>
                </a:moveTo>
                <a:lnTo>
                  <a:pt x="7390943" y="2324"/>
                </a:lnTo>
                <a:lnTo>
                  <a:pt x="7389076" y="469"/>
                </a:lnTo>
                <a:lnTo>
                  <a:pt x="7387958" y="0"/>
                </a:lnTo>
                <a:lnTo>
                  <a:pt x="7385329" y="0"/>
                </a:lnTo>
                <a:lnTo>
                  <a:pt x="7384199" y="469"/>
                </a:lnTo>
                <a:lnTo>
                  <a:pt x="7382345" y="2324"/>
                </a:lnTo>
                <a:lnTo>
                  <a:pt x="7381875" y="3454"/>
                </a:lnTo>
                <a:lnTo>
                  <a:pt x="7381875" y="6083"/>
                </a:lnTo>
                <a:lnTo>
                  <a:pt x="7382345" y="7200"/>
                </a:lnTo>
                <a:lnTo>
                  <a:pt x="7384199" y="9067"/>
                </a:lnTo>
                <a:lnTo>
                  <a:pt x="7385329" y="9525"/>
                </a:lnTo>
                <a:lnTo>
                  <a:pt x="7387958" y="9525"/>
                </a:lnTo>
                <a:lnTo>
                  <a:pt x="7389076" y="9067"/>
                </a:lnTo>
                <a:lnTo>
                  <a:pt x="7390943" y="7200"/>
                </a:lnTo>
                <a:lnTo>
                  <a:pt x="7391400" y="6083"/>
                </a:lnTo>
                <a:lnTo>
                  <a:pt x="7391400" y="3454"/>
                </a:lnTo>
                <a:close/>
              </a:path>
              <a:path w="11201400" h="1183005">
                <a:moveTo>
                  <a:pt x="7439025" y="1176528"/>
                </a:moveTo>
                <a:lnTo>
                  <a:pt x="7438568" y="1175410"/>
                </a:lnTo>
                <a:lnTo>
                  <a:pt x="7436701" y="1173543"/>
                </a:lnTo>
                <a:lnTo>
                  <a:pt x="7435583" y="1173086"/>
                </a:lnTo>
                <a:lnTo>
                  <a:pt x="7432954" y="1173086"/>
                </a:lnTo>
                <a:lnTo>
                  <a:pt x="7431824" y="1173543"/>
                </a:lnTo>
                <a:lnTo>
                  <a:pt x="7429970" y="1175410"/>
                </a:lnTo>
                <a:lnTo>
                  <a:pt x="7429500" y="1176528"/>
                </a:lnTo>
                <a:lnTo>
                  <a:pt x="7429500" y="1179156"/>
                </a:lnTo>
                <a:lnTo>
                  <a:pt x="7429970" y="1180287"/>
                </a:lnTo>
                <a:lnTo>
                  <a:pt x="7431824" y="1182141"/>
                </a:lnTo>
                <a:lnTo>
                  <a:pt x="7432954" y="1182611"/>
                </a:lnTo>
                <a:lnTo>
                  <a:pt x="7435583" y="1182611"/>
                </a:lnTo>
                <a:lnTo>
                  <a:pt x="7436701" y="1182141"/>
                </a:lnTo>
                <a:lnTo>
                  <a:pt x="7438568" y="1180287"/>
                </a:lnTo>
                <a:lnTo>
                  <a:pt x="7439025" y="1179156"/>
                </a:lnTo>
                <a:lnTo>
                  <a:pt x="7439025" y="1176528"/>
                </a:lnTo>
                <a:close/>
              </a:path>
              <a:path w="11201400" h="1183005">
                <a:moveTo>
                  <a:pt x="7439025" y="589991"/>
                </a:moveTo>
                <a:lnTo>
                  <a:pt x="7438568" y="588873"/>
                </a:lnTo>
                <a:lnTo>
                  <a:pt x="7436701" y="587006"/>
                </a:lnTo>
                <a:lnTo>
                  <a:pt x="7435583" y="586536"/>
                </a:lnTo>
                <a:lnTo>
                  <a:pt x="7432954" y="586536"/>
                </a:lnTo>
                <a:lnTo>
                  <a:pt x="7431824" y="587006"/>
                </a:lnTo>
                <a:lnTo>
                  <a:pt x="7429970" y="588873"/>
                </a:lnTo>
                <a:lnTo>
                  <a:pt x="7429500" y="589991"/>
                </a:lnTo>
                <a:lnTo>
                  <a:pt x="7429500" y="592620"/>
                </a:lnTo>
                <a:lnTo>
                  <a:pt x="7429970" y="593737"/>
                </a:lnTo>
                <a:lnTo>
                  <a:pt x="7431824" y="595604"/>
                </a:lnTo>
                <a:lnTo>
                  <a:pt x="7432954" y="596061"/>
                </a:lnTo>
                <a:lnTo>
                  <a:pt x="7435583" y="596061"/>
                </a:lnTo>
                <a:lnTo>
                  <a:pt x="7436701" y="595604"/>
                </a:lnTo>
                <a:lnTo>
                  <a:pt x="7438568" y="593737"/>
                </a:lnTo>
                <a:lnTo>
                  <a:pt x="7439025" y="592620"/>
                </a:lnTo>
                <a:lnTo>
                  <a:pt x="7439025" y="589991"/>
                </a:lnTo>
                <a:close/>
              </a:path>
              <a:path w="11201400" h="1183005">
                <a:moveTo>
                  <a:pt x="7439025" y="3454"/>
                </a:moveTo>
                <a:lnTo>
                  <a:pt x="7438568" y="2324"/>
                </a:lnTo>
                <a:lnTo>
                  <a:pt x="7436701" y="469"/>
                </a:lnTo>
                <a:lnTo>
                  <a:pt x="7435583" y="0"/>
                </a:lnTo>
                <a:lnTo>
                  <a:pt x="7432954" y="0"/>
                </a:lnTo>
                <a:lnTo>
                  <a:pt x="7431824" y="469"/>
                </a:lnTo>
                <a:lnTo>
                  <a:pt x="7429970" y="2324"/>
                </a:lnTo>
                <a:lnTo>
                  <a:pt x="7429500" y="3454"/>
                </a:lnTo>
                <a:lnTo>
                  <a:pt x="7429500" y="6083"/>
                </a:lnTo>
                <a:lnTo>
                  <a:pt x="7429970" y="7200"/>
                </a:lnTo>
                <a:lnTo>
                  <a:pt x="7431824" y="9067"/>
                </a:lnTo>
                <a:lnTo>
                  <a:pt x="7432954" y="9525"/>
                </a:lnTo>
                <a:lnTo>
                  <a:pt x="7435583" y="9525"/>
                </a:lnTo>
                <a:lnTo>
                  <a:pt x="7436701" y="9067"/>
                </a:lnTo>
                <a:lnTo>
                  <a:pt x="7438568" y="7200"/>
                </a:lnTo>
                <a:lnTo>
                  <a:pt x="7439025" y="6083"/>
                </a:lnTo>
                <a:lnTo>
                  <a:pt x="7439025" y="3454"/>
                </a:lnTo>
                <a:close/>
              </a:path>
              <a:path w="11201400" h="1183005">
                <a:moveTo>
                  <a:pt x="7486650" y="1176528"/>
                </a:moveTo>
                <a:lnTo>
                  <a:pt x="7486193" y="1175410"/>
                </a:lnTo>
                <a:lnTo>
                  <a:pt x="7484326" y="1173543"/>
                </a:lnTo>
                <a:lnTo>
                  <a:pt x="7483208" y="1173086"/>
                </a:lnTo>
                <a:lnTo>
                  <a:pt x="7480579" y="1173086"/>
                </a:lnTo>
                <a:lnTo>
                  <a:pt x="7479462" y="1173543"/>
                </a:lnTo>
                <a:lnTo>
                  <a:pt x="7477595" y="1175410"/>
                </a:lnTo>
                <a:lnTo>
                  <a:pt x="7477125" y="1176528"/>
                </a:lnTo>
                <a:lnTo>
                  <a:pt x="7477125" y="1179156"/>
                </a:lnTo>
                <a:lnTo>
                  <a:pt x="7477595" y="1180287"/>
                </a:lnTo>
                <a:lnTo>
                  <a:pt x="7479462" y="1182141"/>
                </a:lnTo>
                <a:lnTo>
                  <a:pt x="7480579" y="1182611"/>
                </a:lnTo>
                <a:lnTo>
                  <a:pt x="7483208" y="1182611"/>
                </a:lnTo>
                <a:lnTo>
                  <a:pt x="7484326" y="1182141"/>
                </a:lnTo>
                <a:lnTo>
                  <a:pt x="7486193" y="1180287"/>
                </a:lnTo>
                <a:lnTo>
                  <a:pt x="7486650" y="1179156"/>
                </a:lnTo>
                <a:lnTo>
                  <a:pt x="7486650" y="1176528"/>
                </a:lnTo>
                <a:close/>
              </a:path>
              <a:path w="11201400" h="1183005">
                <a:moveTo>
                  <a:pt x="7486650" y="589991"/>
                </a:moveTo>
                <a:lnTo>
                  <a:pt x="7486193" y="588873"/>
                </a:lnTo>
                <a:lnTo>
                  <a:pt x="7484326" y="587006"/>
                </a:lnTo>
                <a:lnTo>
                  <a:pt x="7483208" y="586536"/>
                </a:lnTo>
                <a:lnTo>
                  <a:pt x="7480579" y="586536"/>
                </a:lnTo>
                <a:lnTo>
                  <a:pt x="7479462" y="587006"/>
                </a:lnTo>
                <a:lnTo>
                  <a:pt x="7477595" y="588873"/>
                </a:lnTo>
                <a:lnTo>
                  <a:pt x="7477125" y="589991"/>
                </a:lnTo>
                <a:lnTo>
                  <a:pt x="7477125" y="592620"/>
                </a:lnTo>
                <a:lnTo>
                  <a:pt x="7477595" y="593737"/>
                </a:lnTo>
                <a:lnTo>
                  <a:pt x="7479462" y="595604"/>
                </a:lnTo>
                <a:lnTo>
                  <a:pt x="7480579" y="596061"/>
                </a:lnTo>
                <a:lnTo>
                  <a:pt x="7483208" y="596061"/>
                </a:lnTo>
                <a:lnTo>
                  <a:pt x="7484326" y="595604"/>
                </a:lnTo>
                <a:lnTo>
                  <a:pt x="7486193" y="593737"/>
                </a:lnTo>
                <a:lnTo>
                  <a:pt x="7486650" y="592620"/>
                </a:lnTo>
                <a:lnTo>
                  <a:pt x="7486650" y="589991"/>
                </a:lnTo>
                <a:close/>
              </a:path>
              <a:path w="11201400" h="1183005">
                <a:moveTo>
                  <a:pt x="7486650" y="3454"/>
                </a:moveTo>
                <a:lnTo>
                  <a:pt x="7486193" y="2324"/>
                </a:lnTo>
                <a:lnTo>
                  <a:pt x="7484326" y="469"/>
                </a:lnTo>
                <a:lnTo>
                  <a:pt x="7483208" y="0"/>
                </a:lnTo>
                <a:lnTo>
                  <a:pt x="7480579" y="0"/>
                </a:lnTo>
                <a:lnTo>
                  <a:pt x="7479462" y="469"/>
                </a:lnTo>
                <a:lnTo>
                  <a:pt x="7477595" y="2324"/>
                </a:lnTo>
                <a:lnTo>
                  <a:pt x="7477125" y="3454"/>
                </a:lnTo>
                <a:lnTo>
                  <a:pt x="7477125" y="6083"/>
                </a:lnTo>
                <a:lnTo>
                  <a:pt x="7477595" y="7200"/>
                </a:lnTo>
                <a:lnTo>
                  <a:pt x="7479462" y="9067"/>
                </a:lnTo>
                <a:lnTo>
                  <a:pt x="7480579" y="9525"/>
                </a:lnTo>
                <a:lnTo>
                  <a:pt x="7483208" y="9525"/>
                </a:lnTo>
                <a:lnTo>
                  <a:pt x="7484326" y="9067"/>
                </a:lnTo>
                <a:lnTo>
                  <a:pt x="7486193" y="7200"/>
                </a:lnTo>
                <a:lnTo>
                  <a:pt x="7486650" y="6083"/>
                </a:lnTo>
                <a:lnTo>
                  <a:pt x="7486650" y="3454"/>
                </a:lnTo>
                <a:close/>
              </a:path>
              <a:path w="11201400" h="1183005">
                <a:moveTo>
                  <a:pt x="7534275" y="1176528"/>
                </a:moveTo>
                <a:lnTo>
                  <a:pt x="7533818" y="1175410"/>
                </a:lnTo>
                <a:lnTo>
                  <a:pt x="7531951" y="1173543"/>
                </a:lnTo>
                <a:lnTo>
                  <a:pt x="7530833" y="1173086"/>
                </a:lnTo>
                <a:lnTo>
                  <a:pt x="7528204" y="1173086"/>
                </a:lnTo>
                <a:lnTo>
                  <a:pt x="7527074" y="1173543"/>
                </a:lnTo>
                <a:lnTo>
                  <a:pt x="7525220" y="1175410"/>
                </a:lnTo>
                <a:lnTo>
                  <a:pt x="7524750" y="1176528"/>
                </a:lnTo>
                <a:lnTo>
                  <a:pt x="7524750" y="1179156"/>
                </a:lnTo>
                <a:lnTo>
                  <a:pt x="7525220" y="1180287"/>
                </a:lnTo>
                <a:lnTo>
                  <a:pt x="7527074" y="1182141"/>
                </a:lnTo>
                <a:lnTo>
                  <a:pt x="7528204" y="1182611"/>
                </a:lnTo>
                <a:lnTo>
                  <a:pt x="7530833" y="1182611"/>
                </a:lnTo>
                <a:lnTo>
                  <a:pt x="7531951" y="1182141"/>
                </a:lnTo>
                <a:lnTo>
                  <a:pt x="7533818" y="1180287"/>
                </a:lnTo>
                <a:lnTo>
                  <a:pt x="7534275" y="1179156"/>
                </a:lnTo>
                <a:lnTo>
                  <a:pt x="7534275" y="1176528"/>
                </a:lnTo>
                <a:close/>
              </a:path>
              <a:path w="11201400" h="1183005">
                <a:moveTo>
                  <a:pt x="7534275" y="589991"/>
                </a:moveTo>
                <a:lnTo>
                  <a:pt x="7533818" y="588873"/>
                </a:lnTo>
                <a:lnTo>
                  <a:pt x="7531951" y="587006"/>
                </a:lnTo>
                <a:lnTo>
                  <a:pt x="7530833" y="586536"/>
                </a:lnTo>
                <a:lnTo>
                  <a:pt x="7528204" y="586536"/>
                </a:lnTo>
                <a:lnTo>
                  <a:pt x="7527074" y="587006"/>
                </a:lnTo>
                <a:lnTo>
                  <a:pt x="7525220" y="588873"/>
                </a:lnTo>
                <a:lnTo>
                  <a:pt x="7524750" y="589991"/>
                </a:lnTo>
                <a:lnTo>
                  <a:pt x="7524750" y="592620"/>
                </a:lnTo>
                <a:lnTo>
                  <a:pt x="7525220" y="593737"/>
                </a:lnTo>
                <a:lnTo>
                  <a:pt x="7527074" y="595604"/>
                </a:lnTo>
                <a:lnTo>
                  <a:pt x="7528204" y="596061"/>
                </a:lnTo>
                <a:lnTo>
                  <a:pt x="7530833" y="596061"/>
                </a:lnTo>
                <a:lnTo>
                  <a:pt x="7531951" y="595604"/>
                </a:lnTo>
                <a:lnTo>
                  <a:pt x="7533818" y="593737"/>
                </a:lnTo>
                <a:lnTo>
                  <a:pt x="7534275" y="592620"/>
                </a:lnTo>
                <a:lnTo>
                  <a:pt x="7534275" y="589991"/>
                </a:lnTo>
                <a:close/>
              </a:path>
              <a:path w="11201400" h="1183005">
                <a:moveTo>
                  <a:pt x="7534275" y="3454"/>
                </a:moveTo>
                <a:lnTo>
                  <a:pt x="7533818" y="2324"/>
                </a:lnTo>
                <a:lnTo>
                  <a:pt x="7531951" y="469"/>
                </a:lnTo>
                <a:lnTo>
                  <a:pt x="7530833" y="0"/>
                </a:lnTo>
                <a:lnTo>
                  <a:pt x="7528204" y="0"/>
                </a:lnTo>
                <a:lnTo>
                  <a:pt x="7527074" y="469"/>
                </a:lnTo>
                <a:lnTo>
                  <a:pt x="7525220" y="2324"/>
                </a:lnTo>
                <a:lnTo>
                  <a:pt x="7524750" y="3454"/>
                </a:lnTo>
                <a:lnTo>
                  <a:pt x="7524750" y="6083"/>
                </a:lnTo>
                <a:lnTo>
                  <a:pt x="7525220" y="7200"/>
                </a:lnTo>
                <a:lnTo>
                  <a:pt x="7527074" y="9067"/>
                </a:lnTo>
                <a:lnTo>
                  <a:pt x="7528204" y="9525"/>
                </a:lnTo>
                <a:lnTo>
                  <a:pt x="7530833" y="9525"/>
                </a:lnTo>
                <a:lnTo>
                  <a:pt x="7531951" y="9067"/>
                </a:lnTo>
                <a:lnTo>
                  <a:pt x="7533818" y="7200"/>
                </a:lnTo>
                <a:lnTo>
                  <a:pt x="7534275" y="6083"/>
                </a:lnTo>
                <a:lnTo>
                  <a:pt x="7534275" y="3454"/>
                </a:lnTo>
                <a:close/>
              </a:path>
              <a:path w="11201400" h="1183005">
                <a:moveTo>
                  <a:pt x="7581900" y="1176528"/>
                </a:moveTo>
                <a:lnTo>
                  <a:pt x="7581443" y="1175410"/>
                </a:lnTo>
                <a:lnTo>
                  <a:pt x="7579576" y="1173543"/>
                </a:lnTo>
                <a:lnTo>
                  <a:pt x="7578458" y="1173086"/>
                </a:lnTo>
                <a:lnTo>
                  <a:pt x="7575829" y="1173086"/>
                </a:lnTo>
                <a:lnTo>
                  <a:pt x="7574699" y="1173543"/>
                </a:lnTo>
                <a:lnTo>
                  <a:pt x="7572845" y="1175410"/>
                </a:lnTo>
                <a:lnTo>
                  <a:pt x="7572375" y="1176528"/>
                </a:lnTo>
                <a:lnTo>
                  <a:pt x="7572375" y="1179156"/>
                </a:lnTo>
                <a:lnTo>
                  <a:pt x="7572845" y="1180287"/>
                </a:lnTo>
                <a:lnTo>
                  <a:pt x="7574699" y="1182141"/>
                </a:lnTo>
                <a:lnTo>
                  <a:pt x="7575829" y="1182611"/>
                </a:lnTo>
                <a:lnTo>
                  <a:pt x="7578458" y="1182611"/>
                </a:lnTo>
                <a:lnTo>
                  <a:pt x="7579576" y="1182141"/>
                </a:lnTo>
                <a:lnTo>
                  <a:pt x="7581443" y="1180287"/>
                </a:lnTo>
                <a:lnTo>
                  <a:pt x="7581900" y="1179156"/>
                </a:lnTo>
                <a:lnTo>
                  <a:pt x="7581900" y="1176528"/>
                </a:lnTo>
                <a:close/>
              </a:path>
              <a:path w="11201400" h="1183005">
                <a:moveTo>
                  <a:pt x="7581900" y="589991"/>
                </a:moveTo>
                <a:lnTo>
                  <a:pt x="7581443" y="588873"/>
                </a:lnTo>
                <a:lnTo>
                  <a:pt x="7579576" y="587006"/>
                </a:lnTo>
                <a:lnTo>
                  <a:pt x="7578458" y="586536"/>
                </a:lnTo>
                <a:lnTo>
                  <a:pt x="7575829" y="586536"/>
                </a:lnTo>
                <a:lnTo>
                  <a:pt x="7574699" y="587006"/>
                </a:lnTo>
                <a:lnTo>
                  <a:pt x="7572845" y="588873"/>
                </a:lnTo>
                <a:lnTo>
                  <a:pt x="7572375" y="589991"/>
                </a:lnTo>
                <a:lnTo>
                  <a:pt x="7572375" y="592620"/>
                </a:lnTo>
                <a:lnTo>
                  <a:pt x="7572845" y="593737"/>
                </a:lnTo>
                <a:lnTo>
                  <a:pt x="7574699" y="595604"/>
                </a:lnTo>
                <a:lnTo>
                  <a:pt x="7575829" y="596061"/>
                </a:lnTo>
                <a:lnTo>
                  <a:pt x="7578458" y="596061"/>
                </a:lnTo>
                <a:lnTo>
                  <a:pt x="7579576" y="595604"/>
                </a:lnTo>
                <a:lnTo>
                  <a:pt x="7581443" y="593737"/>
                </a:lnTo>
                <a:lnTo>
                  <a:pt x="7581900" y="592620"/>
                </a:lnTo>
                <a:lnTo>
                  <a:pt x="7581900" y="589991"/>
                </a:lnTo>
                <a:close/>
              </a:path>
              <a:path w="11201400" h="1183005">
                <a:moveTo>
                  <a:pt x="7581900" y="3454"/>
                </a:moveTo>
                <a:lnTo>
                  <a:pt x="7581443" y="2324"/>
                </a:lnTo>
                <a:lnTo>
                  <a:pt x="7579576" y="469"/>
                </a:lnTo>
                <a:lnTo>
                  <a:pt x="7578458" y="0"/>
                </a:lnTo>
                <a:lnTo>
                  <a:pt x="7575829" y="0"/>
                </a:lnTo>
                <a:lnTo>
                  <a:pt x="7574699" y="469"/>
                </a:lnTo>
                <a:lnTo>
                  <a:pt x="7572845" y="2324"/>
                </a:lnTo>
                <a:lnTo>
                  <a:pt x="7572375" y="3454"/>
                </a:lnTo>
                <a:lnTo>
                  <a:pt x="7572375" y="6083"/>
                </a:lnTo>
                <a:lnTo>
                  <a:pt x="7572845" y="7200"/>
                </a:lnTo>
                <a:lnTo>
                  <a:pt x="7574699" y="9067"/>
                </a:lnTo>
                <a:lnTo>
                  <a:pt x="7575829" y="9525"/>
                </a:lnTo>
                <a:lnTo>
                  <a:pt x="7578458" y="9525"/>
                </a:lnTo>
                <a:lnTo>
                  <a:pt x="7579576" y="9067"/>
                </a:lnTo>
                <a:lnTo>
                  <a:pt x="7581443" y="7200"/>
                </a:lnTo>
                <a:lnTo>
                  <a:pt x="7581900" y="6083"/>
                </a:lnTo>
                <a:lnTo>
                  <a:pt x="7581900" y="3454"/>
                </a:lnTo>
                <a:close/>
              </a:path>
              <a:path w="11201400" h="1183005">
                <a:moveTo>
                  <a:pt x="7629525" y="1176528"/>
                </a:moveTo>
                <a:lnTo>
                  <a:pt x="7629068" y="1175410"/>
                </a:lnTo>
                <a:lnTo>
                  <a:pt x="7627201" y="1173543"/>
                </a:lnTo>
                <a:lnTo>
                  <a:pt x="7626083" y="1173086"/>
                </a:lnTo>
                <a:lnTo>
                  <a:pt x="7623454" y="1173086"/>
                </a:lnTo>
                <a:lnTo>
                  <a:pt x="7622324" y="1173543"/>
                </a:lnTo>
                <a:lnTo>
                  <a:pt x="7620470" y="1175410"/>
                </a:lnTo>
                <a:lnTo>
                  <a:pt x="7620000" y="1176528"/>
                </a:lnTo>
                <a:lnTo>
                  <a:pt x="7620000" y="1179156"/>
                </a:lnTo>
                <a:lnTo>
                  <a:pt x="7620470" y="1180287"/>
                </a:lnTo>
                <a:lnTo>
                  <a:pt x="7622324" y="1182141"/>
                </a:lnTo>
                <a:lnTo>
                  <a:pt x="7623454" y="1182611"/>
                </a:lnTo>
                <a:lnTo>
                  <a:pt x="7626083" y="1182611"/>
                </a:lnTo>
                <a:lnTo>
                  <a:pt x="7627201" y="1182141"/>
                </a:lnTo>
                <a:lnTo>
                  <a:pt x="7629068" y="1180287"/>
                </a:lnTo>
                <a:lnTo>
                  <a:pt x="7629525" y="1179156"/>
                </a:lnTo>
                <a:lnTo>
                  <a:pt x="7629525" y="1176528"/>
                </a:lnTo>
                <a:close/>
              </a:path>
              <a:path w="11201400" h="1183005">
                <a:moveTo>
                  <a:pt x="7629525" y="589991"/>
                </a:moveTo>
                <a:lnTo>
                  <a:pt x="7629068" y="588873"/>
                </a:lnTo>
                <a:lnTo>
                  <a:pt x="7627201" y="587006"/>
                </a:lnTo>
                <a:lnTo>
                  <a:pt x="7626083" y="586536"/>
                </a:lnTo>
                <a:lnTo>
                  <a:pt x="7623454" y="586536"/>
                </a:lnTo>
                <a:lnTo>
                  <a:pt x="7622324" y="587006"/>
                </a:lnTo>
                <a:lnTo>
                  <a:pt x="7620470" y="588873"/>
                </a:lnTo>
                <a:lnTo>
                  <a:pt x="7620000" y="589991"/>
                </a:lnTo>
                <a:lnTo>
                  <a:pt x="7620000" y="592620"/>
                </a:lnTo>
                <a:lnTo>
                  <a:pt x="7620470" y="593737"/>
                </a:lnTo>
                <a:lnTo>
                  <a:pt x="7622324" y="595604"/>
                </a:lnTo>
                <a:lnTo>
                  <a:pt x="7623454" y="596061"/>
                </a:lnTo>
                <a:lnTo>
                  <a:pt x="7626083" y="596061"/>
                </a:lnTo>
                <a:lnTo>
                  <a:pt x="7627201" y="595604"/>
                </a:lnTo>
                <a:lnTo>
                  <a:pt x="7629068" y="593737"/>
                </a:lnTo>
                <a:lnTo>
                  <a:pt x="7629525" y="592620"/>
                </a:lnTo>
                <a:lnTo>
                  <a:pt x="7629525" y="589991"/>
                </a:lnTo>
                <a:close/>
              </a:path>
              <a:path w="11201400" h="1183005">
                <a:moveTo>
                  <a:pt x="7629525" y="3454"/>
                </a:moveTo>
                <a:lnTo>
                  <a:pt x="7629068" y="2324"/>
                </a:lnTo>
                <a:lnTo>
                  <a:pt x="7627201" y="469"/>
                </a:lnTo>
                <a:lnTo>
                  <a:pt x="7626083" y="0"/>
                </a:lnTo>
                <a:lnTo>
                  <a:pt x="7623454" y="0"/>
                </a:lnTo>
                <a:lnTo>
                  <a:pt x="7622324" y="469"/>
                </a:lnTo>
                <a:lnTo>
                  <a:pt x="7620470" y="2324"/>
                </a:lnTo>
                <a:lnTo>
                  <a:pt x="7620000" y="3454"/>
                </a:lnTo>
                <a:lnTo>
                  <a:pt x="7620000" y="6083"/>
                </a:lnTo>
                <a:lnTo>
                  <a:pt x="7620470" y="7200"/>
                </a:lnTo>
                <a:lnTo>
                  <a:pt x="7622324" y="9067"/>
                </a:lnTo>
                <a:lnTo>
                  <a:pt x="7623454" y="9525"/>
                </a:lnTo>
                <a:lnTo>
                  <a:pt x="7626083" y="9525"/>
                </a:lnTo>
                <a:lnTo>
                  <a:pt x="7627201" y="9067"/>
                </a:lnTo>
                <a:lnTo>
                  <a:pt x="7629068" y="7200"/>
                </a:lnTo>
                <a:lnTo>
                  <a:pt x="7629525" y="6083"/>
                </a:lnTo>
                <a:lnTo>
                  <a:pt x="7629525" y="3454"/>
                </a:lnTo>
                <a:close/>
              </a:path>
              <a:path w="11201400" h="1183005">
                <a:moveTo>
                  <a:pt x="7677150" y="1176528"/>
                </a:moveTo>
                <a:lnTo>
                  <a:pt x="7676693" y="1175410"/>
                </a:lnTo>
                <a:lnTo>
                  <a:pt x="7674826" y="1173543"/>
                </a:lnTo>
                <a:lnTo>
                  <a:pt x="7673708" y="1173086"/>
                </a:lnTo>
                <a:lnTo>
                  <a:pt x="7671079" y="1173086"/>
                </a:lnTo>
                <a:lnTo>
                  <a:pt x="7669949" y="1173543"/>
                </a:lnTo>
                <a:lnTo>
                  <a:pt x="7668095" y="1175410"/>
                </a:lnTo>
                <a:lnTo>
                  <a:pt x="7667625" y="1176528"/>
                </a:lnTo>
                <a:lnTo>
                  <a:pt x="7667625" y="1179156"/>
                </a:lnTo>
                <a:lnTo>
                  <a:pt x="7668095" y="1180287"/>
                </a:lnTo>
                <a:lnTo>
                  <a:pt x="7669949" y="1182141"/>
                </a:lnTo>
                <a:lnTo>
                  <a:pt x="7671079" y="1182611"/>
                </a:lnTo>
                <a:lnTo>
                  <a:pt x="7673708" y="1182611"/>
                </a:lnTo>
                <a:lnTo>
                  <a:pt x="7674826" y="1182141"/>
                </a:lnTo>
                <a:lnTo>
                  <a:pt x="7676693" y="1180287"/>
                </a:lnTo>
                <a:lnTo>
                  <a:pt x="7677150" y="1179156"/>
                </a:lnTo>
                <a:lnTo>
                  <a:pt x="7677150" y="1176528"/>
                </a:lnTo>
                <a:close/>
              </a:path>
              <a:path w="11201400" h="1183005">
                <a:moveTo>
                  <a:pt x="7677150" y="589991"/>
                </a:moveTo>
                <a:lnTo>
                  <a:pt x="7676693" y="588873"/>
                </a:lnTo>
                <a:lnTo>
                  <a:pt x="7674826" y="587006"/>
                </a:lnTo>
                <a:lnTo>
                  <a:pt x="7673708" y="586536"/>
                </a:lnTo>
                <a:lnTo>
                  <a:pt x="7671079" y="586536"/>
                </a:lnTo>
                <a:lnTo>
                  <a:pt x="7669949" y="587006"/>
                </a:lnTo>
                <a:lnTo>
                  <a:pt x="7668095" y="588873"/>
                </a:lnTo>
                <a:lnTo>
                  <a:pt x="7667625" y="589991"/>
                </a:lnTo>
                <a:lnTo>
                  <a:pt x="7667625" y="592620"/>
                </a:lnTo>
                <a:lnTo>
                  <a:pt x="7668095" y="593737"/>
                </a:lnTo>
                <a:lnTo>
                  <a:pt x="7669949" y="595604"/>
                </a:lnTo>
                <a:lnTo>
                  <a:pt x="7671079" y="596061"/>
                </a:lnTo>
                <a:lnTo>
                  <a:pt x="7673708" y="596061"/>
                </a:lnTo>
                <a:lnTo>
                  <a:pt x="7674826" y="595604"/>
                </a:lnTo>
                <a:lnTo>
                  <a:pt x="7676693" y="593737"/>
                </a:lnTo>
                <a:lnTo>
                  <a:pt x="7677150" y="592620"/>
                </a:lnTo>
                <a:lnTo>
                  <a:pt x="7677150" y="589991"/>
                </a:lnTo>
                <a:close/>
              </a:path>
              <a:path w="11201400" h="1183005">
                <a:moveTo>
                  <a:pt x="7677150" y="3454"/>
                </a:moveTo>
                <a:lnTo>
                  <a:pt x="7676693" y="2324"/>
                </a:lnTo>
                <a:lnTo>
                  <a:pt x="7674826" y="469"/>
                </a:lnTo>
                <a:lnTo>
                  <a:pt x="7673708" y="0"/>
                </a:lnTo>
                <a:lnTo>
                  <a:pt x="7671079" y="0"/>
                </a:lnTo>
                <a:lnTo>
                  <a:pt x="7669949" y="469"/>
                </a:lnTo>
                <a:lnTo>
                  <a:pt x="7668095" y="2324"/>
                </a:lnTo>
                <a:lnTo>
                  <a:pt x="7667625" y="3454"/>
                </a:lnTo>
                <a:lnTo>
                  <a:pt x="7667625" y="6083"/>
                </a:lnTo>
                <a:lnTo>
                  <a:pt x="7668095" y="7200"/>
                </a:lnTo>
                <a:lnTo>
                  <a:pt x="7669949" y="9067"/>
                </a:lnTo>
                <a:lnTo>
                  <a:pt x="7671079" y="9525"/>
                </a:lnTo>
                <a:lnTo>
                  <a:pt x="7673708" y="9525"/>
                </a:lnTo>
                <a:lnTo>
                  <a:pt x="7674826" y="9067"/>
                </a:lnTo>
                <a:lnTo>
                  <a:pt x="7676693" y="7200"/>
                </a:lnTo>
                <a:lnTo>
                  <a:pt x="7677150" y="6083"/>
                </a:lnTo>
                <a:lnTo>
                  <a:pt x="7677150" y="3454"/>
                </a:lnTo>
                <a:close/>
              </a:path>
              <a:path w="11201400" h="1183005">
                <a:moveTo>
                  <a:pt x="7724775" y="1176528"/>
                </a:moveTo>
                <a:lnTo>
                  <a:pt x="7724318" y="1175410"/>
                </a:lnTo>
                <a:lnTo>
                  <a:pt x="7722451" y="1173543"/>
                </a:lnTo>
                <a:lnTo>
                  <a:pt x="7721333" y="1173086"/>
                </a:lnTo>
                <a:lnTo>
                  <a:pt x="7718704" y="1173086"/>
                </a:lnTo>
                <a:lnTo>
                  <a:pt x="7717587" y="1173543"/>
                </a:lnTo>
                <a:lnTo>
                  <a:pt x="7715720" y="1175410"/>
                </a:lnTo>
                <a:lnTo>
                  <a:pt x="7715263" y="1176528"/>
                </a:lnTo>
                <a:lnTo>
                  <a:pt x="7715263" y="1179156"/>
                </a:lnTo>
                <a:lnTo>
                  <a:pt x="7715720" y="1180287"/>
                </a:lnTo>
                <a:lnTo>
                  <a:pt x="7717587" y="1182141"/>
                </a:lnTo>
                <a:lnTo>
                  <a:pt x="7718704" y="1182611"/>
                </a:lnTo>
                <a:lnTo>
                  <a:pt x="7721333" y="1182611"/>
                </a:lnTo>
                <a:lnTo>
                  <a:pt x="7722451" y="1182141"/>
                </a:lnTo>
                <a:lnTo>
                  <a:pt x="7724318" y="1180287"/>
                </a:lnTo>
                <a:lnTo>
                  <a:pt x="7724775" y="1179156"/>
                </a:lnTo>
                <a:lnTo>
                  <a:pt x="7724775" y="1176528"/>
                </a:lnTo>
                <a:close/>
              </a:path>
              <a:path w="11201400" h="1183005">
                <a:moveTo>
                  <a:pt x="7724775" y="589991"/>
                </a:moveTo>
                <a:lnTo>
                  <a:pt x="7724318" y="588873"/>
                </a:lnTo>
                <a:lnTo>
                  <a:pt x="7722451" y="587006"/>
                </a:lnTo>
                <a:lnTo>
                  <a:pt x="7721333" y="586536"/>
                </a:lnTo>
                <a:lnTo>
                  <a:pt x="7718704" y="586536"/>
                </a:lnTo>
                <a:lnTo>
                  <a:pt x="7717587" y="587006"/>
                </a:lnTo>
                <a:lnTo>
                  <a:pt x="7715720" y="588873"/>
                </a:lnTo>
                <a:lnTo>
                  <a:pt x="7715263" y="589991"/>
                </a:lnTo>
                <a:lnTo>
                  <a:pt x="7715263" y="592620"/>
                </a:lnTo>
                <a:lnTo>
                  <a:pt x="7715720" y="593737"/>
                </a:lnTo>
                <a:lnTo>
                  <a:pt x="7717587" y="595604"/>
                </a:lnTo>
                <a:lnTo>
                  <a:pt x="7718704" y="596061"/>
                </a:lnTo>
                <a:lnTo>
                  <a:pt x="7721333" y="596061"/>
                </a:lnTo>
                <a:lnTo>
                  <a:pt x="7722451" y="595604"/>
                </a:lnTo>
                <a:lnTo>
                  <a:pt x="7724318" y="593737"/>
                </a:lnTo>
                <a:lnTo>
                  <a:pt x="7724775" y="592620"/>
                </a:lnTo>
                <a:lnTo>
                  <a:pt x="7724775" y="589991"/>
                </a:lnTo>
                <a:close/>
              </a:path>
              <a:path w="11201400" h="1183005">
                <a:moveTo>
                  <a:pt x="7724775" y="3454"/>
                </a:moveTo>
                <a:lnTo>
                  <a:pt x="7724318" y="2324"/>
                </a:lnTo>
                <a:lnTo>
                  <a:pt x="7722451" y="469"/>
                </a:lnTo>
                <a:lnTo>
                  <a:pt x="7721333" y="0"/>
                </a:lnTo>
                <a:lnTo>
                  <a:pt x="7718704" y="0"/>
                </a:lnTo>
                <a:lnTo>
                  <a:pt x="7717587" y="469"/>
                </a:lnTo>
                <a:lnTo>
                  <a:pt x="7715720" y="2324"/>
                </a:lnTo>
                <a:lnTo>
                  <a:pt x="7715263" y="3454"/>
                </a:lnTo>
                <a:lnTo>
                  <a:pt x="7715263" y="6083"/>
                </a:lnTo>
                <a:lnTo>
                  <a:pt x="7715720" y="7200"/>
                </a:lnTo>
                <a:lnTo>
                  <a:pt x="7717587" y="9067"/>
                </a:lnTo>
                <a:lnTo>
                  <a:pt x="7718704" y="9525"/>
                </a:lnTo>
                <a:lnTo>
                  <a:pt x="7721333" y="9525"/>
                </a:lnTo>
                <a:lnTo>
                  <a:pt x="7722451" y="9067"/>
                </a:lnTo>
                <a:lnTo>
                  <a:pt x="7724318" y="7200"/>
                </a:lnTo>
                <a:lnTo>
                  <a:pt x="7724775" y="6083"/>
                </a:lnTo>
                <a:lnTo>
                  <a:pt x="7724775" y="3454"/>
                </a:lnTo>
                <a:close/>
              </a:path>
              <a:path w="11201400" h="1183005">
                <a:moveTo>
                  <a:pt x="7772400" y="1176528"/>
                </a:moveTo>
                <a:lnTo>
                  <a:pt x="7771943" y="1175410"/>
                </a:lnTo>
                <a:lnTo>
                  <a:pt x="7770076" y="1173543"/>
                </a:lnTo>
                <a:lnTo>
                  <a:pt x="7768958" y="1173086"/>
                </a:lnTo>
                <a:lnTo>
                  <a:pt x="7766329" y="1173086"/>
                </a:lnTo>
                <a:lnTo>
                  <a:pt x="7765199" y="1173543"/>
                </a:lnTo>
                <a:lnTo>
                  <a:pt x="7763345" y="1175410"/>
                </a:lnTo>
                <a:lnTo>
                  <a:pt x="7762875" y="1176528"/>
                </a:lnTo>
                <a:lnTo>
                  <a:pt x="7762875" y="1179156"/>
                </a:lnTo>
                <a:lnTo>
                  <a:pt x="7763345" y="1180287"/>
                </a:lnTo>
                <a:lnTo>
                  <a:pt x="7765199" y="1182141"/>
                </a:lnTo>
                <a:lnTo>
                  <a:pt x="7766329" y="1182611"/>
                </a:lnTo>
                <a:lnTo>
                  <a:pt x="7768958" y="1182611"/>
                </a:lnTo>
                <a:lnTo>
                  <a:pt x="7770076" y="1182141"/>
                </a:lnTo>
                <a:lnTo>
                  <a:pt x="7771943" y="1180287"/>
                </a:lnTo>
                <a:lnTo>
                  <a:pt x="7772400" y="1179156"/>
                </a:lnTo>
                <a:lnTo>
                  <a:pt x="7772400" y="1176528"/>
                </a:lnTo>
                <a:close/>
              </a:path>
              <a:path w="11201400" h="1183005">
                <a:moveTo>
                  <a:pt x="7772400" y="589991"/>
                </a:moveTo>
                <a:lnTo>
                  <a:pt x="7771943" y="588873"/>
                </a:lnTo>
                <a:lnTo>
                  <a:pt x="7770076" y="587006"/>
                </a:lnTo>
                <a:lnTo>
                  <a:pt x="7768958" y="586536"/>
                </a:lnTo>
                <a:lnTo>
                  <a:pt x="7766329" y="586536"/>
                </a:lnTo>
                <a:lnTo>
                  <a:pt x="7765199" y="587006"/>
                </a:lnTo>
                <a:lnTo>
                  <a:pt x="7763345" y="588873"/>
                </a:lnTo>
                <a:lnTo>
                  <a:pt x="7762875" y="589991"/>
                </a:lnTo>
                <a:lnTo>
                  <a:pt x="7762875" y="592620"/>
                </a:lnTo>
                <a:lnTo>
                  <a:pt x="7763345" y="593737"/>
                </a:lnTo>
                <a:lnTo>
                  <a:pt x="7765199" y="595604"/>
                </a:lnTo>
                <a:lnTo>
                  <a:pt x="7766329" y="596061"/>
                </a:lnTo>
                <a:lnTo>
                  <a:pt x="7768958" y="596061"/>
                </a:lnTo>
                <a:lnTo>
                  <a:pt x="7770076" y="595604"/>
                </a:lnTo>
                <a:lnTo>
                  <a:pt x="7771943" y="593737"/>
                </a:lnTo>
                <a:lnTo>
                  <a:pt x="7772400" y="592620"/>
                </a:lnTo>
                <a:lnTo>
                  <a:pt x="7772400" y="589991"/>
                </a:lnTo>
                <a:close/>
              </a:path>
              <a:path w="11201400" h="1183005">
                <a:moveTo>
                  <a:pt x="7772400" y="3454"/>
                </a:moveTo>
                <a:lnTo>
                  <a:pt x="7771943" y="2324"/>
                </a:lnTo>
                <a:lnTo>
                  <a:pt x="7770076" y="469"/>
                </a:lnTo>
                <a:lnTo>
                  <a:pt x="7768958" y="0"/>
                </a:lnTo>
                <a:lnTo>
                  <a:pt x="7766329" y="0"/>
                </a:lnTo>
                <a:lnTo>
                  <a:pt x="7765199" y="469"/>
                </a:lnTo>
                <a:lnTo>
                  <a:pt x="7763345" y="2324"/>
                </a:lnTo>
                <a:lnTo>
                  <a:pt x="7762875" y="3454"/>
                </a:lnTo>
                <a:lnTo>
                  <a:pt x="7762875" y="6083"/>
                </a:lnTo>
                <a:lnTo>
                  <a:pt x="7763345" y="7200"/>
                </a:lnTo>
                <a:lnTo>
                  <a:pt x="7765199" y="9067"/>
                </a:lnTo>
                <a:lnTo>
                  <a:pt x="7766329" y="9525"/>
                </a:lnTo>
                <a:lnTo>
                  <a:pt x="7768958" y="9525"/>
                </a:lnTo>
                <a:lnTo>
                  <a:pt x="7770076" y="9067"/>
                </a:lnTo>
                <a:lnTo>
                  <a:pt x="7771943" y="7200"/>
                </a:lnTo>
                <a:lnTo>
                  <a:pt x="7772400" y="6083"/>
                </a:lnTo>
                <a:lnTo>
                  <a:pt x="7772400" y="3454"/>
                </a:lnTo>
                <a:close/>
              </a:path>
              <a:path w="11201400" h="1183005">
                <a:moveTo>
                  <a:pt x="7820025" y="1176528"/>
                </a:moveTo>
                <a:lnTo>
                  <a:pt x="7819568" y="1175410"/>
                </a:lnTo>
                <a:lnTo>
                  <a:pt x="7817701" y="1173543"/>
                </a:lnTo>
                <a:lnTo>
                  <a:pt x="7816583" y="1173086"/>
                </a:lnTo>
                <a:lnTo>
                  <a:pt x="7813954" y="1173086"/>
                </a:lnTo>
                <a:lnTo>
                  <a:pt x="7812824" y="1173543"/>
                </a:lnTo>
                <a:lnTo>
                  <a:pt x="7810970" y="1175410"/>
                </a:lnTo>
                <a:lnTo>
                  <a:pt x="7810500" y="1176528"/>
                </a:lnTo>
                <a:lnTo>
                  <a:pt x="7810500" y="1179156"/>
                </a:lnTo>
                <a:lnTo>
                  <a:pt x="7810970" y="1180287"/>
                </a:lnTo>
                <a:lnTo>
                  <a:pt x="7812824" y="1182141"/>
                </a:lnTo>
                <a:lnTo>
                  <a:pt x="7813954" y="1182611"/>
                </a:lnTo>
                <a:lnTo>
                  <a:pt x="7816583" y="1182611"/>
                </a:lnTo>
                <a:lnTo>
                  <a:pt x="7817701" y="1182141"/>
                </a:lnTo>
                <a:lnTo>
                  <a:pt x="7819568" y="1180287"/>
                </a:lnTo>
                <a:lnTo>
                  <a:pt x="7820025" y="1179156"/>
                </a:lnTo>
                <a:lnTo>
                  <a:pt x="7820025" y="1176528"/>
                </a:lnTo>
                <a:close/>
              </a:path>
              <a:path w="11201400" h="1183005">
                <a:moveTo>
                  <a:pt x="7820025" y="589991"/>
                </a:moveTo>
                <a:lnTo>
                  <a:pt x="7819568" y="588873"/>
                </a:lnTo>
                <a:lnTo>
                  <a:pt x="7817701" y="587006"/>
                </a:lnTo>
                <a:lnTo>
                  <a:pt x="7816583" y="586536"/>
                </a:lnTo>
                <a:lnTo>
                  <a:pt x="7813954" y="586536"/>
                </a:lnTo>
                <a:lnTo>
                  <a:pt x="7812824" y="587006"/>
                </a:lnTo>
                <a:lnTo>
                  <a:pt x="7810970" y="588873"/>
                </a:lnTo>
                <a:lnTo>
                  <a:pt x="7810500" y="589991"/>
                </a:lnTo>
                <a:lnTo>
                  <a:pt x="7810500" y="592620"/>
                </a:lnTo>
                <a:lnTo>
                  <a:pt x="7810970" y="593737"/>
                </a:lnTo>
                <a:lnTo>
                  <a:pt x="7812824" y="595604"/>
                </a:lnTo>
                <a:lnTo>
                  <a:pt x="7813954" y="596061"/>
                </a:lnTo>
                <a:lnTo>
                  <a:pt x="7816583" y="596061"/>
                </a:lnTo>
                <a:lnTo>
                  <a:pt x="7817701" y="595604"/>
                </a:lnTo>
                <a:lnTo>
                  <a:pt x="7819568" y="593737"/>
                </a:lnTo>
                <a:lnTo>
                  <a:pt x="7820025" y="592620"/>
                </a:lnTo>
                <a:lnTo>
                  <a:pt x="7820025" y="589991"/>
                </a:lnTo>
                <a:close/>
              </a:path>
              <a:path w="11201400" h="1183005">
                <a:moveTo>
                  <a:pt x="7820025" y="3454"/>
                </a:moveTo>
                <a:lnTo>
                  <a:pt x="7819568" y="2324"/>
                </a:lnTo>
                <a:lnTo>
                  <a:pt x="7817701" y="469"/>
                </a:lnTo>
                <a:lnTo>
                  <a:pt x="7816583" y="0"/>
                </a:lnTo>
                <a:lnTo>
                  <a:pt x="7813954" y="0"/>
                </a:lnTo>
                <a:lnTo>
                  <a:pt x="7812824" y="469"/>
                </a:lnTo>
                <a:lnTo>
                  <a:pt x="7810970" y="2324"/>
                </a:lnTo>
                <a:lnTo>
                  <a:pt x="7810500" y="3454"/>
                </a:lnTo>
                <a:lnTo>
                  <a:pt x="7810500" y="6083"/>
                </a:lnTo>
                <a:lnTo>
                  <a:pt x="7810970" y="7200"/>
                </a:lnTo>
                <a:lnTo>
                  <a:pt x="7812824" y="9067"/>
                </a:lnTo>
                <a:lnTo>
                  <a:pt x="7813954" y="9525"/>
                </a:lnTo>
                <a:lnTo>
                  <a:pt x="7816583" y="9525"/>
                </a:lnTo>
                <a:lnTo>
                  <a:pt x="7817701" y="9067"/>
                </a:lnTo>
                <a:lnTo>
                  <a:pt x="7819568" y="7200"/>
                </a:lnTo>
                <a:lnTo>
                  <a:pt x="7820025" y="6083"/>
                </a:lnTo>
                <a:lnTo>
                  <a:pt x="7820025" y="3454"/>
                </a:lnTo>
                <a:close/>
              </a:path>
              <a:path w="11201400" h="1183005">
                <a:moveTo>
                  <a:pt x="7867650" y="1176528"/>
                </a:moveTo>
                <a:lnTo>
                  <a:pt x="7867193" y="1175410"/>
                </a:lnTo>
                <a:lnTo>
                  <a:pt x="7865326" y="1173543"/>
                </a:lnTo>
                <a:lnTo>
                  <a:pt x="7864208" y="1173086"/>
                </a:lnTo>
                <a:lnTo>
                  <a:pt x="7861579" y="1173086"/>
                </a:lnTo>
                <a:lnTo>
                  <a:pt x="7860449" y="1173543"/>
                </a:lnTo>
                <a:lnTo>
                  <a:pt x="7858595" y="1175410"/>
                </a:lnTo>
                <a:lnTo>
                  <a:pt x="7858125" y="1176528"/>
                </a:lnTo>
                <a:lnTo>
                  <a:pt x="7858125" y="1179156"/>
                </a:lnTo>
                <a:lnTo>
                  <a:pt x="7858595" y="1180287"/>
                </a:lnTo>
                <a:lnTo>
                  <a:pt x="7860449" y="1182141"/>
                </a:lnTo>
                <a:lnTo>
                  <a:pt x="7861579" y="1182611"/>
                </a:lnTo>
                <a:lnTo>
                  <a:pt x="7864208" y="1182611"/>
                </a:lnTo>
                <a:lnTo>
                  <a:pt x="7865326" y="1182141"/>
                </a:lnTo>
                <a:lnTo>
                  <a:pt x="7867193" y="1180287"/>
                </a:lnTo>
                <a:lnTo>
                  <a:pt x="7867650" y="1179156"/>
                </a:lnTo>
                <a:lnTo>
                  <a:pt x="7867650" y="1176528"/>
                </a:lnTo>
                <a:close/>
              </a:path>
              <a:path w="11201400" h="1183005">
                <a:moveTo>
                  <a:pt x="7867650" y="589991"/>
                </a:moveTo>
                <a:lnTo>
                  <a:pt x="7867193" y="588873"/>
                </a:lnTo>
                <a:lnTo>
                  <a:pt x="7865326" y="587006"/>
                </a:lnTo>
                <a:lnTo>
                  <a:pt x="7864208" y="586536"/>
                </a:lnTo>
                <a:lnTo>
                  <a:pt x="7861579" y="586536"/>
                </a:lnTo>
                <a:lnTo>
                  <a:pt x="7860449" y="587006"/>
                </a:lnTo>
                <a:lnTo>
                  <a:pt x="7858595" y="588873"/>
                </a:lnTo>
                <a:lnTo>
                  <a:pt x="7858125" y="589991"/>
                </a:lnTo>
                <a:lnTo>
                  <a:pt x="7858125" y="592620"/>
                </a:lnTo>
                <a:lnTo>
                  <a:pt x="7858595" y="593737"/>
                </a:lnTo>
                <a:lnTo>
                  <a:pt x="7860449" y="595604"/>
                </a:lnTo>
                <a:lnTo>
                  <a:pt x="7861579" y="596061"/>
                </a:lnTo>
                <a:lnTo>
                  <a:pt x="7864208" y="596061"/>
                </a:lnTo>
                <a:lnTo>
                  <a:pt x="7865326" y="595604"/>
                </a:lnTo>
                <a:lnTo>
                  <a:pt x="7867193" y="593737"/>
                </a:lnTo>
                <a:lnTo>
                  <a:pt x="7867650" y="592620"/>
                </a:lnTo>
                <a:lnTo>
                  <a:pt x="7867650" y="589991"/>
                </a:lnTo>
                <a:close/>
              </a:path>
              <a:path w="11201400" h="1183005">
                <a:moveTo>
                  <a:pt x="7867650" y="3454"/>
                </a:moveTo>
                <a:lnTo>
                  <a:pt x="7867193" y="2324"/>
                </a:lnTo>
                <a:lnTo>
                  <a:pt x="7865326" y="469"/>
                </a:lnTo>
                <a:lnTo>
                  <a:pt x="7864208" y="0"/>
                </a:lnTo>
                <a:lnTo>
                  <a:pt x="7861579" y="0"/>
                </a:lnTo>
                <a:lnTo>
                  <a:pt x="7860449" y="469"/>
                </a:lnTo>
                <a:lnTo>
                  <a:pt x="7858595" y="2324"/>
                </a:lnTo>
                <a:lnTo>
                  <a:pt x="7858125" y="3454"/>
                </a:lnTo>
                <a:lnTo>
                  <a:pt x="7858125" y="6083"/>
                </a:lnTo>
                <a:lnTo>
                  <a:pt x="7858595" y="7200"/>
                </a:lnTo>
                <a:lnTo>
                  <a:pt x="7860449" y="9067"/>
                </a:lnTo>
                <a:lnTo>
                  <a:pt x="7861579" y="9525"/>
                </a:lnTo>
                <a:lnTo>
                  <a:pt x="7864208" y="9525"/>
                </a:lnTo>
                <a:lnTo>
                  <a:pt x="7865326" y="9067"/>
                </a:lnTo>
                <a:lnTo>
                  <a:pt x="7867193" y="7200"/>
                </a:lnTo>
                <a:lnTo>
                  <a:pt x="7867650" y="6083"/>
                </a:lnTo>
                <a:lnTo>
                  <a:pt x="7867650" y="3454"/>
                </a:lnTo>
                <a:close/>
              </a:path>
              <a:path w="11201400" h="1183005">
                <a:moveTo>
                  <a:pt x="7915275" y="1176528"/>
                </a:moveTo>
                <a:lnTo>
                  <a:pt x="7914818" y="1175410"/>
                </a:lnTo>
                <a:lnTo>
                  <a:pt x="7912951" y="1173543"/>
                </a:lnTo>
                <a:lnTo>
                  <a:pt x="7911833" y="1173086"/>
                </a:lnTo>
                <a:lnTo>
                  <a:pt x="7909204" y="1173086"/>
                </a:lnTo>
                <a:lnTo>
                  <a:pt x="7908074" y="1173543"/>
                </a:lnTo>
                <a:lnTo>
                  <a:pt x="7906220" y="1175410"/>
                </a:lnTo>
                <a:lnTo>
                  <a:pt x="7905750" y="1176528"/>
                </a:lnTo>
                <a:lnTo>
                  <a:pt x="7905750" y="1179156"/>
                </a:lnTo>
                <a:lnTo>
                  <a:pt x="7906220" y="1180287"/>
                </a:lnTo>
                <a:lnTo>
                  <a:pt x="7908074" y="1182141"/>
                </a:lnTo>
                <a:lnTo>
                  <a:pt x="7909204" y="1182611"/>
                </a:lnTo>
                <a:lnTo>
                  <a:pt x="7911833" y="1182611"/>
                </a:lnTo>
                <a:lnTo>
                  <a:pt x="7912951" y="1182141"/>
                </a:lnTo>
                <a:lnTo>
                  <a:pt x="7914818" y="1180287"/>
                </a:lnTo>
                <a:lnTo>
                  <a:pt x="7915275" y="1179156"/>
                </a:lnTo>
                <a:lnTo>
                  <a:pt x="7915275" y="1176528"/>
                </a:lnTo>
                <a:close/>
              </a:path>
              <a:path w="11201400" h="1183005">
                <a:moveTo>
                  <a:pt x="7915275" y="589991"/>
                </a:moveTo>
                <a:lnTo>
                  <a:pt x="7914818" y="588873"/>
                </a:lnTo>
                <a:lnTo>
                  <a:pt x="7912951" y="587006"/>
                </a:lnTo>
                <a:lnTo>
                  <a:pt x="7911833" y="586536"/>
                </a:lnTo>
                <a:lnTo>
                  <a:pt x="7909204" y="586536"/>
                </a:lnTo>
                <a:lnTo>
                  <a:pt x="7908074" y="587006"/>
                </a:lnTo>
                <a:lnTo>
                  <a:pt x="7906220" y="588873"/>
                </a:lnTo>
                <a:lnTo>
                  <a:pt x="7905750" y="589991"/>
                </a:lnTo>
                <a:lnTo>
                  <a:pt x="7905750" y="592620"/>
                </a:lnTo>
                <a:lnTo>
                  <a:pt x="7906220" y="593737"/>
                </a:lnTo>
                <a:lnTo>
                  <a:pt x="7908074" y="595604"/>
                </a:lnTo>
                <a:lnTo>
                  <a:pt x="7909204" y="596061"/>
                </a:lnTo>
                <a:lnTo>
                  <a:pt x="7911833" y="596061"/>
                </a:lnTo>
                <a:lnTo>
                  <a:pt x="7912951" y="595604"/>
                </a:lnTo>
                <a:lnTo>
                  <a:pt x="7914818" y="593737"/>
                </a:lnTo>
                <a:lnTo>
                  <a:pt x="7915275" y="592620"/>
                </a:lnTo>
                <a:lnTo>
                  <a:pt x="7915275" y="589991"/>
                </a:lnTo>
                <a:close/>
              </a:path>
              <a:path w="11201400" h="1183005">
                <a:moveTo>
                  <a:pt x="7915275" y="3454"/>
                </a:moveTo>
                <a:lnTo>
                  <a:pt x="7914818" y="2324"/>
                </a:lnTo>
                <a:lnTo>
                  <a:pt x="7912951" y="469"/>
                </a:lnTo>
                <a:lnTo>
                  <a:pt x="7911833" y="0"/>
                </a:lnTo>
                <a:lnTo>
                  <a:pt x="7909204" y="0"/>
                </a:lnTo>
                <a:lnTo>
                  <a:pt x="7908074" y="469"/>
                </a:lnTo>
                <a:lnTo>
                  <a:pt x="7906220" y="2324"/>
                </a:lnTo>
                <a:lnTo>
                  <a:pt x="7905750" y="3454"/>
                </a:lnTo>
                <a:lnTo>
                  <a:pt x="7905750" y="6083"/>
                </a:lnTo>
                <a:lnTo>
                  <a:pt x="7906220" y="7200"/>
                </a:lnTo>
                <a:lnTo>
                  <a:pt x="7908074" y="9067"/>
                </a:lnTo>
                <a:lnTo>
                  <a:pt x="7909204" y="9525"/>
                </a:lnTo>
                <a:lnTo>
                  <a:pt x="7911833" y="9525"/>
                </a:lnTo>
                <a:lnTo>
                  <a:pt x="7912951" y="9067"/>
                </a:lnTo>
                <a:lnTo>
                  <a:pt x="7914818" y="7200"/>
                </a:lnTo>
                <a:lnTo>
                  <a:pt x="7915275" y="6083"/>
                </a:lnTo>
                <a:lnTo>
                  <a:pt x="7915275" y="3454"/>
                </a:lnTo>
                <a:close/>
              </a:path>
              <a:path w="11201400" h="1183005">
                <a:moveTo>
                  <a:pt x="7962900" y="1176528"/>
                </a:moveTo>
                <a:lnTo>
                  <a:pt x="7962443" y="1175410"/>
                </a:lnTo>
                <a:lnTo>
                  <a:pt x="7960576" y="1173543"/>
                </a:lnTo>
                <a:lnTo>
                  <a:pt x="7959458" y="1173086"/>
                </a:lnTo>
                <a:lnTo>
                  <a:pt x="7956829" y="1173086"/>
                </a:lnTo>
                <a:lnTo>
                  <a:pt x="7955699" y="1173543"/>
                </a:lnTo>
                <a:lnTo>
                  <a:pt x="7953845" y="1175410"/>
                </a:lnTo>
                <a:lnTo>
                  <a:pt x="7953375" y="1176528"/>
                </a:lnTo>
                <a:lnTo>
                  <a:pt x="7953375" y="1179156"/>
                </a:lnTo>
                <a:lnTo>
                  <a:pt x="7953845" y="1180287"/>
                </a:lnTo>
                <a:lnTo>
                  <a:pt x="7955699" y="1182141"/>
                </a:lnTo>
                <a:lnTo>
                  <a:pt x="7956829" y="1182611"/>
                </a:lnTo>
                <a:lnTo>
                  <a:pt x="7959458" y="1182611"/>
                </a:lnTo>
                <a:lnTo>
                  <a:pt x="7960576" y="1182141"/>
                </a:lnTo>
                <a:lnTo>
                  <a:pt x="7962443" y="1180287"/>
                </a:lnTo>
                <a:lnTo>
                  <a:pt x="7962900" y="1179156"/>
                </a:lnTo>
                <a:lnTo>
                  <a:pt x="7962900" y="1176528"/>
                </a:lnTo>
                <a:close/>
              </a:path>
              <a:path w="11201400" h="1183005">
                <a:moveTo>
                  <a:pt x="7962900" y="589991"/>
                </a:moveTo>
                <a:lnTo>
                  <a:pt x="7962443" y="588873"/>
                </a:lnTo>
                <a:lnTo>
                  <a:pt x="7960576" y="587006"/>
                </a:lnTo>
                <a:lnTo>
                  <a:pt x="7959458" y="586536"/>
                </a:lnTo>
                <a:lnTo>
                  <a:pt x="7956829" y="586536"/>
                </a:lnTo>
                <a:lnTo>
                  <a:pt x="7955699" y="587006"/>
                </a:lnTo>
                <a:lnTo>
                  <a:pt x="7953845" y="588873"/>
                </a:lnTo>
                <a:lnTo>
                  <a:pt x="7953375" y="589991"/>
                </a:lnTo>
                <a:lnTo>
                  <a:pt x="7953375" y="592620"/>
                </a:lnTo>
                <a:lnTo>
                  <a:pt x="7953845" y="593737"/>
                </a:lnTo>
                <a:lnTo>
                  <a:pt x="7955699" y="595604"/>
                </a:lnTo>
                <a:lnTo>
                  <a:pt x="7956829" y="596061"/>
                </a:lnTo>
                <a:lnTo>
                  <a:pt x="7959458" y="596061"/>
                </a:lnTo>
                <a:lnTo>
                  <a:pt x="7960576" y="595604"/>
                </a:lnTo>
                <a:lnTo>
                  <a:pt x="7962443" y="593737"/>
                </a:lnTo>
                <a:lnTo>
                  <a:pt x="7962900" y="592620"/>
                </a:lnTo>
                <a:lnTo>
                  <a:pt x="7962900" y="589991"/>
                </a:lnTo>
                <a:close/>
              </a:path>
              <a:path w="11201400" h="1183005">
                <a:moveTo>
                  <a:pt x="7962900" y="3454"/>
                </a:moveTo>
                <a:lnTo>
                  <a:pt x="7962443" y="2324"/>
                </a:lnTo>
                <a:lnTo>
                  <a:pt x="7960576" y="469"/>
                </a:lnTo>
                <a:lnTo>
                  <a:pt x="7959458" y="0"/>
                </a:lnTo>
                <a:lnTo>
                  <a:pt x="7956829" y="0"/>
                </a:lnTo>
                <a:lnTo>
                  <a:pt x="7955699" y="469"/>
                </a:lnTo>
                <a:lnTo>
                  <a:pt x="7953845" y="2324"/>
                </a:lnTo>
                <a:lnTo>
                  <a:pt x="7953375" y="3454"/>
                </a:lnTo>
                <a:lnTo>
                  <a:pt x="7953375" y="6083"/>
                </a:lnTo>
                <a:lnTo>
                  <a:pt x="7953845" y="7200"/>
                </a:lnTo>
                <a:lnTo>
                  <a:pt x="7955699" y="9067"/>
                </a:lnTo>
                <a:lnTo>
                  <a:pt x="7956829" y="9525"/>
                </a:lnTo>
                <a:lnTo>
                  <a:pt x="7959458" y="9525"/>
                </a:lnTo>
                <a:lnTo>
                  <a:pt x="7960576" y="9067"/>
                </a:lnTo>
                <a:lnTo>
                  <a:pt x="7962443" y="7200"/>
                </a:lnTo>
                <a:lnTo>
                  <a:pt x="7962900" y="6083"/>
                </a:lnTo>
                <a:lnTo>
                  <a:pt x="7962900" y="3454"/>
                </a:lnTo>
                <a:close/>
              </a:path>
              <a:path w="11201400" h="1183005">
                <a:moveTo>
                  <a:pt x="8010525" y="1176528"/>
                </a:moveTo>
                <a:lnTo>
                  <a:pt x="8010068" y="1175410"/>
                </a:lnTo>
                <a:lnTo>
                  <a:pt x="8008201" y="1173543"/>
                </a:lnTo>
                <a:lnTo>
                  <a:pt x="8007083" y="1173086"/>
                </a:lnTo>
                <a:lnTo>
                  <a:pt x="8004454" y="1173086"/>
                </a:lnTo>
                <a:lnTo>
                  <a:pt x="8003337" y="1173543"/>
                </a:lnTo>
                <a:lnTo>
                  <a:pt x="8001470" y="1175410"/>
                </a:lnTo>
                <a:lnTo>
                  <a:pt x="8001000" y="1176528"/>
                </a:lnTo>
                <a:lnTo>
                  <a:pt x="8001000" y="1179156"/>
                </a:lnTo>
                <a:lnTo>
                  <a:pt x="8001470" y="1180287"/>
                </a:lnTo>
                <a:lnTo>
                  <a:pt x="8003337" y="1182141"/>
                </a:lnTo>
                <a:lnTo>
                  <a:pt x="8004454" y="1182611"/>
                </a:lnTo>
                <a:lnTo>
                  <a:pt x="8007083" y="1182611"/>
                </a:lnTo>
                <a:lnTo>
                  <a:pt x="8008201" y="1182141"/>
                </a:lnTo>
                <a:lnTo>
                  <a:pt x="8010068" y="1180287"/>
                </a:lnTo>
                <a:lnTo>
                  <a:pt x="8010525" y="1179156"/>
                </a:lnTo>
                <a:lnTo>
                  <a:pt x="8010525" y="1176528"/>
                </a:lnTo>
                <a:close/>
              </a:path>
              <a:path w="11201400" h="1183005">
                <a:moveTo>
                  <a:pt x="8010525" y="589991"/>
                </a:moveTo>
                <a:lnTo>
                  <a:pt x="8010068" y="588873"/>
                </a:lnTo>
                <a:lnTo>
                  <a:pt x="8008201" y="587006"/>
                </a:lnTo>
                <a:lnTo>
                  <a:pt x="8007083" y="586536"/>
                </a:lnTo>
                <a:lnTo>
                  <a:pt x="8004454" y="586536"/>
                </a:lnTo>
                <a:lnTo>
                  <a:pt x="8003337" y="587006"/>
                </a:lnTo>
                <a:lnTo>
                  <a:pt x="8001470" y="588873"/>
                </a:lnTo>
                <a:lnTo>
                  <a:pt x="8001000" y="589991"/>
                </a:lnTo>
                <a:lnTo>
                  <a:pt x="8001000" y="592620"/>
                </a:lnTo>
                <a:lnTo>
                  <a:pt x="8001470" y="593737"/>
                </a:lnTo>
                <a:lnTo>
                  <a:pt x="8003337" y="595604"/>
                </a:lnTo>
                <a:lnTo>
                  <a:pt x="8004454" y="596061"/>
                </a:lnTo>
                <a:lnTo>
                  <a:pt x="8007083" y="596061"/>
                </a:lnTo>
                <a:lnTo>
                  <a:pt x="8008201" y="595604"/>
                </a:lnTo>
                <a:lnTo>
                  <a:pt x="8010068" y="593737"/>
                </a:lnTo>
                <a:lnTo>
                  <a:pt x="8010525" y="592620"/>
                </a:lnTo>
                <a:lnTo>
                  <a:pt x="8010525" y="589991"/>
                </a:lnTo>
                <a:close/>
              </a:path>
              <a:path w="11201400" h="1183005">
                <a:moveTo>
                  <a:pt x="8010525" y="3454"/>
                </a:moveTo>
                <a:lnTo>
                  <a:pt x="8010068" y="2324"/>
                </a:lnTo>
                <a:lnTo>
                  <a:pt x="8008201" y="469"/>
                </a:lnTo>
                <a:lnTo>
                  <a:pt x="8007083" y="0"/>
                </a:lnTo>
                <a:lnTo>
                  <a:pt x="8004454" y="0"/>
                </a:lnTo>
                <a:lnTo>
                  <a:pt x="8003337" y="469"/>
                </a:lnTo>
                <a:lnTo>
                  <a:pt x="8001470" y="2324"/>
                </a:lnTo>
                <a:lnTo>
                  <a:pt x="8001000" y="3454"/>
                </a:lnTo>
                <a:lnTo>
                  <a:pt x="8001000" y="6083"/>
                </a:lnTo>
                <a:lnTo>
                  <a:pt x="8001470" y="7200"/>
                </a:lnTo>
                <a:lnTo>
                  <a:pt x="8003337" y="9067"/>
                </a:lnTo>
                <a:lnTo>
                  <a:pt x="8004454" y="9525"/>
                </a:lnTo>
                <a:lnTo>
                  <a:pt x="8007083" y="9525"/>
                </a:lnTo>
                <a:lnTo>
                  <a:pt x="8008201" y="9067"/>
                </a:lnTo>
                <a:lnTo>
                  <a:pt x="8010068" y="7200"/>
                </a:lnTo>
                <a:lnTo>
                  <a:pt x="8010525" y="6083"/>
                </a:lnTo>
                <a:lnTo>
                  <a:pt x="8010525" y="3454"/>
                </a:lnTo>
                <a:close/>
              </a:path>
              <a:path w="11201400" h="1183005">
                <a:moveTo>
                  <a:pt x="8058150" y="1176528"/>
                </a:moveTo>
                <a:lnTo>
                  <a:pt x="8057693" y="1175410"/>
                </a:lnTo>
                <a:lnTo>
                  <a:pt x="8055826" y="1173543"/>
                </a:lnTo>
                <a:lnTo>
                  <a:pt x="8054708" y="1173086"/>
                </a:lnTo>
                <a:lnTo>
                  <a:pt x="8052079" y="1173086"/>
                </a:lnTo>
                <a:lnTo>
                  <a:pt x="8050949" y="1173543"/>
                </a:lnTo>
                <a:lnTo>
                  <a:pt x="8049095" y="1175410"/>
                </a:lnTo>
                <a:lnTo>
                  <a:pt x="8048625" y="1176528"/>
                </a:lnTo>
                <a:lnTo>
                  <a:pt x="8048625" y="1179156"/>
                </a:lnTo>
                <a:lnTo>
                  <a:pt x="8049095" y="1180287"/>
                </a:lnTo>
                <a:lnTo>
                  <a:pt x="8050949" y="1182141"/>
                </a:lnTo>
                <a:lnTo>
                  <a:pt x="8052079" y="1182611"/>
                </a:lnTo>
                <a:lnTo>
                  <a:pt x="8054708" y="1182611"/>
                </a:lnTo>
                <a:lnTo>
                  <a:pt x="8055826" y="1182141"/>
                </a:lnTo>
                <a:lnTo>
                  <a:pt x="8057693" y="1180287"/>
                </a:lnTo>
                <a:lnTo>
                  <a:pt x="8058150" y="1179156"/>
                </a:lnTo>
                <a:lnTo>
                  <a:pt x="8058150" y="1176528"/>
                </a:lnTo>
                <a:close/>
              </a:path>
              <a:path w="11201400" h="1183005">
                <a:moveTo>
                  <a:pt x="8058150" y="589991"/>
                </a:moveTo>
                <a:lnTo>
                  <a:pt x="8057693" y="588873"/>
                </a:lnTo>
                <a:lnTo>
                  <a:pt x="8055826" y="587006"/>
                </a:lnTo>
                <a:lnTo>
                  <a:pt x="8054708" y="586536"/>
                </a:lnTo>
                <a:lnTo>
                  <a:pt x="8052079" y="586536"/>
                </a:lnTo>
                <a:lnTo>
                  <a:pt x="8050949" y="587006"/>
                </a:lnTo>
                <a:lnTo>
                  <a:pt x="8049095" y="588873"/>
                </a:lnTo>
                <a:lnTo>
                  <a:pt x="8048625" y="589991"/>
                </a:lnTo>
                <a:lnTo>
                  <a:pt x="8048625" y="592620"/>
                </a:lnTo>
                <a:lnTo>
                  <a:pt x="8049095" y="593737"/>
                </a:lnTo>
                <a:lnTo>
                  <a:pt x="8050949" y="595604"/>
                </a:lnTo>
                <a:lnTo>
                  <a:pt x="8052079" y="596061"/>
                </a:lnTo>
                <a:lnTo>
                  <a:pt x="8054708" y="596061"/>
                </a:lnTo>
                <a:lnTo>
                  <a:pt x="8055826" y="595604"/>
                </a:lnTo>
                <a:lnTo>
                  <a:pt x="8057693" y="593737"/>
                </a:lnTo>
                <a:lnTo>
                  <a:pt x="8058150" y="592620"/>
                </a:lnTo>
                <a:lnTo>
                  <a:pt x="8058150" y="589991"/>
                </a:lnTo>
                <a:close/>
              </a:path>
              <a:path w="11201400" h="1183005">
                <a:moveTo>
                  <a:pt x="8058150" y="3454"/>
                </a:moveTo>
                <a:lnTo>
                  <a:pt x="8057693" y="2324"/>
                </a:lnTo>
                <a:lnTo>
                  <a:pt x="8055826" y="469"/>
                </a:lnTo>
                <a:lnTo>
                  <a:pt x="8054708" y="0"/>
                </a:lnTo>
                <a:lnTo>
                  <a:pt x="8052079" y="0"/>
                </a:lnTo>
                <a:lnTo>
                  <a:pt x="8050949" y="469"/>
                </a:lnTo>
                <a:lnTo>
                  <a:pt x="8049095" y="2324"/>
                </a:lnTo>
                <a:lnTo>
                  <a:pt x="8048625" y="3454"/>
                </a:lnTo>
                <a:lnTo>
                  <a:pt x="8048625" y="6083"/>
                </a:lnTo>
                <a:lnTo>
                  <a:pt x="8049095" y="7200"/>
                </a:lnTo>
                <a:lnTo>
                  <a:pt x="8050949" y="9067"/>
                </a:lnTo>
                <a:lnTo>
                  <a:pt x="8052079" y="9525"/>
                </a:lnTo>
                <a:lnTo>
                  <a:pt x="8054708" y="9525"/>
                </a:lnTo>
                <a:lnTo>
                  <a:pt x="8055826" y="9067"/>
                </a:lnTo>
                <a:lnTo>
                  <a:pt x="8057693" y="7200"/>
                </a:lnTo>
                <a:lnTo>
                  <a:pt x="8058150" y="6083"/>
                </a:lnTo>
                <a:lnTo>
                  <a:pt x="8058150" y="3454"/>
                </a:lnTo>
                <a:close/>
              </a:path>
              <a:path w="11201400" h="1183005">
                <a:moveTo>
                  <a:pt x="8105775" y="1176528"/>
                </a:moveTo>
                <a:lnTo>
                  <a:pt x="8105318" y="1175410"/>
                </a:lnTo>
                <a:lnTo>
                  <a:pt x="8103451" y="1173543"/>
                </a:lnTo>
                <a:lnTo>
                  <a:pt x="8102333" y="1173086"/>
                </a:lnTo>
                <a:lnTo>
                  <a:pt x="8099704" y="1173086"/>
                </a:lnTo>
                <a:lnTo>
                  <a:pt x="8098574" y="1173543"/>
                </a:lnTo>
                <a:lnTo>
                  <a:pt x="8096720" y="1175410"/>
                </a:lnTo>
                <a:lnTo>
                  <a:pt x="8096250" y="1176528"/>
                </a:lnTo>
                <a:lnTo>
                  <a:pt x="8096250" y="1179156"/>
                </a:lnTo>
                <a:lnTo>
                  <a:pt x="8096720" y="1180287"/>
                </a:lnTo>
                <a:lnTo>
                  <a:pt x="8098574" y="1182141"/>
                </a:lnTo>
                <a:lnTo>
                  <a:pt x="8099704" y="1182611"/>
                </a:lnTo>
                <a:lnTo>
                  <a:pt x="8102333" y="1182611"/>
                </a:lnTo>
                <a:lnTo>
                  <a:pt x="8103451" y="1182141"/>
                </a:lnTo>
                <a:lnTo>
                  <a:pt x="8105318" y="1180287"/>
                </a:lnTo>
                <a:lnTo>
                  <a:pt x="8105775" y="1179156"/>
                </a:lnTo>
                <a:lnTo>
                  <a:pt x="8105775" y="1176528"/>
                </a:lnTo>
                <a:close/>
              </a:path>
              <a:path w="11201400" h="1183005">
                <a:moveTo>
                  <a:pt x="8105775" y="589991"/>
                </a:moveTo>
                <a:lnTo>
                  <a:pt x="8105318" y="588873"/>
                </a:lnTo>
                <a:lnTo>
                  <a:pt x="8103451" y="587006"/>
                </a:lnTo>
                <a:lnTo>
                  <a:pt x="8102333" y="586536"/>
                </a:lnTo>
                <a:lnTo>
                  <a:pt x="8099704" y="586536"/>
                </a:lnTo>
                <a:lnTo>
                  <a:pt x="8098574" y="587006"/>
                </a:lnTo>
                <a:lnTo>
                  <a:pt x="8096720" y="588873"/>
                </a:lnTo>
                <a:lnTo>
                  <a:pt x="8096250" y="589991"/>
                </a:lnTo>
                <a:lnTo>
                  <a:pt x="8096250" y="592620"/>
                </a:lnTo>
                <a:lnTo>
                  <a:pt x="8096720" y="593737"/>
                </a:lnTo>
                <a:lnTo>
                  <a:pt x="8098574" y="595604"/>
                </a:lnTo>
                <a:lnTo>
                  <a:pt x="8099704" y="596061"/>
                </a:lnTo>
                <a:lnTo>
                  <a:pt x="8102333" y="596061"/>
                </a:lnTo>
                <a:lnTo>
                  <a:pt x="8103451" y="595604"/>
                </a:lnTo>
                <a:lnTo>
                  <a:pt x="8105318" y="593737"/>
                </a:lnTo>
                <a:lnTo>
                  <a:pt x="8105775" y="592620"/>
                </a:lnTo>
                <a:lnTo>
                  <a:pt x="8105775" y="589991"/>
                </a:lnTo>
                <a:close/>
              </a:path>
              <a:path w="11201400" h="1183005">
                <a:moveTo>
                  <a:pt x="8105775" y="3454"/>
                </a:moveTo>
                <a:lnTo>
                  <a:pt x="8105318" y="2324"/>
                </a:lnTo>
                <a:lnTo>
                  <a:pt x="8103451" y="469"/>
                </a:lnTo>
                <a:lnTo>
                  <a:pt x="8102333" y="0"/>
                </a:lnTo>
                <a:lnTo>
                  <a:pt x="8099704" y="0"/>
                </a:lnTo>
                <a:lnTo>
                  <a:pt x="8098574" y="469"/>
                </a:lnTo>
                <a:lnTo>
                  <a:pt x="8096720" y="2324"/>
                </a:lnTo>
                <a:lnTo>
                  <a:pt x="8096250" y="3454"/>
                </a:lnTo>
                <a:lnTo>
                  <a:pt x="8096250" y="6083"/>
                </a:lnTo>
                <a:lnTo>
                  <a:pt x="8096720" y="7200"/>
                </a:lnTo>
                <a:lnTo>
                  <a:pt x="8098574" y="9067"/>
                </a:lnTo>
                <a:lnTo>
                  <a:pt x="8099704" y="9525"/>
                </a:lnTo>
                <a:lnTo>
                  <a:pt x="8102333" y="9525"/>
                </a:lnTo>
                <a:lnTo>
                  <a:pt x="8103451" y="9067"/>
                </a:lnTo>
                <a:lnTo>
                  <a:pt x="8105318" y="7200"/>
                </a:lnTo>
                <a:lnTo>
                  <a:pt x="8105775" y="6083"/>
                </a:lnTo>
                <a:lnTo>
                  <a:pt x="8105775" y="3454"/>
                </a:lnTo>
                <a:close/>
              </a:path>
              <a:path w="11201400" h="1183005">
                <a:moveTo>
                  <a:pt x="8153400" y="1176528"/>
                </a:moveTo>
                <a:lnTo>
                  <a:pt x="8152943" y="1175410"/>
                </a:lnTo>
                <a:lnTo>
                  <a:pt x="8151076" y="1173543"/>
                </a:lnTo>
                <a:lnTo>
                  <a:pt x="8149958" y="1173086"/>
                </a:lnTo>
                <a:lnTo>
                  <a:pt x="8147329" y="1173086"/>
                </a:lnTo>
                <a:lnTo>
                  <a:pt x="8146199" y="1173543"/>
                </a:lnTo>
                <a:lnTo>
                  <a:pt x="8144345" y="1175410"/>
                </a:lnTo>
                <a:lnTo>
                  <a:pt x="8143875" y="1176528"/>
                </a:lnTo>
                <a:lnTo>
                  <a:pt x="8143875" y="1179156"/>
                </a:lnTo>
                <a:lnTo>
                  <a:pt x="8144345" y="1180287"/>
                </a:lnTo>
                <a:lnTo>
                  <a:pt x="8146199" y="1182141"/>
                </a:lnTo>
                <a:lnTo>
                  <a:pt x="8147329" y="1182611"/>
                </a:lnTo>
                <a:lnTo>
                  <a:pt x="8149958" y="1182611"/>
                </a:lnTo>
                <a:lnTo>
                  <a:pt x="8151076" y="1182141"/>
                </a:lnTo>
                <a:lnTo>
                  <a:pt x="8152943" y="1180287"/>
                </a:lnTo>
                <a:lnTo>
                  <a:pt x="8153400" y="1179156"/>
                </a:lnTo>
                <a:lnTo>
                  <a:pt x="8153400" y="1176528"/>
                </a:lnTo>
                <a:close/>
              </a:path>
              <a:path w="11201400" h="1183005">
                <a:moveTo>
                  <a:pt x="8153400" y="589991"/>
                </a:moveTo>
                <a:lnTo>
                  <a:pt x="8152943" y="588873"/>
                </a:lnTo>
                <a:lnTo>
                  <a:pt x="8151076" y="587006"/>
                </a:lnTo>
                <a:lnTo>
                  <a:pt x="8149958" y="586536"/>
                </a:lnTo>
                <a:lnTo>
                  <a:pt x="8147329" y="586536"/>
                </a:lnTo>
                <a:lnTo>
                  <a:pt x="8146199" y="587006"/>
                </a:lnTo>
                <a:lnTo>
                  <a:pt x="8144345" y="588873"/>
                </a:lnTo>
                <a:lnTo>
                  <a:pt x="8143875" y="589991"/>
                </a:lnTo>
                <a:lnTo>
                  <a:pt x="8143875" y="592620"/>
                </a:lnTo>
                <a:lnTo>
                  <a:pt x="8144345" y="593737"/>
                </a:lnTo>
                <a:lnTo>
                  <a:pt x="8146199" y="595604"/>
                </a:lnTo>
                <a:lnTo>
                  <a:pt x="8147329" y="596061"/>
                </a:lnTo>
                <a:lnTo>
                  <a:pt x="8149958" y="596061"/>
                </a:lnTo>
                <a:lnTo>
                  <a:pt x="8151076" y="595604"/>
                </a:lnTo>
                <a:lnTo>
                  <a:pt x="8152943" y="593737"/>
                </a:lnTo>
                <a:lnTo>
                  <a:pt x="8153400" y="592620"/>
                </a:lnTo>
                <a:lnTo>
                  <a:pt x="8153400" y="589991"/>
                </a:lnTo>
                <a:close/>
              </a:path>
              <a:path w="11201400" h="1183005">
                <a:moveTo>
                  <a:pt x="8153400" y="3454"/>
                </a:moveTo>
                <a:lnTo>
                  <a:pt x="8152943" y="2324"/>
                </a:lnTo>
                <a:lnTo>
                  <a:pt x="8151076" y="469"/>
                </a:lnTo>
                <a:lnTo>
                  <a:pt x="8149958" y="0"/>
                </a:lnTo>
                <a:lnTo>
                  <a:pt x="8147329" y="0"/>
                </a:lnTo>
                <a:lnTo>
                  <a:pt x="8146199" y="469"/>
                </a:lnTo>
                <a:lnTo>
                  <a:pt x="8144345" y="2324"/>
                </a:lnTo>
                <a:lnTo>
                  <a:pt x="8143875" y="3454"/>
                </a:lnTo>
                <a:lnTo>
                  <a:pt x="8143875" y="6083"/>
                </a:lnTo>
                <a:lnTo>
                  <a:pt x="8144345" y="7200"/>
                </a:lnTo>
                <a:lnTo>
                  <a:pt x="8146199" y="9067"/>
                </a:lnTo>
                <a:lnTo>
                  <a:pt x="8147329" y="9525"/>
                </a:lnTo>
                <a:lnTo>
                  <a:pt x="8149958" y="9525"/>
                </a:lnTo>
                <a:lnTo>
                  <a:pt x="8151076" y="9067"/>
                </a:lnTo>
                <a:lnTo>
                  <a:pt x="8152943" y="7200"/>
                </a:lnTo>
                <a:lnTo>
                  <a:pt x="8153400" y="6083"/>
                </a:lnTo>
                <a:lnTo>
                  <a:pt x="8153400" y="3454"/>
                </a:lnTo>
                <a:close/>
              </a:path>
              <a:path w="11201400" h="1183005">
                <a:moveTo>
                  <a:pt x="8201025" y="1176528"/>
                </a:moveTo>
                <a:lnTo>
                  <a:pt x="8200568" y="1175410"/>
                </a:lnTo>
                <a:lnTo>
                  <a:pt x="8198701" y="1173543"/>
                </a:lnTo>
                <a:lnTo>
                  <a:pt x="8197583" y="1173086"/>
                </a:lnTo>
                <a:lnTo>
                  <a:pt x="8194954" y="1173086"/>
                </a:lnTo>
                <a:lnTo>
                  <a:pt x="8193824" y="1173543"/>
                </a:lnTo>
                <a:lnTo>
                  <a:pt x="8191970" y="1175410"/>
                </a:lnTo>
                <a:lnTo>
                  <a:pt x="8191500" y="1176528"/>
                </a:lnTo>
                <a:lnTo>
                  <a:pt x="8191500" y="1179156"/>
                </a:lnTo>
                <a:lnTo>
                  <a:pt x="8191970" y="1180287"/>
                </a:lnTo>
                <a:lnTo>
                  <a:pt x="8193824" y="1182141"/>
                </a:lnTo>
                <a:lnTo>
                  <a:pt x="8194954" y="1182611"/>
                </a:lnTo>
                <a:lnTo>
                  <a:pt x="8197583" y="1182611"/>
                </a:lnTo>
                <a:lnTo>
                  <a:pt x="8198701" y="1182141"/>
                </a:lnTo>
                <a:lnTo>
                  <a:pt x="8200568" y="1180287"/>
                </a:lnTo>
                <a:lnTo>
                  <a:pt x="8201025" y="1179156"/>
                </a:lnTo>
                <a:lnTo>
                  <a:pt x="8201025" y="1176528"/>
                </a:lnTo>
                <a:close/>
              </a:path>
              <a:path w="11201400" h="1183005">
                <a:moveTo>
                  <a:pt x="8201025" y="589991"/>
                </a:moveTo>
                <a:lnTo>
                  <a:pt x="8200568" y="588873"/>
                </a:lnTo>
                <a:lnTo>
                  <a:pt x="8198701" y="587006"/>
                </a:lnTo>
                <a:lnTo>
                  <a:pt x="8197583" y="586536"/>
                </a:lnTo>
                <a:lnTo>
                  <a:pt x="8194954" y="586536"/>
                </a:lnTo>
                <a:lnTo>
                  <a:pt x="8193824" y="587006"/>
                </a:lnTo>
                <a:lnTo>
                  <a:pt x="8191970" y="588873"/>
                </a:lnTo>
                <a:lnTo>
                  <a:pt x="8191500" y="589991"/>
                </a:lnTo>
                <a:lnTo>
                  <a:pt x="8191500" y="592620"/>
                </a:lnTo>
                <a:lnTo>
                  <a:pt x="8191970" y="593737"/>
                </a:lnTo>
                <a:lnTo>
                  <a:pt x="8193824" y="595604"/>
                </a:lnTo>
                <a:lnTo>
                  <a:pt x="8194954" y="596061"/>
                </a:lnTo>
                <a:lnTo>
                  <a:pt x="8197583" y="596061"/>
                </a:lnTo>
                <a:lnTo>
                  <a:pt x="8198701" y="595604"/>
                </a:lnTo>
                <a:lnTo>
                  <a:pt x="8200568" y="593737"/>
                </a:lnTo>
                <a:lnTo>
                  <a:pt x="8201025" y="592620"/>
                </a:lnTo>
                <a:lnTo>
                  <a:pt x="8201025" y="589991"/>
                </a:lnTo>
                <a:close/>
              </a:path>
              <a:path w="11201400" h="1183005">
                <a:moveTo>
                  <a:pt x="8201025" y="3454"/>
                </a:moveTo>
                <a:lnTo>
                  <a:pt x="8200568" y="2324"/>
                </a:lnTo>
                <a:lnTo>
                  <a:pt x="8198701" y="469"/>
                </a:lnTo>
                <a:lnTo>
                  <a:pt x="8197583" y="0"/>
                </a:lnTo>
                <a:lnTo>
                  <a:pt x="8194954" y="0"/>
                </a:lnTo>
                <a:lnTo>
                  <a:pt x="8193824" y="469"/>
                </a:lnTo>
                <a:lnTo>
                  <a:pt x="8191970" y="2324"/>
                </a:lnTo>
                <a:lnTo>
                  <a:pt x="8191500" y="3454"/>
                </a:lnTo>
                <a:lnTo>
                  <a:pt x="8191500" y="6083"/>
                </a:lnTo>
                <a:lnTo>
                  <a:pt x="8191970" y="7200"/>
                </a:lnTo>
                <a:lnTo>
                  <a:pt x="8193824" y="9067"/>
                </a:lnTo>
                <a:lnTo>
                  <a:pt x="8194954" y="9525"/>
                </a:lnTo>
                <a:lnTo>
                  <a:pt x="8197583" y="9525"/>
                </a:lnTo>
                <a:lnTo>
                  <a:pt x="8198701" y="9067"/>
                </a:lnTo>
                <a:lnTo>
                  <a:pt x="8200568" y="7200"/>
                </a:lnTo>
                <a:lnTo>
                  <a:pt x="8201025" y="6083"/>
                </a:lnTo>
                <a:lnTo>
                  <a:pt x="8201025" y="3454"/>
                </a:lnTo>
                <a:close/>
              </a:path>
              <a:path w="11201400" h="1183005">
                <a:moveTo>
                  <a:pt x="8248650" y="1176528"/>
                </a:moveTo>
                <a:lnTo>
                  <a:pt x="8248193" y="1175410"/>
                </a:lnTo>
                <a:lnTo>
                  <a:pt x="8246326" y="1173543"/>
                </a:lnTo>
                <a:lnTo>
                  <a:pt x="8245208" y="1173086"/>
                </a:lnTo>
                <a:lnTo>
                  <a:pt x="8242579" y="1173086"/>
                </a:lnTo>
                <a:lnTo>
                  <a:pt x="8241449" y="1173543"/>
                </a:lnTo>
                <a:lnTo>
                  <a:pt x="8239595" y="1175410"/>
                </a:lnTo>
                <a:lnTo>
                  <a:pt x="8239125" y="1176528"/>
                </a:lnTo>
                <a:lnTo>
                  <a:pt x="8239125" y="1179156"/>
                </a:lnTo>
                <a:lnTo>
                  <a:pt x="8239595" y="1180287"/>
                </a:lnTo>
                <a:lnTo>
                  <a:pt x="8241449" y="1182141"/>
                </a:lnTo>
                <a:lnTo>
                  <a:pt x="8242579" y="1182611"/>
                </a:lnTo>
                <a:lnTo>
                  <a:pt x="8245208" y="1182611"/>
                </a:lnTo>
                <a:lnTo>
                  <a:pt x="8246326" y="1182141"/>
                </a:lnTo>
                <a:lnTo>
                  <a:pt x="8248193" y="1180287"/>
                </a:lnTo>
                <a:lnTo>
                  <a:pt x="8248650" y="1179156"/>
                </a:lnTo>
                <a:lnTo>
                  <a:pt x="8248650" y="1176528"/>
                </a:lnTo>
                <a:close/>
              </a:path>
              <a:path w="11201400" h="1183005">
                <a:moveTo>
                  <a:pt x="8248650" y="589991"/>
                </a:moveTo>
                <a:lnTo>
                  <a:pt x="8248193" y="588873"/>
                </a:lnTo>
                <a:lnTo>
                  <a:pt x="8246326" y="587006"/>
                </a:lnTo>
                <a:lnTo>
                  <a:pt x="8245208" y="586536"/>
                </a:lnTo>
                <a:lnTo>
                  <a:pt x="8242579" y="586536"/>
                </a:lnTo>
                <a:lnTo>
                  <a:pt x="8241449" y="587006"/>
                </a:lnTo>
                <a:lnTo>
                  <a:pt x="8239595" y="588873"/>
                </a:lnTo>
                <a:lnTo>
                  <a:pt x="8239125" y="589991"/>
                </a:lnTo>
                <a:lnTo>
                  <a:pt x="8239125" y="592620"/>
                </a:lnTo>
                <a:lnTo>
                  <a:pt x="8239595" y="593737"/>
                </a:lnTo>
                <a:lnTo>
                  <a:pt x="8241449" y="595604"/>
                </a:lnTo>
                <a:lnTo>
                  <a:pt x="8242579" y="596061"/>
                </a:lnTo>
                <a:lnTo>
                  <a:pt x="8245208" y="596061"/>
                </a:lnTo>
                <a:lnTo>
                  <a:pt x="8246326" y="595604"/>
                </a:lnTo>
                <a:lnTo>
                  <a:pt x="8248193" y="593737"/>
                </a:lnTo>
                <a:lnTo>
                  <a:pt x="8248650" y="592620"/>
                </a:lnTo>
                <a:lnTo>
                  <a:pt x="8248650" y="589991"/>
                </a:lnTo>
                <a:close/>
              </a:path>
              <a:path w="11201400" h="1183005">
                <a:moveTo>
                  <a:pt x="8248650" y="3454"/>
                </a:moveTo>
                <a:lnTo>
                  <a:pt x="8248193" y="2324"/>
                </a:lnTo>
                <a:lnTo>
                  <a:pt x="8246326" y="469"/>
                </a:lnTo>
                <a:lnTo>
                  <a:pt x="8245208" y="0"/>
                </a:lnTo>
                <a:lnTo>
                  <a:pt x="8242579" y="0"/>
                </a:lnTo>
                <a:lnTo>
                  <a:pt x="8241449" y="469"/>
                </a:lnTo>
                <a:lnTo>
                  <a:pt x="8239595" y="2324"/>
                </a:lnTo>
                <a:lnTo>
                  <a:pt x="8239125" y="3454"/>
                </a:lnTo>
                <a:lnTo>
                  <a:pt x="8239125" y="6083"/>
                </a:lnTo>
                <a:lnTo>
                  <a:pt x="8239595" y="7200"/>
                </a:lnTo>
                <a:lnTo>
                  <a:pt x="8241449" y="9067"/>
                </a:lnTo>
                <a:lnTo>
                  <a:pt x="8242579" y="9525"/>
                </a:lnTo>
                <a:lnTo>
                  <a:pt x="8245208" y="9525"/>
                </a:lnTo>
                <a:lnTo>
                  <a:pt x="8246326" y="9067"/>
                </a:lnTo>
                <a:lnTo>
                  <a:pt x="8248193" y="7200"/>
                </a:lnTo>
                <a:lnTo>
                  <a:pt x="8248650" y="6083"/>
                </a:lnTo>
                <a:lnTo>
                  <a:pt x="8248650" y="3454"/>
                </a:lnTo>
                <a:close/>
              </a:path>
              <a:path w="11201400" h="1183005">
                <a:moveTo>
                  <a:pt x="8296275" y="1176528"/>
                </a:moveTo>
                <a:lnTo>
                  <a:pt x="8295818" y="1175410"/>
                </a:lnTo>
                <a:lnTo>
                  <a:pt x="8293951" y="1173543"/>
                </a:lnTo>
                <a:lnTo>
                  <a:pt x="8292833" y="1173086"/>
                </a:lnTo>
                <a:lnTo>
                  <a:pt x="8290204" y="1173086"/>
                </a:lnTo>
                <a:lnTo>
                  <a:pt x="8289074" y="1173543"/>
                </a:lnTo>
                <a:lnTo>
                  <a:pt x="8287220" y="1175410"/>
                </a:lnTo>
                <a:lnTo>
                  <a:pt x="8286750" y="1176528"/>
                </a:lnTo>
                <a:lnTo>
                  <a:pt x="8286750" y="1179156"/>
                </a:lnTo>
                <a:lnTo>
                  <a:pt x="8287220" y="1180287"/>
                </a:lnTo>
                <a:lnTo>
                  <a:pt x="8289074" y="1182141"/>
                </a:lnTo>
                <a:lnTo>
                  <a:pt x="8290204" y="1182611"/>
                </a:lnTo>
                <a:lnTo>
                  <a:pt x="8292833" y="1182611"/>
                </a:lnTo>
                <a:lnTo>
                  <a:pt x="8293951" y="1182141"/>
                </a:lnTo>
                <a:lnTo>
                  <a:pt x="8295818" y="1180287"/>
                </a:lnTo>
                <a:lnTo>
                  <a:pt x="8296275" y="1179156"/>
                </a:lnTo>
                <a:lnTo>
                  <a:pt x="8296275" y="1176528"/>
                </a:lnTo>
                <a:close/>
              </a:path>
              <a:path w="11201400" h="1183005">
                <a:moveTo>
                  <a:pt x="8296275" y="589991"/>
                </a:moveTo>
                <a:lnTo>
                  <a:pt x="8295818" y="588873"/>
                </a:lnTo>
                <a:lnTo>
                  <a:pt x="8293951" y="587006"/>
                </a:lnTo>
                <a:lnTo>
                  <a:pt x="8292833" y="586536"/>
                </a:lnTo>
                <a:lnTo>
                  <a:pt x="8290204" y="586536"/>
                </a:lnTo>
                <a:lnTo>
                  <a:pt x="8289074" y="587006"/>
                </a:lnTo>
                <a:lnTo>
                  <a:pt x="8287220" y="588873"/>
                </a:lnTo>
                <a:lnTo>
                  <a:pt x="8286750" y="589991"/>
                </a:lnTo>
                <a:lnTo>
                  <a:pt x="8286750" y="592620"/>
                </a:lnTo>
                <a:lnTo>
                  <a:pt x="8287220" y="593737"/>
                </a:lnTo>
                <a:lnTo>
                  <a:pt x="8289074" y="595604"/>
                </a:lnTo>
                <a:lnTo>
                  <a:pt x="8290204" y="596061"/>
                </a:lnTo>
                <a:lnTo>
                  <a:pt x="8292833" y="596061"/>
                </a:lnTo>
                <a:lnTo>
                  <a:pt x="8293951" y="595604"/>
                </a:lnTo>
                <a:lnTo>
                  <a:pt x="8295818" y="593737"/>
                </a:lnTo>
                <a:lnTo>
                  <a:pt x="8296275" y="592620"/>
                </a:lnTo>
                <a:lnTo>
                  <a:pt x="8296275" y="589991"/>
                </a:lnTo>
                <a:close/>
              </a:path>
              <a:path w="11201400" h="1183005">
                <a:moveTo>
                  <a:pt x="8296275" y="3454"/>
                </a:moveTo>
                <a:lnTo>
                  <a:pt x="8295818" y="2324"/>
                </a:lnTo>
                <a:lnTo>
                  <a:pt x="8293951" y="469"/>
                </a:lnTo>
                <a:lnTo>
                  <a:pt x="8292833" y="0"/>
                </a:lnTo>
                <a:lnTo>
                  <a:pt x="8290204" y="0"/>
                </a:lnTo>
                <a:lnTo>
                  <a:pt x="8289074" y="469"/>
                </a:lnTo>
                <a:lnTo>
                  <a:pt x="8287220" y="2324"/>
                </a:lnTo>
                <a:lnTo>
                  <a:pt x="8286750" y="3454"/>
                </a:lnTo>
                <a:lnTo>
                  <a:pt x="8286750" y="6083"/>
                </a:lnTo>
                <a:lnTo>
                  <a:pt x="8287220" y="7200"/>
                </a:lnTo>
                <a:lnTo>
                  <a:pt x="8289074" y="9067"/>
                </a:lnTo>
                <a:lnTo>
                  <a:pt x="8290204" y="9525"/>
                </a:lnTo>
                <a:lnTo>
                  <a:pt x="8292833" y="9525"/>
                </a:lnTo>
                <a:lnTo>
                  <a:pt x="8293951" y="9067"/>
                </a:lnTo>
                <a:lnTo>
                  <a:pt x="8295818" y="7200"/>
                </a:lnTo>
                <a:lnTo>
                  <a:pt x="8296275" y="6083"/>
                </a:lnTo>
                <a:lnTo>
                  <a:pt x="8296275" y="3454"/>
                </a:lnTo>
                <a:close/>
              </a:path>
              <a:path w="11201400" h="1183005">
                <a:moveTo>
                  <a:pt x="8343900" y="1176528"/>
                </a:moveTo>
                <a:lnTo>
                  <a:pt x="8343443" y="1175410"/>
                </a:lnTo>
                <a:lnTo>
                  <a:pt x="8341576" y="1173543"/>
                </a:lnTo>
                <a:lnTo>
                  <a:pt x="8340458" y="1173086"/>
                </a:lnTo>
                <a:lnTo>
                  <a:pt x="8337829" y="1173086"/>
                </a:lnTo>
                <a:lnTo>
                  <a:pt x="8336699" y="1173543"/>
                </a:lnTo>
                <a:lnTo>
                  <a:pt x="8334845" y="1175410"/>
                </a:lnTo>
                <a:lnTo>
                  <a:pt x="8334375" y="1176528"/>
                </a:lnTo>
                <a:lnTo>
                  <a:pt x="8334375" y="1179156"/>
                </a:lnTo>
                <a:lnTo>
                  <a:pt x="8334845" y="1180287"/>
                </a:lnTo>
                <a:lnTo>
                  <a:pt x="8336699" y="1182141"/>
                </a:lnTo>
                <a:lnTo>
                  <a:pt x="8337829" y="1182611"/>
                </a:lnTo>
                <a:lnTo>
                  <a:pt x="8340458" y="1182611"/>
                </a:lnTo>
                <a:lnTo>
                  <a:pt x="8341576" y="1182141"/>
                </a:lnTo>
                <a:lnTo>
                  <a:pt x="8343443" y="1180287"/>
                </a:lnTo>
                <a:lnTo>
                  <a:pt x="8343900" y="1179156"/>
                </a:lnTo>
                <a:lnTo>
                  <a:pt x="8343900" y="1176528"/>
                </a:lnTo>
                <a:close/>
              </a:path>
              <a:path w="11201400" h="1183005">
                <a:moveTo>
                  <a:pt x="8343900" y="589991"/>
                </a:moveTo>
                <a:lnTo>
                  <a:pt x="8343443" y="588873"/>
                </a:lnTo>
                <a:lnTo>
                  <a:pt x="8341576" y="587006"/>
                </a:lnTo>
                <a:lnTo>
                  <a:pt x="8340458" y="586536"/>
                </a:lnTo>
                <a:lnTo>
                  <a:pt x="8337829" y="586536"/>
                </a:lnTo>
                <a:lnTo>
                  <a:pt x="8336699" y="587006"/>
                </a:lnTo>
                <a:lnTo>
                  <a:pt x="8334845" y="588873"/>
                </a:lnTo>
                <a:lnTo>
                  <a:pt x="8334375" y="589991"/>
                </a:lnTo>
                <a:lnTo>
                  <a:pt x="8334375" y="592620"/>
                </a:lnTo>
                <a:lnTo>
                  <a:pt x="8334845" y="593737"/>
                </a:lnTo>
                <a:lnTo>
                  <a:pt x="8336699" y="595604"/>
                </a:lnTo>
                <a:lnTo>
                  <a:pt x="8337829" y="596061"/>
                </a:lnTo>
                <a:lnTo>
                  <a:pt x="8340458" y="596061"/>
                </a:lnTo>
                <a:lnTo>
                  <a:pt x="8341576" y="595604"/>
                </a:lnTo>
                <a:lnTo>
                  <a:pt x="8343443" y="593737"/>
                </a:lnTo>
                <a:lnTo>
                  <a:pt x="8343900" y="592620"/>
                </a:lnTo>
                <a:lnTo>
                  <a:pt x="8343900" y="589991"/>
                </a:lnTo>
                <a:close/>
              </a:path>
              <a:path w="11201400" h="1183005">
                <a:moveTo>
                  <a:pt x="8343900" y="3454"/>
                </a:moveTo>
                <a:lnTo>
                  <a:pt x="8343443" y="2324"/>
                </a:lnTo>
                <a:lnTo>
                  <a:pt x="8341576" y="469"/>
                </a:lnTo>
                <a:lnTo>
                  <a:pt x="8340458" y="0"/>
                </a:lnTo>
                <a:lnTo>
                  <a:pt x="8337829" y="0"/>
                </a:lnTo>
                <a:lnTo>
                  <a:pt x="8336699" y="469"/>
                </a:lnTo>
                <a:lnTo>
                  <a:pt x="8334845" y="2324"/>
                </a:lnTo>
                <a:lnTo>
                  <a:pt x="8334375" y="3454"/>
                </a:lnTo>
                <a:lnTo>
                  <a:pt x="8334375" y="6083"/>
                </a:lnTo>
                <a:lnTo>
                  <a:pt x="8334845" y="7200"/>
                </a:lnTo>
                <a:lnTo>
                  <a:pt x="8336699" y="9067"/>
                </a:lnTo>
                <a:lnTo>
                  <a:pt x="8337829" y="9525"/>
                </a:lnTo>
                <a:lnTo>
                  <a:pt x="8340458" y="9525"/>
                </a:lnTo>
                <a:lnTo>
                  <a:pt x="8341576" y="9067"/>
                </a:lnTo>
                <a:lnTo>
                  <a:pt x="8343443" y="7200"/>
                </a:lnTo>
                <a:lnTo>
                  <a:pt x="8343900" y="6083"/>
                </a:lnTo>
                <a:lnTo>
                  <a:pt x="8343900" y="3454"/>
                </a:lnTo>
                <a:close/>
              </a:path>
              <a:path w="11201400" h="1183005">
                <a:moveTo>
                  <a:pt x="8391525" y="1176528"/>
                </a:moveTo>
                <a:lnTo>
                  <a:pt x="8391068" y="1175410"/>
                </a:lnTo>
                <a:lnTo>
                  <a:pt x="8389201" y="1173543"/>
                </a:lnTo>
                <a:lnTo>
                  <a:pt x="8388083" y="1173086"/>
                </a:lnTo>
                <a:lnTo>
                  <a:pt x="8385454" y="1173086"/>
                </a:lnTo>
                <a:lnTo>
                  <a:pt x="8384324" y="1173543"/>
                </a:lnTo>
                <a:lnTo>
                  <a:pt x="8382470" y="1175410"/>
                </a:lnTo>
                <a:lnTo>
                  <a:pt x="8382000" y="1176528"/>
                </a:lnTo>
                <a:lnTo>
                  <a:pt x="8382000" y="1179156"/>
                </a:lnTo>
                <a:lnTo>
                  <a:pt x="8382470" y="1180287"/>
                </a:lnTo>
                <a:lnTo>
                  <a:pt x="8384324" y="1182141"/>
                </a:lnTo>
                <a:lnTo>
                  <a:pt x="8385454" y="1182611"/>
                </a:lnTo>
                <a:lnTo>
                  <a:pt x="8388083" y="1182611"/>
                </a:lnTo>
                <a:lnTo>
                  <a:pt x="8389201" y="1182141"/>
                </a:lnTo>
                <a:lnTo>
                  <a:pt x="8391068" y="1180287"/>
                </a:lnTo>
                <a:lnTo>
                  <a:pt x="8391525" y="1179156"/>
                </a:lnTo>
                <a:lnTo>
                  <a:pt x="8391525" y="1176528"/>
                </a:lnTo>
                <a:close/>
              </a:path>
              <a:path w="11201400" h="1183005">
                <a:moveTo>
                  <a:pt x="8391525" y="589991"/>
                </a:moveTo>
                <a:lnTo>
                  <a:pt x="8391068" y="588873"/>
                </a:lnTo>
                <a:lnTo>
                  <a:pt x="8389201" y="587006"/>
                </a:lnTo>
                <a:lnTo>
                  <a:pt x="8388083" y="586536"/>
                </a:lnTo>
                <a:lnTo>
                  <a:pt x="8385454" y="586536"/>
                </a:lnTo>
                <a:lnTo>
                  <a:pt x="8384324" y="587006"/>
                </a:lnTo>
                <a:lnTo>
                  <a:pt x="8382470" y="588873"/>
                </a:lnTo>
                <a:lnTo>
                  <a:pt x="8382000" y="589991"/>
                </a:lnTo>
                <a:lnTo>
                  <a:pt x="8382000" y="592620"/>
                </a:lnTo>
                <a:lnTo>
                  <a:pt x="8382470" y="593737"/>
                </a:lnTo>
                <a:lnTo>
                  <a:pt x="8384324" y="595604"/>
                </a:lnTo>
                <a:lnTo>
                  <a:pt x="8385454" y="596061"/>
                </a:lnTo>
                <a:lnTo>
                  <a:pt x="8388083" y="596061"/>
                </a:lnTo>
                <a:lnTo>
                  <a:pt x="8389201" y="595604"/>
                </a:lnTo>
                <a:lnTo>
                  <a:pt x="8391068" y="593737"/>
                </a:lnTo>
                <a:lnTo>
                  <a:pt x="8391525" y="592620"/>
                </a:lnTo>
                <a:lnTo>
                  <a:pt x="8391525" y="589991"/>
                </a:lnTo>
                <a:close/>
              </a:path>
              <a:path w="11201400" h="1183005">
                <a:moveTo>
                  <a:pt x="8391525" y="3454"/>
                </a:moveTo>
                <a:lnTo>
                  <a:pt x="8391068" y="2324"/>
                </a:lnTo>
                <a:lnTo>
                  <a:pt x="8389201" y="469"/>
                </a:lnTo>
                <a:lnTo>
                  <a:pt x="8388083" y="0"/>
                </a:lnTo>
                <a:lnTo>
                  <a:pt x="8385454" y="0"/>
                </a:lnTo>
                <a:lnTo>
                  <a:pt x="8384324" y="469"/>
                </a:lnTo>
                <a:lnTo>
                  <a:pt x="8382470" y="2324"/>
                </a:lnTo>
                <a:lnTo>
                  <a:pt x="8382000" y="3454"/>
                </a:lnTo>
                <a:lnTo>
                  <a:pt x="8382000" y="6083"/>
                </a:lnTo>
                <a:lnTo>
                  <a:pt x="8382470" y="7200"/>
                </a:lnTo>
                <a:lnTo>
                  <a:pt x="8384324" y="9067"/>
                </a:lnTo>
                <a:lnTo>
                  <a:pt x="8385454" y="9525"/>
                </a:lnTo>
                <a:lnTo>
                  <a:pt x="8388083" y="9525"/>
                </a:lnTo>
                <a:lnTo>
                  <a:pt x="8389201" y="9067"/>
                </a:lnTo>
                <a:lnTo>
                  <a:pt x="8391068" y="7200"/>
                </a:lnTo>
                <a:lnTo>
                  <a:pt x="8391525" y="6083"/>
                </a:lnTo>
                <a:lnTo>
                  <a:pt x="8391525" y="3454"/>
                </a:lnTo>
                <a:close/>
              </a:path>
              <a:path w="11201400" h="1183005">
                <a:moveTo>
                  <a:pt x="8439150" y="1176528"/>
                </a:moveTo>
                <a:lnTo>
                  <a:pt x="8438693" y="1175410"/>
                </a:lnTo>
                <a:lnTo>
                  <a:pt x="8436826" y="1173543"/>
                </a:lnTo>
                <a:lnTo>
                  <a:pt x="8435708" y="1173086"/>
                </a:lnTo>
                <a:lnTo>
                  <a:pt x="8433079" y="1173086"/>
                </a:lnTo>
                <a:lnTo>
                  <a:pt x="8431949" y="1173543"/>
                </a:lnTo>
                <a:lnTo>
                  <a:pt x="8430095" y="1175410"/>
                </a:lnTo>
                <a:lnTo>
                  <a:pt x="8429625" y="1176528"/>
                </a:lnTo>
                <a:lnTo>
                  <a:pt x="8429625" y="1179156"/>
                </a:lnTo>
                <a:lnTo>
                  <a:pt x="8430095" y="1180287"/>
                </a:lnTo>
                <a:lnTo>
                  <a:pt x="8431949" y="1182141"/>
                </a:lnTo>
                <a:lnTo>
                  <a:pt x="8433079" y="1182611"/>
                </a:lnTo>
                <a:lnTo>
                  <a:pt x="8435708" y="1182611"/>
                </a:lnTo>
                <a:lnTo>
                  <a:pt x="8436826" y="1182141"/>
                </a:lnTo>
                <a:lnTo>
                  <a:pt x="8438693" y="1180287"/>
                </a:lnTo>
                <a:lnTo>
                  <a:pt x="8439150" y="1179156"/>
                </a:lnTo>
                <a:lnTo>
                  <a:pt x="8439150" y="1176528"/>
                </a:lnTo>
                <a:close/>
              </a:path>
              <a:path w="11201400" h="1183005">
                <a:moveTo>
                  <a:pt x="8439150" y="589991"/>
                </a:moveTo>
                <a:lnTo>
                  <a:pt x="8438693" y="588873"/>
                </a:lnTo>
                <a:lnTo>
                  <a:pt x="8436826" y="587006"/>
                </a:lnTo>
                <a:lnTo>
                  <a:pt x="8435708" y="586536"/>
                </a:lnTo>
                <a:lnTo>
                  <a:pt x="8433079" y="586536"/>
                </a:lnTo>
                <a:lnTo>
                  <a:pt x="8431949" y="587006"/>
                </a:lnTo>
                <a:lnTo>
                  <a:pt x="8430095" y="588873"/>
                </a:lnTo>
                <a:lnTo>
                  <a:pt x="8429625" y="589991"/>
                </a:lnTo>
                <a:lnTo>
                  <a:pt x="8429625" y="592620"/>
                </a:lnTo>
                <a:lnTo>
                  <a:pt x="8430095" y="593737"/>
                </a:lnTo>
                <a:lnTo>
                  <a:pt x="8431949" y="595604"/>
                </a:lnTo>
                <a:lnTo>
                  <a:pt x="8433079" y="596061"/>
                </a:lnTo>
                <a:lnTo>
                  <a:pt x="8435708" y="596061"/>
                </a:lnTo>
                <a:lnTo>
                  <a:pt x="8436826" y="595604"/>
                </a:lnTo>
                <a:lnTo>
                  <a:pt x="8438693" y="593737"/>
                </a:lnTo>
                <a:lnTo>
                  <a:pt x="8439150" y="592620"/>
                </a:lnTo>
                <a:lnTo>
                  <a:pt x="8439150" y="589991"/>
                </a:lnTo>
                <a:close/>
              </a:path>
              <a:path w="11201400" h="1183005">
                <a:moveTo>
                  <a:pt x="8439150" y="3454"/>
                </a:moveTo>
                <a:lnTo>
                  <a:pt x="8438693" y="2324"/>
                </a:lnTo>
                <a:lnTo>
                  <a:pt x="8436826" y="469"/>
                </a:lnTo>
                <a:lnTo>
                  <a:pt x="8435708" y="0"/>
                </a:lnTo>
                <a:lnTo>
                  <a:pt x="8433079" y="0"/>
                </a:lnTo>
                <a:lnTo>
                  <a:pt x="8431949" y="469"/>
                </a:lnTo>
                <a:lnTo>
                  <a:pt x="8430095" y="2324"/>
                </a:lnTo>
                <a:lnTo>
                  <a:pt x="8429625" y="3454"/>
                </a:lnTo>
                <a:lnTo>
                  <a:pt x="8429625" y="6083"/>
                </a:lnTo>
                <a:lnTo>
                  <a:pt x="8430095" y="7200"/>
                </a:lnTo>
                <a:lnTo>
                  <a:pt x="8431949" y="9067"/>
                </a:lnTo>
                <a:lnTo>
                  <a:pt x="8433079" y="9525"/>
                </a:lnTo>
                <a:lnTo>
                  <a:pt x="8435708" y="9525"/>
                </a:lnTo>
                <a:lnTo>
                  <a:pt x="8436826" y="9067"/>
                </a:lnTo>
                <a:lnTo>
                  <a:pt x="8438693" y="7200"/>
                </a:lnTo>
                <a:lnTo>
                  <a:pt x="8439150" y="6083"/>
                </a:lnTo>
                <a:lnTo>
                  <a:pt x="8439150" y="3454"/>
                </a:lnTo>
                <a:close/>
              </a:path>
              <a:path w="11201400" h="1183005">
                <a:moveTo>
                  <a:pt x="8486775" y="1176528"/>
                </a:moveTo>
                <a:lnTo>
                  <a:pt x="8486318" y="1175410"/>
                </a:lnTo>
                <a:lnTo>
                  <a:pt x="8484451" y="1173543"/>
                </a:lnTo>
                <a:lnTo>
                  <a:pt x="8483333" y="1173086"/>
                </a:lnTo>
                <a:lnTo>
                  <a:pt x="8480704" y="1173086"/>
                </a:lnTo>
                <a:lnTo>
                  <a:pt x="8479574" y="1173543"/>
                </a:lnTo>
                <a:lnTo>
                  <a:pt x="8477720" y="1175410"/>
                </a:lnTo>
                <a:lnTo>
                  <a:pt x="8477250" y="1176528"/>
                </a:lnTo>
                <a:lnTo>
                  <a:pt x="8477250" y="1179156"/>
                </a:lnTo>
                <a:lnTo>
                  <a:pt x="8477720" y="1180287"/>
                </a:lnTo>
                <a:lnTo>
                  <a:pt x="8479574" y="1182141"/>
                </a:lnTo>
                <a:lnTo>
                  <a:pt x="8480704" y="1182611"/>
                </a:lnTo>
                <a:lnTo>
                  <a:pt x="8483333" y="1182611"/>
                </a:lnTo>
                <a:lnTo>
                  <a:pt x="8484451" y="1182141"/>
                </a:lnTo>
                <a:lnTo>
                  <a:pt x="8486318" y="1180287"/>
                </a:lnTo>
                <a:lnTo>
                  <a:pt x="8486775" y="1179156"/>
                </a:lnTo>
                <a:lnTo>
                  <a:pt x="8486775" y="1176528"/>
                </a:lnTo>
                <a:close/>
              </a:path>
              <a:path w="11201400" h="1183005">
                <a:moveTo>
                  <a:pt x="8486775" y="589991"/>
                </a:moveTo>
                <a:lnTo>
                  <a:pt x="8486318" y="588873"/>
                </a:lnTo>
                <a:lnTo>
                  <a:pt x="8484451" y="587006"/>
                </a:lnTo>
                <a:lnTo>
                  <a:pt x="8483333" y="586536"/>
                </a:lnTo>
                <a:lnTo>
                  <a:pt x="8480704" y="586536"/>
                </a:lnTo>
                <a:lnTo>
                  <a:pt x="8479574" y="587006"/>
                </a:lnTo>
                <a:lnTo>
                  <a:pt x="8477720" y="588873"/>
                </a:lnTo>
                <a:lnTo>
                  <a:pt x="8477250" y="589991"/>
                </a:lnTo>
                <a:lnTo>
                  <a:pt x="8477250" y="592620"/>
                </a:lnTo>
                <a:lnTo>
                  <a:pt x="8477720" y="593737"/>
                </a:lnTo>
                <a:lnTo>
                  <a:pt x="8479574" y="595604"/>
                </a:lnTo>
                <a:lnTo>
                  <a:pt x="8480704" y="596061"/>
                </a:lnTo>
                <a:lnTo>
                  <a:pt x="8483333" y="596061"/>
                </a:lnTo>
                <a:lnTo>
                  <a:pt x="8484451" y="595604"/>
                </a:lnTo>
                <a:lnTo>
                  <a:pt x="8486318" y="593737"/>
                </a:lnTo>
                <a:lnTo>
                  <a:pt x="8486775" y="592620"/>
                </a:lnTo>
                <a:lnTo>
                  <a:pt x="8486775" y="589991"/>
                </a:lnTo>
                <a:close/>
              </a:path>
              <a:path w="11201400" h="1183005">
                <a:moveTo>
                  <a:pt x="8486775" y="3454"/>
                </a:moveTo>
                <a:lnTo>
                  <a:pt x="8486318" y="2324"/>
                </a:lnTo>
                <a:lnTo>
                  <a:pt x="8484451" y="469"/>
                </a:lnTo>
                <a:lnTo>
                  <a:pt x="8483333" y="0"/>
                </a:lnTo>
                <a:lnTo>
                  <a:pt x="8480704" y="0"/>
                </a:lnTo>
                <a:lnTo>
                  <a:pt x="8479574" y="469"/>
                </a:lnTo>
                <a:lnTo>
                  <a:pt x="8477720" y="2324"/>
                </a:lnTo>
                <a:lnTo>
                  <a:pt x="8477250" y="3454"/>
                </a:lnTo>
                <a:lnTo>
                  <a:pt x="8477250" y="6083"/>
                </a:lnTo>
                <a:lnTo>
                  <a:pt x="8477720" y="7200"/>
                </a:lnTo>
                <a:lnTo>
                  <a:pt x="8479574" y="9067"/>
                </a:lnTo>
                <a:lnTo>
                  <a:pt x="8480704" y="9525"/>
                </a:lnTo>
                <a:lnTo>
                  <a:pt x="8483333" y="9525"/>
                </a:lnTo>
                <a:lnTo>
                  <a:pt x="8484451" y="9067"/>
                </a:lnTo>
                <a:lnTo>
                  <a:pt x="8486318" y="7200"/>
                </a:lnTo>
                <a:lnTo>
                  <a:pt x="8486775" y="6083"/>
                </a:lnTo>
                <a:lnTo>
                  <a:pt x="8486775" y="3454"/>
                </a:lnTo>
                <a:close/>
              </a:path>
              <a:path w="11201400" h="1183005">
                <a:moveTo>
                  <a:pt x="8534400" y="1176528"/>
                </a:moveTo>
                <a:lnTo>
                  <a:pt x="8533943" y="1175410"/>
                </a:lnTo>
                <a:lnTo>
                  <a:pt x="8532076" y="1173543"/>
                </a:lnTo>
                <a:lnTo>
                  <a:pt x="8530958" y="1173086"/>
                </a:lnTo>
                <a:lnTo>
                  <a:pt x="8528329" y="1173086"/>
                </a:lnTo>
                <a:lnTo>
                  <a:pt x="8527199" y="1173543"/>
                </a:lnTo>
                <a:lnTo>
                  <a:pt x="8525345" y="1175410"/>
                </a:lnTo>
                <a:lnTo>
                  <a:pt x="8524875" y="1176528"/>
                </a:lnTo>
                <a:lnTo>
                  <a:pt x="8524875" y="1179156"/>
                </a:lnTo>
                <a:lnTo>
                  <a:pt x="8525345" y="1180287"/>
                </a:lnTo>
                <a:lnTo>
                  <a:pt x="8527199" y="1182141"/>
                </a:lnTo>
                <a:lnTo>
                  <a:pt x="8528329" y="1182611"/>
                </a:lnTo>
                <a:lnTo>
                  <a:pt x="8530958" y="1182611"/>
                </a:lnTo>
                <a:lnTo>
                  <a:pt x="8532076" y="1182141"/>
                </a:lnTo>
                <a:lnTo>
                  <a:pt x="8533943" y="1180287"/>
                </a:lnTo>
                <a:lnTo>
                  <a:pt x="8534400" y="1179156"/>
                </a:lnTo>
                <a:lnTo>
                  <a:pt x="8534400" y="1176528"/>
                </a:lnTo>
                <a:close/>
              </a:path>
              <a:path w="11201400" h="1183005">
                <a:moveTo>
                  <a:pt x="8534400" y="589991"/>
                </a:moveTo>
                <a:lnTo>
                  <a:pt x="8533943" y="588873"/>
                </a:lnTo>
                <a:lnTo>
                  <a:pt x="8532076" y="587006"/>
                </a:lnTo>
                <a:lnTo>
                  <a:pt x="8530958" y="586536"/>
                </a:lnTo>
                <a:lnTo>
                  <a:pt x="8528329" y="586536"/>
                </a:lnTo>
                <a:lnTo>
                  <a:pt x="8527199" y="587006"/>
                </a:lnTo>
                <a:lnTo>
                  <a:pt x="8525345" y="588873"/>
                </a:lnTo>
                <a:lnTo>
                  <a:pt x="8524875" y="589991"/>
                </a:lnTo>
                <a:lnTo>
                  <a:pt x="8524875" y="592620"/>
                </a:lnTo>
                <a:lnTo>
                  <a:pt x="8525345" y="593737"/>
                </a:lnTo>
                <a:lnTo>
                  <a:pt x="8527199" y="595604"/>
                </a:lnTo>
                <a:lnTo>
                  <a:pt x="8528329" y="596061"/>
                </a:lnTo>
                <a:lnTo>
                  <a:pt x="8530958" y="596061"/>
                </a:lnTo>
                <a:lnTo>
                  <a:pt x="8532076" y="595604"/>
                </a:lnTo>
                <a:lnTo>
                  <a:pt x="8533943" y="593737"/>
                </a:lnTo>
                <a:lnTo>
                  <a:pt x="8534400" y="592620"/>
                </a:lnTo>
                <a:lnTo>
                  <a:pt x="8534400" y="589991"/>
                </a:lnTo>
                <a:close/>
              </a:path>
              <a:path w="11201400" h="1183005">
                <a:moveTo>
                  <a:pt x="8534400" y="3454"/>
                </a:moveTo>
                <a:lnTo>
                  <a:pt x="8533943" y="2324"/>
                </a:lnTo>
                <a:lnTo>
                  <a:pt x="8532076" y="469"/>
                </a:lnTo>
                <a:lnTo>
                  <a:pt x="8530958" y="0"/>
                </a:lnTo>
                <a:lnTo>
                  <a:pt x="8528329" y="0"/>
                </a:lnTo>
                <a:lnTo>
                  <a:pt x="8527199" y="469"/>
                </a:lnTo>
                <a:lnTo>
                  <a:pt x="8525345" y="2324"/>
                </a:lnTo>
                <a:lnTo>
                  <a:pt x="8524875" y="3454"/>
                </a:lnTo>
                <a:lnTo>
                  <a:pt x="8524875" y="6083"/>
                </a:lnTo>
                <a:lnTo>
                  <a:pt x="8525345" y="7200"/>
                </a:lnTo>
                <a:lnTo>
                  <a:pt x="8527199" y="9067"/>
                </a:lnTo>
                <a:lnTo>
                  <a:pt x="8528329" y="9525"/>
                </a:lnTo>
                <a:lnTo>
                  <a:pt x="8530958" y="9525"/>
                </a:lnTo>
                <a:lnTo>
                  <a:pt x="8532076" y="9067"/>
                </a:lnTo>
                <a:lnTo>
                  <a:pt x="8533943" y="7200"/>
                </a:lnTo>
                <a:lnTo>
                  <a:pt x="8534400" y="6083"/>
                </a:lnTo>
                <a:lnTo>
                  <a:pt x="8534400" y="3454"/>
                </a:lnTo>
                <a:close/>
              </a:path>
              <a:path w="11201400" h="1183005">
                <a:moveTo>
                  <a:pt x="8582025" y="1176528"/>
                </a:moveTo>
                <a:lnTo>
                  <a:pt x="8581568" y="1175410"/>
                </a:lnTo>
                <a:lnTo>
                  <a:pt x="8579701" y="1173543"/>
                </a:lnTo>
                <a:lnTo>
                  <a:pt x="8578583" y="1173086"/>
                </a:lnTo>
                <a:lnTo>
                  <a:pt x="8575954" y="1173086"/>
                </a:lnTo>
                <a:lnTo>
                  <a:pt x="8574824" y="1173543"/>
                </a:lnTo>
                <a:lnTo>
                  <a:pt x="8572970" y="1175410"/>
                </a:lnTo>
                <a:lnTo>
                  <a:pt x="8572500" y="1176528"/>
                </a:lnTo>
                <a:lnTo>
                  <a:pt x="8572500" y="1179156"/>
                </a:lnTo>
                <a:lnTo>
                  <a:pt x="8572970" y="1180287"/>
                </a:lnTo>
                <a:lnTo>
                  <a:pt x="8574824" y="1182141"/>
                </a:lnTo>
                <a:lnTo>
                  <a:pt x="8575954" y="1182611"/>
                </a:lnTo>
                <a:lnTo>
                  <a:pt x="8578583" y="1182611"/>
                </a:lnTo>
                <a:lnTo>
                  <a:pt x="8579701" y="1182141"/>
                </a:lnTo>
                <a:lnTo>
                  <a:pt x="8581568" y="1180287"/>
                </a:lnTo>
                <a:lnTo>
                  <a:pt x="8582025" y="1179156"/>
                </a:lnTo>
                <a:lnTo>
                  <a:pt x="8582025" y="1176528"/>
                </a:lnTo>
                <a:close/>
              </a:path>
              <a:path w="11201400" h="1183005">
                <a:moveTo>
                  <a:pt x="8582025" y="589991"/>
                </a:moveTo>
                <a:lnTo>
                  <a:pt x="8581568" y="588873"/>
                </a:lnTo>
                <a:lnTo>
                  <a:pt x="8579701" y="587006"/>
                </a:lnTo>
                <a:lnTo>
                  <a:pt x="8578583" y="586536"/>
                </a:lnTo>
                <a:lnTo>
                  <a:pt x="8575954" y="586536"/>
                </a:lnTo>
                <a:lnTo>
                  <a:pt x="8574824" y="587006"/>
                </a:lnTo>
                <a:lnTo>
                  <a:pt x="8572970" y="588873"/>
                </a:lnTo>
                <a:lnTo>
                  <a:pt x="8572500" y="589991"/>
                </a:lnTo>
                <a:lnTo>
                  <a:pt x="8572500" y="592620"/>
                </a:lnTo>
                <a:lnTo>
                  <a:pt x="8572970" y="593737"/>
                </a:lnTo>
                <a:lnTo>
                  <a:pt x="8574824" y="595604"/>
                </a:lnTo>
                <a:lnTo>
                  <a:pt x="8575954" y="596061"/>
                </a:lnTo>
                <a:lnTo>
                  <a:pt x="8578583" y="596061"/>
                </a:lnTo>
                <a:lnTo>
                  <a:pt x="8579701" y="595604"/>
                </a:lnTo>
                <a:lnTo>
                  <a:pt x="8581568" y="593737"/>
                </a:lnTo>
                <a:lnTo>
                  <a:pt x="8582025" y="592620"/>
                </a:lnTo>
                <a:lnTo>
                  <a:pt x="8582025" y="589991"/>
                </a:lnTo>
                <a:close/>
              </a:path>
              <a:path w="11201400" h="1183005">
                <a:moveTo>
                  <a:pt x="8582025" y="3454"/>
                </a:moveTo>
                <a:lnTo>
                  <a:pt x="8581568" y="2324"/>
                </a:lnTo>
                <a:lnTo>
                  <a:pt x="8579701" y="469"/>
                </a:lnTo>
                <a:lnTo>
                  <a:pt x="8578583" y="0"/>
                </a:lnTo>
                <a:lnTo>
                  <a:pt x="8575954" y="0"/>
                </a:lnTo>
                <a:lnTo>
                  <a:pt x="8574824" y="469"/>
                </a:lnTo>
                <a:lnTo>
                  <a:pt x="8572970" y="2324"/>
                </a:lnTo>
                <a:lnTo>
                  <a:pt x="8572500" y="3454"/>
                </a:lnTo>
                <a:lnTo>
                  <a:pt x="8572500" y="6083"/>
                </a:lnTo>
                <a:lnTo>
                  <a:pt x="8572970" y="7200"/>
                </a:lnTo>
                <a:lnTo>
                  <a:pt x="8574824" y="9067"/>
                </a:lnTo>
                <a:lnTo>
                  <a:pt x="8575954" y="9525"/>
                </a:lnTo>
                <a:lnTo>
                  <a:pt x="8578583" y="9525"/>
                </a:lnTo>
                <a:lnTo>
                  <a:pt x="8579701" y="9067"/>
                </a:lnTo>
                <a:lnTo>
                  <a:pt x="8581568" y="7200"/>
                </a:lnTo>
                <a:lnTo>
                  <a:pt x="8582025" y="6083"/>
                </a:lnTo>
                <a:lnTo>
                  <a:pt x="8582025" y="3454"/>
                </a:lnTo>
                <a:close/>
              </a:path>
              <a:path w="11201400" h="1183005">
                <a:moveTo>
                  <a:pt x="8629650" y="1176528"/>
                </a:moveTo>
                <a:lnTo>
                  <a:pt x="8629193" y="1175410"/>
                </a:lnTo>
                <a:lnTo>
                  <a:pt x="8627326" y="1173543"/>
                </a:lnTo>
                <a:lnTo>
                  <a:pt x="8626208" y="1173086"/>
                </a:lnTo>
                <a:lnTo>
                  <a:pt x="8623579" y="1173086"/>
                </a:lnTo>
                <a:lnTo>
                  <a:pt x="8622449" y="1173543"/>
                </a:lnTo>
                <a:lnTo>
                  <a:pt x="8620595" y="1175410"/>
                </a:lnTo>
                <a:lnTo>
                  <a:pt x="8620125" y="1176528"/>
                </a:lnTo>
                <a:lnTo>
                  <a:pt x="8620125" y="1179156"/>
                </a:lnTo>
                <a:lnTo>
                  <a:pt x="8620595" y="1180287"/>
                </a:lnTo>
                <a:lnTo>
                  <a:pt x="8622449" y="1182141"/>
                </a:lnTo>
                <a:lnTo>
                  <a:pt x="8623579" y="1182611"/>
                </a:lnTo>
                <a:lnTo>
                  <a:pt x="8626208" y="1182611"/>
                </a:lnTo>
                <a:lnTo>
                  <a:pt x="8627326" y="1182141"/>
                </a:lnTo>
                <a:lnTo>
                  <a:pt x="8629193" y="1180287"/>
                </a:lnTo>
                <a:lnTo>
                  <a:pt x="8629650" y="1179156"/>
                </a:lnTo>
                <a:lnTo>
                  <a:pt x="8629650" y="1176528"/>
                </a:lnTo>
                <a:close/>
              </a:path>
              <a:path w="11201400" h="1183005">
                <a:moveTo>
                  <a:pt x="8629650" y="589991"/>
                </a:moveTo>
                <a:lnTo>
                  <a:pt x="8629193" y="588873"/>
                </a:lnTo>
                <a:lnTo>
                  <a:pt x="8627326" y="587006"/>
                </a:lnTo>
                <a:lnTo>
                  <a:pt x="8626208" y="586536"/>
                </a:lnTo>
                <a:lnTo>
                  <a:pt x="8623579" y="586536"/>
                </a:lnTo>
                <a:lnTo>
                  <a:pt x="8622449" y="587006"/>
                </a:lnTo>
                <a:lnTo>
                  <a:pt x="8620595" y="588873"/>
                </a:lnTo>
                <a:lnTo>
                  <a:pt x="8620125" y="589991"/>
                </a:lnTo>
                <a:lnTo>
                  <a:pt x="8620125" y="592620"/>
                </a:lnTo>
                <a:lnTo>
                  <a:pt x="8620595" y="593737"/>
                </a:lnTo>
                <a:lnTo>
                  <a:pt x="8622449" y="595604"/>
                </a:lnTo>
                <a:lnTo>
                  <a:pt x="8623579" y="596061"/>
                </a:lnTo>
                <a:lnTo>
                  <a:pt x="8626208" y="596061"/>
                </a:lnTo>
                <a:lnTo>
                  <a:pt x="8627326" y="595604"/>
                </a:lnTo>
                <a:lnTo>
                  <a:pt x="8629193" y="593737"/>
                </a:lnTo>
                <a:lnTo>
                  <a:pt x="8629650" y="592620"/>
                </a:lnTo>
                <a:lnTo>
                  <a:pt x="8629650" y="589991"/>
                </a:lnTo>
                <a:close/>
              </a:path>
              <a:path w="11201400" h="1183005">
                <a:moveTo>
                  <a:pt x="8629650" y="3454"/>
                </a:moveTo>
                <a:lnTo>
                  <a:pt x="8629193" y="2324"/>
                </a:lnTo>
                <a:lnTo>
                  <a:pt x="8627326" y="469"/>
                </a:lnTo>
                <a:lnTo>
                  <a:pt x="8626208" y="0"/>
                </a:lnTo>
                <a:lnTo>
                  <a:pt x="8623579" y="0"/>
                </a:lnTo>
                <a:lnTo>
                  <a:pt x="8622449" y="469"/>
                </a:lnTo>
                <a:lnTo>
                  <a:pt x="8620595" y="2324"/>
                </a:lnTo>
                <a:lnTo>
                  <a:pt x="8620125" y="3454"/>
                </a:lnTo>
                <a:lnTo>
                  <a:pt x="8620125" y="6083"/>
                </a:lnTo>
                <a:lnTo>
                  <a:pt x="8620595" y="7200"/>
                </a:lnTo>
                <a:lnTo>
                  <a:pt x="8622449" y="9067"/>
                </a:lnTo>
                <a:lnTo>
                  <a:pt x="8623579" y="9525"/>
                </a:lnTo>
                <a:lnTo>
                  <a:pt x="8626208" y="9525"/>
                </a:lnTo>
                <a:lnTo>
                  <a:pt x="8627326" y="9067"/>
                </a:lnTo>
                <a:lnTo>
                  <a:pt x="8629193" y="7200"/>
                </a:lnTo>
                <a:lnTo>
                  <a:pt x="8629650" y="6083"/>
                </a:lnTo>
                <a:lnTo>
                  <a:pt x="8629650" y="3454"/>
                </a:lnTo>
                <a:close/>
              </a:path>
              <a:path w="11201400" h="1183005">
                <a:moveTo>
                  <a:pt x="8677275" y="1176528"/>
                </a:moveTo>
                <a:lnTo>
                  <a:pt x="8676818" y="1175410"/>
                </a:lnTo>
                <a:lnTo>
                  <a:pt x="8674951" y="1173543"/>
                </a:lnTo>
                <a:lnTo>
                  <a:pt x="8673833" y="1173086"/>
                </a:lnTo>
                <a:lnTo>
                  <a:pt x="8671204" y="1173086"/>
                </a:lnTo>
                <a:lnTo>
                  <a:pt x="8670074" y="1173543"/>
                </a:lnTo>
                <a:lnTo>
                  <a:pt x="8668220" y="1175410"/>
                </a:lnTo>
                <a:lnTo>
                  <a:pt x="8667750" y="1176528"/>
                </a:lnTo>
                <a:lnTo>
                  <a:pt x="8667750" y="1179156"/>
                </a:lnTo>
                <a:lnTo>
                  <a:pt x="8668220" y="1180287"/>
                </a:lnTo>
                <a:lnTo>
                  <a:pt x="8670074" y="1182141"/>
                </a:lnTo>
                <a:lnTo>
                  <a:pt x="8671204" y="1182611"/>
                </a:lnTo>
                <a:lnTo>
                  <a:pt x="8673833" y="1182611"/>
                </a:lnTo>
                <a:lnTo>
                  <a:pt x="8674951" y="1182141"/>
                </a:lnTo>
                <a:lnTo>
                  <a:pt x="8676818" y="1180287"/>
                </a:lnTo>
                <a:lnTo>
                  <a:pt x="8677275" y="1179156"/>
                </a:lnTo>
                <a:lnTo>
                  <a:pt x="8677275" y="1176528"/>
                </a:lnTo>
                <a:close/>
              </a:path>
              <a:path w="11201400" h="1183005">
                <a:moveTo>
                  <a:pt x="8677275" y="589991"/>
                </a:moveTo>
                <a:lnTo>
                  <a:pt x="8676818" y="588873"/>
                </a:lnTo>
                <a:lnTo>
                  <a:pt x="8674951" y="587006"/>
                </a:lnTo>
                <a:lnTo>
                  <a:pt x="8673833" y="586536"/>
                </a:lnTo>
                <a:lnTo>
                  <a:pt x="8671204" y="586536"/>
                </a:lnTo>
                <a:lnTo>
                  <a:pt x="8670074" y="587006"/>
                </a:lnTo>
                <a:lnTo>
                  <a:pt x="8668220" y="588873"/>
                </a:lnTo>
                <a:lnTo>
                  <a:pt x="8667750" y="589991"/>
                </a:lnTo>
                <a:lnTo>
                  <a:pt x="8667750" y="592620"/>
                </a:lnTo>
                <a:lnTo>
                  <a:pt x="8668220" y="593737"/>
                </a:lnTo>
                <a:lnTo>
                  <a:pt x="8670074" y="595604"/>
                </a:lnTo>
                <a:lnTo>
                  <a:pt x="8671204" y="596061"/>
                </a:lnTo>
                <a:lnTo>
                  <a:pt x="8673833" y="596061"/>
                </a:lnTo>
                <a:lnTo>
                  <a:pt x="8674951" y="595604"/>
                </a:lnTo>
                <a:lnTo>
                  <a:pt x="8676818" y="593737"/>
                </a:lnTo>
                <a:lnTo>
                  <a:pt x="8677275" y="592620"/>
                </a:lnTo>
                <a:lnTo>
                  <a:pt x="8677275" y="589991"/>
                </a:lnTo>
                <a:close/>
              </a:path>
              <a:path w="11201400" h="1183005">
                <a:moveTo>
                  <a:pt x="8677275" y="3454"/>
                </a:moveTo>
                <a:lnTo>
                  <a:pt x="8676818" y="2324"/>
                </a:lnTo>
                <a:lnTo>
                  <a:pt x="8674951" y="469"/>
                </a:lnTo>
                <a:lnTo>
                  <a:pt x="8673833" y="0"/>
                </a:lnTo>
                <a:lnTo>
                  <a:pt x="8671204" y="0"/>
                </a:lnTo>
                <a:lnTo>
                  <a:pt x="8670074" y="469"/>
                </a:lnTo>
                <a:lnTo>
                  <a:pt x="8668220" y="2324"/>
                </a:lnTo>
                <a:lnTo>
                  <a:pt x="8667750" y="3454"/>
                </a:lnTo>
                <a:lnTo>
                  <a:pt x="8667750" y="6083"/>
                </a:lnTo>
                <a:lnTo>
                  <a:pt x="8668220" y="7200"/>
                </a:lnTo>
                <a:lnTo>
                  <a:pt x="8670074" y="9067"/>
                </a:lnTo>
                <a:lnTo>
                  <a:pt x="8671204" y="9525"/>
                </a:lnTo>
                <a:lnTo>
                  <a:pt x="8673833" y="9525"/>
                </a:lnTo>
                <a:lnTo>
                  <a:pt x="8674951" y="9067"/>
                </a:lnTo>
                <a:lnTo>
                  <a:pt x="8676818" y="7200"/>
                </a:lnTo>
                <a:lnTo>
                  <a:pt x="8677275" y="6083"/>
                </a:lnTo>
                <a:lnTo>
                  <a:pt x="8677275" y="3454"/>
                </a:lnTo>
                <a:close/>
              </a:path>
              <a:path w="11201400" h="1183005">
                <a:moveTo>
                  <a:pt x="8724900" y="1176528"/>
                </a:moveTo>
                <a:lnTo>
                  <a:pt x="8724443" y="1175410"/>
                </a:lnTo>
                <a:lnTo>
                  <a:pt x="8722576" y="1173543"/>
                </a:lnTo>
                <a:lnTo>
                  <a:pt x="8721458" y="1173086"/>
                </a:lnTo>
                <a:lnTo>
                  <a:pt x="8718829" y="1173086"/>
                </a:lnTo>
                <a:lnTo>
                  <a:pt x="8717699" y="1173543"/>
                </a:lnTo>
                <a:lnTo>
                  <a:pt x="8715845" y="1175410"/>
                </a:lnTo>
                <a:lnTo>
                  <a:pt x="8715375" y="1176528"/>
                </a:lnTo>
                <a:lnTo>
                  <a:pt x="8715375" y="1179156"/>
                </a:lnTo>
                <a:lnTo>
                  <a:pt x="8715845" y="1180287"/>
                </a:lnTo>
                <a:lnTo>
                  <a:pt x="8717699" y="1182141"/>
                </a:lnTo>
                <a:lnTo>
                  <a:pt x="8718829" y="1182611"/>
                </a:lnTo>
                <a:lnTo>
                  <a:pt x="8721458" y="1182611"/>
                </a:lnTo>
                <a:lnTo>
                  <a:pt x="8722576" y="1182141"/>
                </a:lnTo>
                <a:lnTo>
                  <a:pt x="8724443" y="1180287"/>
                </a:lnTo>
                <a:lnTo>
                  <a:pt x="8724900" y="1179156"/>
                </a:lnTo>
                <a:lnTo>
                  <a:pt x="8724900" y="1176528"/>
                </a:lnTo>
                <a:close/>
              </a:path>
              <a:path w="11201400" h="1183005">
                <a:moveTo>
                  <a:pt x="8724900" y="589991"/>
                </a:moveTo>
                <a:lnTo>
                  <a:pt x="8724443" y="588873"/>
                </a:lnTo>
                <a:lnTo>
                  <a:pt x="8722576" y="587006"/>
                </a:lnTo>
                <a:lnTo>
                  <a:pt x="8721458" y="586536"/>
                </a:lnTo>
                <a:lnTo>
                  <a:pt x="8718829" y="586536"/>
                </a:lnTo>
                <a:lnTo>
                  <a:pt x="8717699" y="587006"/>
                </a:lnTo>
                <a:lnTo>
                  <a:pt x="8715845" y="588873"/>
                </a:lnTo>
                <a:lnTo>
                  <a:pt x="8715375" y="589991"/>
                </a:lnTo>
                <a:lnTo>
                  <a:pt x="8715375" y="592620"/>
                </a:lnTo>
                <a:lnTo>
                  <a:pt x="8715845" y="593737"/>
                </a:lnTo>
                <a:lnTo>
                  <a:pt x="8717699" y="595604"/>
                </a:lnTo>
                <a:lnTo>
                  <a:pt x="8718829" y="596061"/>
                </a:lnTo>
                <a:lnTo>
                  <a:pt x="8721458" y="596061"/>
                </a:lnTo>
                <a:lnTo>
                  <a:pt x="8722576" y="595604"/>
                </a:lnTo>
                <a:lnTo>
                  <a:pt x="8724443" y="593737"/>
                </a:lnTo>
                <a:lnTo>
                  <a:pt x="8724900" y="592620"/>
                </a:lnTo>
                <a:lnTo>
                  <a:pt x="8724900" y="589991"/>
                </a:lnTo>
                <a:close/>
              </a:path>
              <a:path w="11201400" h="1183005">
                <a:moveTo>
                  <a:pt x="8724900" y="3454"/>
                </a:moveTo>
                <a:lnTo>
                  <a:pt x="8724443" y="2324"/>
                </a:lnTo>
                <a:lnTo>
                  <a:pt x="8722576" y="469"/>
                </a:lnTo>
                <a:lnTo>
                  <a:pt x="8721458" y="0"/>
                </a:lnTo>
                <a:lnTo>
                  <a:pt x="8718829" y="0"/>
                </a:lnTo>
                <a:lnTo>
                  <a:pt x="8717699" y="469"/>
                </a:lnTo>
                <a:lnTo>
                  <a:pt x="8715845" y="2324"/>
                </a:lnTo>
                <a:lnTo>
                  <a:pt x="8715375" y="3454"/>
                </a:lnTo>
                <a:lnTo>
                  <a:pt x="8715375" y="6083"/>
                </a:lnTo>
                <a:lnTo>
                  <a:pt x="8715845" y="7200"/>
                </a:lnTo>
                <a:lnTo>
                  <a:pt x="8717699" y="9067"/>
                </a:lnTo>
                <a:lnTo>
                  <a:pt x="8718829" y="9525"/>
                </a:lnTo>
                <a:lnTo>
                  <a:pt x="8721458" y="9525"/>
                </a:lnTo>
                <a:lnTo>
                  <a:pt x="8722576" y="9067"/>
                </a:lnTo>
                <a:lnTo>
                  <a:pt x="8724443" y="7200"/>
                </a:lnTo>
                <a:lnTo>
                  <a:pt x="8724900" y="6083"/>
                </a:lnTo>
                <a:lnTo>
                  <a:pt x="8724900" y="3454"/>
                </a:lnTo>
                <a:close/>
              </a:path>
              <a:path w="11201400" h="1183005">
                <a:moveTo>
                  <a:pt x="8772525" y="1176528"/>
                </a:moveTo>
                <a:lnTo>
                  <a:pt x="8772068" y="1175410"/>
                </a:lnTo>
                <a:lnTo>
                  <a:pt x="8770201" y="1173543"/>
                </a:lnTo>
                <a:lnTo>
                  <a:pt x="8769083" y="1173086"/>
                </a:lnTo>
                <a:lnTo>
                  <a:pt x="8766454" y="1173086"/>
                </a:lnTo>
                <a:lnTo>
                  <a:pt x="8765324" y="1173543"/>
                </a:lnTo>
                <a:lnTo>
                  <a:pt x="8763470" y="1175410"/>
                </a:lnTo>
                <a:lnTo>
                  <a:pt x="8763000" y="1176528"/>
                </a:lnTo>
                <a:lnTo>
                  <a:pt x="8763000" y="1179156"/>
                </a:lnTo>
                <a:lnTo>
                  <a:pt x="8763470" y="1180287"/>
                </a:lnTo>
                <a:lnTo>
                  <a:pt x="8765324" y="1182141"/>
                </a:lnTo>
                <a:lnTo>
                  <a:pt x="8766454" y="1182611"/>
                </a:lnTo>
                <a:lnTo>
                  <a:pt x="8769083" y="1182611"/>
                </a:lnTo>
                <a:lnTo>
                  <a:pt x="8770201" y="1182141"/>
                </a:lnTo>
                <a:lnTo>
                  <a:pt x="8772068" y="1180287"/>
                </a:lnTo>
                <a:lnTo>
                  <a:pt x="8772525" y="1179156"/>
                </a:lnTo>
                <a:lnTo>
                  <a:pt x="8772525" y="1176528"/>
                </a:lnTo>
                <a:close/>
              </a:path>
              <a:path w="11201400" h="1183005">
                <a:moveTo>
                  <a:pt x="8772525" y="589991"/>
                </a:moveTo>
                <a:lnTo>
                  <a:pt x="8772068" y="588873"/>
                </a:lnTo>
                <a:lnTo>
                  <a:pt x="8770201" y="587006"/>
                </a:lnTo>
                <a:lnTo>
                  <a:pt x="8769083" y="586536"/>
                </a:lnTo>
                <a:lnTo>
                  <a:pt x="8766454" y="586536"/>
                </a:lnTo>
                <a:lnTo>
                  <a:pt x="8765324" y="587006"/>
                </a:lnTo>
                <a:lnTo>
                  <a:pt x="8763470" y="588873"/>
                </a:lnTo>
                <a:lnTo>
                  <a:pt x="8763000" y="589991"/>
                </a:lnTo>
                <a:lnTo>
                  <a:pt x="8763000" y="592620"/>
                </a:lnTo>
                <a:lnTo>
                  <a:pt x="8763470" y="593737"/>
                </a:lnTo>
                <a:lnTo>
                  <a:pt x="8765324" y="595604"/>
                </a:lnTo>
                <a:lnTo>
                  <a:pt x="8766454" y="596061"/>
                </a:lnTo>
                <a:lnTo>
                  <a:pt x="8769083" y="596061"/>
                </a:lnTo>
                <a:lnTo>
                  <a:pt x="8770201" y="595604"/>
                </a:lnTo>
                <a:lnTo>
                  <a:pt x="8772068" y="593737"/>
                </a:lnTo>
                <a:lnTo>
                  <a:pt x="8772525" y="592620"/>
                </a:lnTo>
                <a:lnTo>
                  <a:pt x="8772525" y="589991"/>
                </a:lnTo>
                <a:close/>
              </a:path>
              <a:path w="11201400" h="1183005">
                <a:moveTo>
                  <a:pt x="8772525" y="3454"/>
                </a:moveTo>
                <a:lnTo>
                  <a:pt x="8772068" y="2324"/>
                </a:lnTo>
                <a:lnTo>
                  <a:pt x="8770201" y="469"/>
                </a:lnTo>
                <a:lnTo>
                  <a:pt x="8769083" y="0"/>
                </a:lnTo>
                <a:lnTo>
                  <a:pt x="8766454" y="0"/>
                </a:lnTo>
                <a:lnTo>
                  <a:pt x="8765324" y="469"/>
                </a:lnTo>
                <a:lnTo>
                  <a:pt x="8763470" y="2324"/>
                </a:lnTo>
                <a:lnTo>
                  <a:pt x="8763000" y="3454"/>
                </a:lnTo>
                <a:lnTo>
                  <a:pt x="8763000" y="6083"/>
                </a:lnTo>
                <a:lnTo>
                  <a:pt x="8763470" y="7200"/>
                </a:lnTo>
                <a:lnTo>
                  <a:pt x="8765324" y="9067"/>
                </a:lnTo>
                <a:lnTo>
                  <a:pt x="8766454" y="9525"/>
                </a:lnTo>
                <a:lnTo>
                  <a:pt x="8769083" y="9525"/>
                </a:lnTo>
                <a:lnTo>
                  <a:pt x="8770201" y="9067"/>
                </a:lnTo>
                <a:lnTo>
                  <a:pt x="8772068" y="7200"/>
                </a:lnTo>
                <a:lnTo>
                  <a:pt x="8772525" y="6083"/>
                </a:lnTo>
                <a:lnTo>
                  <a:pt x="8772525" y="3454"/>
                </a:lnTo>
                <a:close/>
              </a:path>
              <a:path w="11201400" h="1183005">
                <a:moveTo>
                  <a:pt x="8820150" y="1176528"/>
                </a:moveTo>
                <a:lnTo>
                  <a:pt x="8819693" y="1175410"/>
                </a:lnTo>
                <a:lnTo>
                  <a:pt x="8817826" y="1173543"/>
                </a:lnTo>
                <a:lnTo>
                  <a:pt x="8816708" y="1173086"/>
                </a:lnTo>
                <a:lnTo>
                  <a:pt x="8814079" y="1173086"/>
                </a:lnTo>
                <a:lnTo>
                  <a:pt x="8812949" y="1173543"/>
                </a:lnTo>
                <a:lnTo>
                  <a:pt x="8811095" y="1175410"/>
                </a:lnTo>
                <a:lnTo>
                  <a:pt x="8810625" y="1176528"/>
                </a:lnTo>
                <a:lnTo>
                  <a:pt x="8810625" y="1179156"/>
                </a:lnTo>
                <a:lnTo>
                  <a:pt x="8811095" y="1180287"/>
                </a:lnTo>
                <a:lnTo>
                  <a:pt x="8812949" y="1182141"/>
                </a:lnTo>
                <a:lnTo>
                  <a:pt x="8814079" y="1182611"/>
                </a:lnTo>
                <a:lnTo>
                  <a:pt x="8816708" y="1182611"/>
                </a:lnTo>
                <a:lnTo>
                  <a:pt x="8817826" y="1182141"/>
                </a:lnTo>
                <a:lnTo>
                  <a:pt x="8819693" y="1180287"/>
                </a:lnTo>
                <a:lnTo>
                  <a:pt x="8820150" y="1179156"/>
                </a:lnTo>
                <a:lnTo>
                  <a:pt x="8820150" y="1176528"/>
                </a:lnTo>
                <a:close/>
              </a:path>
              <a:path w="11201400" h="1183005">
                <a:moveTo>
                  <a:pt x="8820150" y="589991"/>
                </a:moveTo>
                <a:lnTo>
                  <a:pt x="8819693" y="588873"/>
                </a:lnTo>
                <a:lnTo>
                  <a:pt x="8817826" y="587006"/>
                </a:lnTo>
                <a:lnTo>
                  <a:pt x="8816708" y="586536"/>
                </a:lnTo>
                <a:lnTo>
                  <a:pt x="8814079" y="586536"/>
                </a:lnTo>
                <a:lnTo>
                  <a:pt x="8812949" y="587006"/>
                </a:lnTo>
                <a:lnTo>
                  <a:pt x="8811095" y="588873"/>
                </a:lnTo>
                <a:lnTo>
                  <a:pt x="8810625" y="589991"/>
                </a:lnTo>
                <a:lnTo>
                  <a:pt x="8810625" y="592620"/>
                </a:lnTo>
                <a:lnTo>
                  <a:pt x="8811095" y="593737"/>
                </a:lnTo>
                <a:lnTo>
                  <a:pt x="8812949" y="595604"/>
                </a:lnTo>
                <a:lnTo>
                  <a:pt x="8814079" y="596061"/>
                </a:lnTo>
                <a:lnTo>
                  <a:pt x="8816708" y="596061"/>
                </a:lnTo>
                <a:lnTo>
                  <a:pt x="8817826" y="595604"/>
                </a:lnTo>
                <a:lnTo>
                  <a:pt x="8819693" y="593737"/>
                </a:lnTo>
                <a:lnTo>
                  <a:pt x="8820150" y="592620"/>
                </a:lnTo>
                <a:lnTo>
                  <a:pt x="8820150" y="589991"/>
                </a:lnTo>
                <a:close/>
              </a:path>
              <a:path w="11201400" h="1183005">
                <a:moveTo>
                  <a:pt x="8820150" y="3454"/>
                </a:moveTo>
                <a:lnTo>
                  <a:pt x="8819693" y="2324"/>
                </a:lnTo>
                <a:lnTo>
                  <a:pt x="8817826" y="469"/>
                </a:lnTo>
                <a:lnTo>
                  <a:pt x="8816708" y="0"/>
                </a:lnTo>
                <a:lnTo>
                  <a:pt x="8814079" y="0"/>
                </a:lnTo>
                <a:lnTo>
                  <a:pt x="8812949" y="469"/>
                </a:lnTo>
                <a:lnTo>
                  <a:pt x="8811095" y="2324"/>
                </a:lnTo>
                <a:lnTo>
                  <a:pt x="8810625" y="3454"/>
                </a:lnTo>
                <a:lnTo>
                  <a:pt x="8810625" y="6083"/>
                </a:lnTo>
                <a:lnTo>
                  <a:pt x="8811095" y="7200"/>
                </a:lnTo>
                <a:lnTo>
                  <a:pt x="8812949" y="9067"/>
                </a:lnTo>
                <a:lnTo>
                  <a:pt x="8814079" y="9525"/>
                </a:lnTo>
                <a:lnTo>
                  <a:pt x="8816708" y="9525"/>
                </a:lnTo>
                <a:lnTo>
                  <a:pt x="8817826" y="9067"/>
                </a:lnTo>
                <a:lnTo>
                  <a:pt x="8819693" y="7200"/>
                </a:lnTo>
                <a:lnTo>
                  <a:pt x="8820150" y="6083"/>
                </a:lnTo>
                <a:lnTo>
                  <a:pt x="8820150" y="3454"/>
                </a:lnTo>
                <a:close/>
              </a:path>
              <a:path w="11201400" h="1183005">
                <a:moveTo>
                  <a:pt x="8867775" y="1176528"/>
                </a:moveTo>
                <a:lnTo>
                  <a:pt x="8867318" y="1175410"/>
                </a:lnTo>
                <a:lnTo>
                  <a:pt x="8865451" y="1173543"/>
                </a:lnTo>
                <a:lnTo>
                  <a:pt x="8864333" y="1173086"/>
                </a:lnTo>
                <a:lnTo>
                  <a:pt x="8861704" y="1173086"/>
                </a:lnTo>
                <a:lnTo>
                  <a:pt x="8860574" y="1173543"/>
                </a:lnTo>
                <a:lnTo>
                  <a:pt x="8858720" y="1175410"/>
                </a:lnTo>
                <a:lnTo>
                  <a:pt x="8858250" y="1176528"/>
                </a:lnTo>
                <a:lnTo>
                  <a:pt x="8858250" y="1179156"/>
                </a:lnTo>
                <a:lnTo>
                  <a:pt x="8858720" y="1180287"/>
                </a:lnTo>
                <a:lnTo>
                  <a:pt x="8860574" y="1182141"/>
                </a:lnTo>
                <a:lnTo>
                  <a:pt x="8861704" y="1182611"/>
                </a:lnTo>
                <a:lnTo>
                  <a:pt x="8864333" y="1182611"/>
                </a:lnTo>
                <a:lnTo>
                  <a:pt x="8865451" y="1182141"/>
                </a:lnTo>
                <a:lnTo>
                  <a:pt x="8867318" y="1180287"/>
                </a:lnTo>
                <a:lnTo>
                  <a:pt x="8867775" y="1179156"/>
                </a:lnTo>
                <a:lnTo>
                  <a:pt x="8867775" y="1176528"/>
                </a:lnTo>
                <a:close/>
              </a:path>
              <a:path w="11201400" h="1183005">
                <a:moveTo>
                  <a:pt x="8867775" y="589991"/>
                </a:moveTo>
                <a:lnTo>
                  <a:pt x="8867318" y="588873"/>
                </a:lnTo>
                <a:lnTo>
                  <a:pt x="8865451" y="587006"/>
                </a:lnTo>
                <a:lnTo>
                  <a:pt x="8864333" y="586536"/>
                </a:lnTo>
                <a:lnTo>
                  <a:pt x="8861704" y="586536"/>
                </a:lnTo>
                <a:lnTo>
                  <a:pt x="8860574" y="587006"/>
                </a:lnTo>
                <a:lnTo>
                  <a:pt x="8858720" y="588873"/>
                </a:lnTo>
                <a:lnTo>
                  <a:pt x="8858250" y="589991"/>
                </a:lnTo>
                <a:lnTo>
                  <a:pt x="8858250" y="592620"/>
                </a:lnTo>
                <a:lnTo>
                  <a:pt x="8858720" y="593737"/>
                </a:lnTo>
                <a:lnTo>
                  <a:pt x="8860574" y="595604"/>
                </a:lnTo>
                <a:lnTo>
                  <a:pt x="8861704" y="596061"/>
                </a:lnTo>
                <a:lnTo>
                  <a:pt x="8864333" y="596061"/>
                </a:lnTo>
                <a:lnTo>
                  <a:pt x="8865451" y="595604"/>
                </a:lnTo>
                <a:lnTo>
                  <a:pt x="8867318" y="593737"/>
                </a:lnTo>
                <a:lnTo>
                  <a:pt x="8867775" y="592620"/>
                </a:lnTo>
                <a:lnTo>
                  <a:pt x="8867775" y="589991"/>
                </a:lnTo>
                <a:close/>
              </a:path>
              <a:path w="11201400" h="1183005">
                <a:moveTo>
                  <a:pt x="8867775" y="3454"/>
                </a:moveTo>
                <a:lnTo>
                  <a:pt x="8867318" y="2324"/>
                </a:lnTo>
                <a:lnTo>
                  <a:pt x="8865451" y="469"/>
                </a:lnTo>
                <a:lnTo>
                  <a:pt x="8864333" y="0"/>
                </a:lnTo>
                <a:lnTo>
                  <a:pt x="8861704" y="0"/>
                </a:lnTo>
                <a:lnTo>
                  <a:pt x="8860574" y="469"/>
                </a:lnTo>
                <a:lnTo>
                  <a:pt x="8858720" y="2324"/>
                </a:lnTo>
                <a:lnTo>
                  <a:pt x="8858250" y="3454"/>
                </a:lnTo>
                <a:lnTo>
                  <a:pt x="8858250" y="6083"/>
                </a:lnTo>
                <a:lnTo>
                  <a:pt x="8858720" y="7200"/>
                </a:lnTo>
                <a:lnTo>
                  <a:pt x="8860574" y="9067"/>
                </a:lnTo>
                <a:lnTo>
                  <a:pt x="8861704" y="9525"/>
                </a:lnTo>
                <a:lnTo>
                  <a:pt x="8864333" y="9525"/>
                </a:lnTo>
                <a:lnTo>
                  <a:pt x="8865451" y="9067"/>
                </a:lnTo>
                <a:lnTo>
                  <a:pt x="8867318" y="7200"/>
                </a:lnTo>
                <a:lnTo>
                  <a:pt x="8867775" y="6083"/>
                </a:lnTo>
                <a:lnTo>
                  <a:pt x="8867775" y="3454"/>
                </a:lnTo>
                <a:close/>
              </a:path>
              <a:path w="11201400" h="1183005">
                <a:moveTo>
                  <a:pt x="8915400" y="1176528"/>
                </a:moveTo>
                <a:lnTo>
                  <a:pt x="8914943" y="1175410"/>
                </a:lnTo>
                <a:lnTo>
                  <a:pt x="8913076" y="1173543"/>
                </a:lnTo>
                <a:lnTo>
                  <a:pt x="8911958" y="1173086"/>
                </a:lnTo>
                <a:lnTo>
                  <a:pt x="8909329" y="1173086"/>
                </a:lnTo>
                <a:lnTo>
                  <a:pt x="8908199" y="1173543"/>
                </a:lnTo>
                <a:lnTo>
                  <a:pt x="8906345" y="1175410"/>
                </a:lnTo>
                <a:lnTo>
                  <a:pt x="8905875" y="1176528"/>
                </a:lnTo>
                <a:lnTo>
                  <a:pt x="8905875" y="1179156"/>
                </a:lnTo>
                <a:lnTo>
                  <a:pt x="8906345" y="1180287"/>
                </a:lnTo>
                <a:lnTo>
                  <a:pt x="8908199" y="1182141"/>
                </a:lnTo>
                <a:lnTo>
                  <a:pt x="8909329" y="1182611"/>
                </a:lnTo>
                <a:lnTo>
                  <a:pt x="8911958" y="1182611"/>
                </a:lnTo>
                <a:lnTo>
                  <a:pt x="8913076" y="1182141"/>
                </a:lnTo>
                <a:lnTo>
                  <a:pt x="8914943" y="1180287"/>
                </a:lnTo>
                <a:lnTo>
                  <a:pt x="8915400" y="1179156"/>
                </a:lnTo>
                <a:lnTo>
                  <a:pt x="8915400" y="1176528"/>
                </a:lnTo>
                <a:close/>
              </a:path>
              <a:path w="11201400" h="1183005">
                <a:moveTo>
                  <a:pt x="8915400" y="589991"/>
                </a:moveTo>
                <a:lnTo>
                  <a:pt x="8914943" y="588873"/>
                </a:lnTo>
                <a:lnTo>
                  <a:pt x="8913076" y="587006"/>
                </a:lnTo>
                <a:lnTo>
                  <a:pt x="8911958" y="586536"/>
                </a:lnTo>
                <a:lnTo>
                  <a:pt x="8909329" y="586536"/>
                </a:lnTo>
                <a:lnTo>
                  <a:pt x="8908199" y="587006"/>
                </a:lnTo>
                <a:lnTo>
                  <a:pt x="8906345" y="588873"/>
                </a:lnTo>
                <a:lnTo>
                  <a:pt x="8905875" y="589991"/>
                </a:lnTo>
                <a:lnTo>
                  <a:pt x="8905875" y="592620"/>
                </a:lnTo>
                <a:lnTo>
                  <a:pt x="8906345" y="593737"/>
                </a:lnTo>
                <a:lnTo>
                  <a:pt x="8908199" y="595604"/>
                </a:lnTo>
                <a:lnTo>
                  <a:pt x="8909329" y="596061"/>
                </a:lnTo>
                <a:lnTo>
                  <a:pt x="8911958" y="596061"/>
                </a:lnTo>
                <a:lnTo>
                  <a:pt x="8913076" y="595604"/>
                </a:lnTo>
                <a:lnTo>
                  <a:pt x="8914943" y="593737"/>
                </a:lnTo>
                <a:lnTo>
                  <a:pt x="8915400" y="592620"/>
                </a:lnTo>
                <a:lnTo>
                  <a:pt x="8915400" y="589991"/>
                </a:lnTo>
                <a:close/>
              </a:path>
              <a:path w="11201400" h="1183005">
                <a:moveTo>
                  <a:pt x="8915400" y="3454"/>
                </a:moveTo>
                <a:lnTo>
                  <a:pt x="8914943" y="2324"/>
                </a:lnTo>
                <a:lnTo>
                  <a:pt x="8913076" y="469"/>
                </a:lnTo>
                <a:lnTo>
                  <a:pt x="8911958" y="0"/>
                </a:lnTo>
                <a:lnTo>
                  <a:pt x="8909329" y="0"/>
                </a:lnTo>
                <a:lnTo>
                  <a:pt x="8908199" y="469"/>
                </a:lnTo>
                <a:lnTo>
                  <a:pt x="8906345" y="2324"/>
                </a:lnTo>
                <a:lnTo>
                  <a:pt x="8905875" y="3454"/>
                </a:lnTo>
                <a:lnTo>
                  <a:pt x="8905875" y="6083"/>
                </a:lnTo>
                <a:lnTo>
                  <a:pt x="8906345" y="7200"/>
                </a:lnTo>
                <a:lnTo>
                  <a:pt x="8908199" y="9067"/>
                </a:lnTo>
                <a:lnTo>
                  <a:pt x="8909329" y="9525"/>
                </a:lnTo>
                <a:lnTo>
                  <a:pt x="8911958" y="9525"/>
                </a:lnTo>
                <a:lnTo>
                  <a:pt x="8913076" y="9067"/>
                </a:lnTo>
                <a:lnTo>
                  <a:pt x="8914943" y="7200"/>
                </a:lnTo>
                <a:lnTo>
                  <a:pt x="8915400" y="6083"/>
                </a:lnTo>
                <a:lnTo>
                  <a:pt x="8915400" y="3454"/>
                </a:lnTo>
                <a:close/>
              </a:path>
              <a:path w="11201400" h="1183005">
                <a:moveTo>
                  <a:pt x="8963025" y="1176528"/>
                </a:moveTo>
                <a:lnTo>
                  <a:pt x="8962568" y="1175410"/>
                </a:lnTo>
                <a:lnTo>
                  <a:pt x="8960701" y="1173543"/>
                </a:lnTo>
                <a:lnTo>
                  <a:pt x="8959583" y="1173086"/>
                </a:lnTo>
                <a:lnTo>
                  <a:pt x="8956954" y="1173086"/>
                </a:lnTo>
                <a:lnTo>
                  <a:pt x="8955824" y="1173543"/>
                </a:lnTo>
                <a:lnTo>
                  <a:pt x="8953970" y="1175410"/>
                </a:lnTo>
                <a:lnTo>
                  <a:pt x="8953500" y="1176528"/>
                </a:lnTo>
                <a:lnTo>
                  <a:pt x="8953500" y="1179156"/>
                </a:lnTo>
                <a:lnTo>
                  <a:pt x="8953970" y="1180287"/>
                </a:lnTo>
                <a:lnTo>
                  <a:pt x="8955824" y="1182141"/>
                </a:lnTo>
                <a:lnTo>
                  <a:pt x="8956954" y="1182611"/>
                </a:lnTo>
                <a:lnTo>
                  <a:pt x="8959583" y="1182611"/>
                </a:lnTo>
                <a:lnTo>
                  <a:pt x="8960701" y="1182141"/>
                </a:lnTo>
                <a:lnTo>
                  <a:pt x="8962568" y="1180287"/>
                </a:lnTo>
                <a:lnTo>
                  <a:pt x="8963025" y="1179156"/>
                </a:lnTo>
                <a:lnTo>
                  <a:pt x="8963025" y="1176528"/>
                </a:lnTo>
                <a:close/>
              </a:path>
              <a:path w="11201400" h="1183005">
                <a:moveTo>
                  <a:pt x="8963025" y="589991"/>
                </a:moveTo>
                <a:lnTo>
                  <a:pt x="8962568" y="588873"/>
                </a:lnTo>
                <a:lnTo>
                  <a:pt x="8960701" y="587006"/>
                </a:lnTo>
                <a:lnTo>
                  <a:pt x="8959583" y="586536"/>
                </a:lnTo>
                <a:lnTo>
                  <a:pt x="8956954" y="586536"/>
                </a:lnTo>
                <a:lnTo>
                  <a:pt x="8955824" y="587006"/>
                </a:lnTo>
                <a:lnTo>
                  <a:pt x="8953970" y="588873"/>
                </a:lnTo>
                <a:lnTo>
                  <a:pt x="8953500" y="589991"/>
                </a:lnTo>
                <a:lnTo>
                  <a:pt x="8953500" y="592620"/>
                </a:lnTo>
                <a:lnTo>
                  <a:pt x="8953970" y="593737"/>
                </a:lnTo>
                <a:lnTo>
                  <a:pt x="8955824" y="595604"/>
                </a:lnTo>
                <a:lnTo>
                  <a:pt x="8956954" y="596061"/>
                </a:lnTo>
                <a:lnTo>
                  <a:pt x="8959583" y="596061"/>
                </a:lnTo>
                <a:lnTo>
                  <a:pt x="8960701" y="595604"/>
                </a:lnTo>
                <a:lnTo>
                  <a:pt x="8962568" y="593737"/>
                </a:lnTo>
                <a:lnTo>
                  <a:pt x="8963025" y="592620"/>
                </a:lnTo>
                <a:lnTo>
                  <a:pt x="8963025" y="589991"/>
                </a:lnTo>
                <a:close/>
              </a:path>
              <a:path w="11201400" h="1183005">
                <a:moveTo>
                  <a:pt x="8963025" y="3454"/>
                </a:moveTo>
                <a:lnTo>
                  <a:pt x="8962568" y="2324"/>
                </a:lnTo>
                <a:lnTo>
                  <a:pt x="8960701" y="469"/>
                </a:lnTo>
                <a:lnTo>
                  <a:pt x="8959583" y="0"/>
                </a:lnTo>
                <a:lnTo>
                  <a:pt x="8956954" y="0"/>
                </a:lnTo>
                <a:lnTo>
                  <a:pt x="8955824" y="469"/>
                </a:lnTo>
                <a:lnTo>
                  <a:pt x="8953970" y="2324"/>
                </a:lnTo>
                <a:lnTo>
                  <a:pt x="8953500" y="3454"/>
                </a:lnTo>
                <a:lnTo>
                  <a:pt x="8953500" y="6083"/>
                </a:lnTo>
                <a:lnTo>
                  <a:pt x="8953970" y="7200"/>
                </a:lnTo>
                <a:lnTo>
                  <a:pt x="8955824" y="9067"/>
                </a:lnTo>
                <a:lnTo>
                  <a:pt x="8956954" y="9525"/>
                </a:lnTo>
                <a:lnTo>
                  <a:pt x="8959583" y="9525"/>
                </a:lnTo>
                <a:lnTo>
                  <a:pt x="8960701" y="9067"/>
                </a:lnTo>
                <a:lnTo>
                  <a:pt x="8962568" y="7200"/>
                </a:lnTo>
                <a:lnTo>
                  <a:pt x="8963025" y="6083"/>
                </a:lnTo>
                <a:lnTo>
                  <a:pt x="8963025" y="3454"/>
                </a:lnTo>
                <a:close/>
              </a:path>
              <a:path w="11201400" h="1183005">
                <a:moveTo>
                  <a:pt x="9010650" y="1176528"/>
                </a:moveTo>
                <a:lnTo>
                  <a:pt x="9010193" y="1175410"/>
                </a:lnTo>
                <a:lnTo>
                  <a:pt x="9008326" y="1173543"/>
                </a:lnTo>
                <a:lnTo>
                  <a:pt x="9007208" y="1173086"/>
                </a:lnTo>
                <a:lnTo>
                  <a:pt x="9004579" y="1173086"/>
                </a:lnTo>
                <a:lnTo>
                  <a:pt x="9003449" y="1173543"/>
                </a:lnTo>
                <a:lnTo>
                  <a:pt x="9001595" y="1175410"/>
                </a:lnTo>
                <a:lnTo>
                  <a:pt x="9001125" y="1176528"/>
                </a:lnTo>
                <a:lnTo>
                  <a:pt x="9001125" y="1179156"/>
                </a:lnTo>
                <a:lnTo>
                  <a:pt x="9001595" y="1180287"/>
                </a:lnTo>
                <a:lnTo>
                  <a:pt x="9003449" y="1182141"/>
                </a:lnTo>
                <a:lnTo>
                  <a:pt x="9004579" y="1182611"/>
                </a:lnTo>
                <a:lnTo>
                  <a:pt x="9007208" y="1182611"/>
                </a:lnTo>
                <a:lnTo>
                  <a:pt x="9008326" y="1182141"/>
                </a:lnTo>
                <a:lnTo>
                  <a:pt x="9010193" y="1180287"/>
                </a:lnTo>
                <a:lnTo>
                  <a:pt x="9010650" y="1179156"/>
                </a:lnTo>
                <a:lnTo>
                  <a:pt x="9010650" y="1176528"/>
                </a:lnTo>
                <a:close/>
              </a:path>
              <a:path w="11201400" h="1183005">
                <a:moveTo>
                  <a:pt x="9010650" y="589991"/>
                </a:moveTo>
                <a:lnTo>
                  <a:pt x="9010193" y="588873"/>
                </a:lnTo>
                <a:lnTo>
                  <a:pt x="9008326" y="587006"/>
                </a:lnTo>
                <a:lnTo>
                  <a:pt x="9007208" y="586536"/>
                </a:lnTo>
                <a:lnTo>
                  <a:pt x="9004579" y="586536"/>
                </a:lnTo>
                <a:lnTo>
                  <a:pt x="9003449" y="587006"/>
                </a:lnTo>
                <a:lnTo>
                  <a:pt x="9001595" y="588873"/>
                </a:lnTo>
                <a:lnTo>
                  <a:pt x="9001125" y="589991"/>
                </a:lnTo>
                <a:lnTo>
                  <a:pt x="9001125" y="592620"/>
                </a:lnTo>
                <a:lnTo>
                  <a:pt x="9001595" y="593737"/>
                </a:lnTo>
                <a:lnTo>
                  <a:pt x="9003449" y="595604"/>
                </a:lnTo>
                <a:lnTo>
                  <a:pt x="9004579" y="596061"/>
                </a:lnTo>
                <a:lnTo>
                  <a:pt x="9007208" y="596061"/>
                </a:lnTo>
                <a:lnTo>
                  <a:pt x="9008326" y="595604"/>
                </a:lnTo>
                <a:lnTo>
                  <a:pt x="9010193" y="593737"/>
                </a:lnTo>
                <a:lnTo>
                  <a:pt x="9010650" y="592620"/>
                </a:lnTo>
                <a:lnTo>
                  <a:pt x="9010650" y="589991"/>
                </a:lnTo>
                <a:close/>
              </a:path>
              <a:path w="11201400" h="1183005">
                <a:moveTo>
                  <a:pt x="9010650" y="3454"/>
                </a:moveTo>
                <a:lnTo>
                  <a:pt x="9010193" y="2324"/>
                </a:lnTo>
                <a:lnTo>
                  <a:pt x="9008326" y="469"/>
                </a:lnTo>
                <a:lnTo>
                  <a:pt x="9007208" y="0"/>
                </a:lnTo>
                <a:lnTo>
                  <a:pt x="9004579" y="0"/>
                </a:lnTo>
                <a:lnTo>
                  <a:pt x="9003449" y="469"/>
                </a:lnTo>
                <a:lnTo>
                  <a:pt x="9001595" y="2324"/>
                </a:lnTo>
                <a:lnTo>
                  <a:pt x="9001125" y="3454"/>
                </a:lnTo>
                <a:lnTo>
                  <a:pt x="9001125" y="6083"/>
                </a:lnTo>
                <a:lnTo>
                  <a:pt x="9001595" y="7200"/>
                </a:lnTo>
                <a:lnTo>
                  <a:pt x="9003449" y="9067"/>
                </a:lnTo>
                <a:lnTo>
                  <a:pt x="9004579" y="9525"/>
                </a:lnTo>
                <a:lnTo>
                  <a:pt x="9007208" y="9525"/>
                </a:lnTo>
                <a:lnTo>
                  <a:pt x="9008326" y="9067"/>
                </a:lnTo>
                <a:lnTo>
                  <a:pt x="9010193" y="7200"/>
                </a:lnTo>
                <a:lnTo>
                  <a:pt x="9010650" y="6083"/>
                </a:lnTo>
                <a:lnTo>
                  <a:pt x="9010650" y="3454"/>
                </a:lnTo>
                <a:close/>
              </a:path>
              <a:path w="11201400" h="1183005">
                <a:moveTo>
                  <a:pt x="9058275" y="1176528"/>
                </a:moveTo>
                <a:lnTo>
                  <a:pt x="9057818" y="1175410"/>
                </a:lnTo>
                <a:lnTo>
                  <a:pt x="9055951" y="1173543"/>
                </a:lnTo>
                <a:lnTo>
                  <a:pt x="9054833" y="1173086"/>
                </a:lnTo>
                <a:lnTo>
                  <a:pt x="9052204" y="1173086"/>
                </a:lnTo>
                <a:lnTo>
                  <a:pt x="9051074" y="1173543"/>
                </a:lnTo>
                <a:lnTo>
                  <a:pt x="9049220" y="1175410"/>
                </a:lnTo>
                <a:lnTo>
                  <a:pt x="9048750" y="1176528"/>
                </a:lnTo>
                <a:lnTo>
                  <a:pt x="9048750" y="1179156"/>
                </a:lnTo>
                <a:lnTo>
                  <a:pt x="9049220" y="1180287"/>
                </a:lnTo>
                <a:lnTo>
                  <a:pt x="9051074" y="1182141"/>
                </a:lnTo>
                <a:lnTo>
                  <a:pt x="9052204" y="1182611"/>
                </a:lnTo>
                <a:lnTo>
                  <a:pt x="9054833" y="1182611"/>
                </a:lnTo>
                <a:lnTo>
                  <a:pt x="9055951" y="1182141"/>
                </a:lnTo>
                <a:lnTo>
                  <a:pt x="9057818" y="1180287"/>
                </a:lnTo>
                <a:lnTo>
                  <a:pt x="9058275" y="1179156"/>
                </a:lnTo>
                <a:lnTo>
                  <a:pt x="9058275" y="1176528"/>
                </a:lnTo>
                <a:close/>
              </a:path>
              <a:path w="11201400" h="1183005">
                <a:moveTo>
                  <a:pt x="9058275" y="589991"/>
                </a:moveTo>
                <a:lnTo>
                  <a:pt x="9057818" y="588873"/>
                </a:lnTo>
                <a:lnTo>
                  <a:pt x="9055951" y="587006"/>
                </a:lnTo>
                <a:lnTo>
                  <a:pt x="9054833" y="586536"/>
                </a:lnTo>
                <a:lnTo>
                  <a:pt x="9052204" y="586536"/>
                </a:lnTo>
                <a:lnTo>
                  <a:pt x="9051074" y="587006"/>
                </a:lnTo>
                <a:lnTo>
                  <a:pt x="9049220" y="588873"/>
                </a:lnTo>
                <a:lnTo>
                  <a:pt x="9048750" y="589991"/>
                </a:lnTo>
                <a:lnTo>
                  <a:pt x="9048750" y="592620"/>
                </a:lnTo>
                <a:lnTo>
                  <a:pt x="9049220" y="593737"/>
                </a:lnTo>
                <a:lnTo>
                  <a:pt x="9051074" y="595604"/>
                </a:lnTo>
                <a:lnTo>
                  <a:pt x="9052204" y="596061"/>
                </a:lnTo>
                <a:lnTo>
                  <a:pt x="9054833" y="596061"/>
                </a:lnTo>
                <a:lnTo>
                  <a:pt x="9055951" y="595604"/>
                </a:lnTo>
                <a:lnTo>
                  <a:pt x="9057818" y="593737"/>
                </a:lnTo>
                <a:lnTo>
                  <a:pt x="9058275" y="592620"/>
                </a:lnTo>
                <a:lnTo>
                  <a:pt x="9058275" y="589991"/>
                </a:lnTo>
                <a:close/>
              </a:path>
              <a:path w="11201400" h="1183005">
                <a:moveTo>
                  <a:pt x="9058275" y="3454"/>
                </a:moveTo>
                <a:lnTo>
                  <a:pt x="9057818" y="2324"/>
                </a:lnTo>
                <a:lnTo>
                  <a:pt x="9055951" y="469"/>
                </a:lnTo>
                <a:lnTo>
                  <a:pt x="9054833" y="0"/>
                </a:lnTo>
                <a:lnTo>
                  <a:pt x="9052204" y="0"/>
                </a:lnTo>
                <a:lnTo>
                  <a:pt x="9051074" y="469"/>
                </a:lnTo>
                <a:lnTo>
                  <a:pt x="9049220" y="2324"/>
                </a:lnTo>
                <a:lnTo>
                  <a:pt x="9048750" y="3454"/>
                </a:lnTo>
                <a:lnTo>
                  <a:pt x="9048750" y="6083"/>
                </a:lnTo>
                <a:lnTo>
                  <a:pt x="9049220" y="7200"/>
                </a:lnTo>
                <a:lnTo>
                  <a:pt x="9051074" y="9067"/>
                </a:lnTo>
                <a:lnTo>
                  <a:pt x="9052204" y="9525"/>
                </a:lnTo>
                <a:lnTo>
                  <a:pt x="9054833" y="9525"/>
                </a:lnTo>
                <a:lnTo>
                  <a:pt x="9055951" y="9067"/>
                </a:lnTo>
                <a:lnTo>
                  <a:pt x="9057818" y="7200"/>
                </a:lnTo>
                <a:lnTo>
                  <a:pt x="9058275" y="6083"/>
                </a:lnTo>
                <a:lnTo>
                  <a:pt x="9058275" y="3454"/>
                </a:lnTo>
                <a:close/>
              </a:path>
              <a:path w="11201400" h="1183005">
                <a:moveTo>
                  <a:pt x="9105900" y="1176528"/>
                </a:moveTo>
                <a:lnTo>
                  <a:pt x="9105443" y="1175410"/>
                </a:lnTo>
                <a:lnTo>
                  <a:pt x="9103576" y="1173543"/>
                </a:lnTo>
                <a:lnTo>
                  <a:pt x="9102458" y="1173086"/>
                </a:lnTo>
                <a:lnTo>
                  <a:pt x="9099829" y="1173086"/>
                </a:lnTo>
                <a:lnTo>
                  <a:pt x="9098699" y="1173543"/>
                </a:lnTo>
                <a:lnTo>
                  <a:pt x="9096845" y="1175410"/>
                </a:lnTo>
                <a:lnTo>
                  <a:pt x="9096375" y="1176528"/>
                </a:lnTo>
                <a:lnTo>
                  <a:pt x="9096375" y="1179156"/>
                </a:lnTo>
                <a:lnTo>
                  <a:pt x="9096845" y="1180287"/>
                </a:lnTo>
                <a:lnTo>
                  <a:pt x="9098699" y="1182141"/>
                </a:lnTo>
                <a:lnTo>
                  <a:pt x="9099829" y="1182611"/>
                </a:lnTo>
                <a:lnTo>
                  <a:pt x="9102458" y="1182611"/>
                </a:lnTo>
                <a:lnTo>
                  <a:pt x="9103576" y="1182141"/>
                </a:lnTo>
                <a:lnTo>
                  <a:pt x="9105443" y="1180287"/>
                </a:lnTo>
                <a:lnTo>
                  <a:pt x="9105900" y="1179156"/>
                </a:lnTo>
                <a:lnTo>
                  <a:pt x="9105900" y="1176528"/>
                </a:lnTo>
                <a:close/>
              </a:path>
              <a:path w="11201400" h="1183005">
                <a:moveTo>
                  <a:pt x="9105900" y="589991"/>
                </a:moveTo>
                <a:lnTo>
                  <a:pt x="9105443" y="588873"/>
                </a:lnTo>
                <a:lnTo>
                  <a:pt x="9103576" y="587006"/>
                </a:lnTo>
                <a:lnTo>
                  <a:pt x="9102458" y="586536"/>
                </a:lnTo>
                <a:lnTo>
                  <a:pt x="9099829" y="586536"/>
                </a:lnTo>
                <a:lnTo>
                  <a:pt x="9098699" y="587006"/>
                </a:lnTo>
                <a:lnTo>
                  <a:pt x="9096845" y="588873"/>
                </a:lnTo>
                <a:lnTo>
                  <a:pt x="9096375" y="589991"/>
                </a:lnTo>
                <a:lnTo>
                  <a:pt x="9096375" y="592620"/>
                </a:lnTo>
                <a:lnTo>
                  <a:pt x="9096845" y="593737"/>
                </a:lnTo>
                <a:lnTo>
                  <a:pt x="9098699" y="595604"/>
                </a:lnTo>
                <a:lnTo>
                  <a:pt x="9099829" y="596061"/>
                </a:lnTo>
                <a:lnTo>
                  <a:pt x="9102458" y="596061"/>
                </a:lnTo>
                <a:lnTo>
                  <a:pt x="9103576" y="595604"/>
                </a:lnTo>
                <a:lnTo>
                  <a:pt x="9105443" y="593737"/>
                </a:lnTo>
                <a:lnTo>
                  <a:pt x="9105900" y="592620"/>
                </a:lnTo>
                <a:lnTo>
                  <a:pt x="9105900" y="589991"/>
                </a:lnTo>
                <a:close/>
              </a:path>
              <a:path w="11201400" h="1183005">
                <a:moveTo>
                  <a:pt x="9105900" y="3454"/>
                </a:moveTo>
                <a:lnTo>
                  <a:pt x="9105443" y="2324"/>
                </a:lnTo>
                <a:lnTo>
                  <a:pt x="9103576" y="469"/>
                </a:lnTo>
                <a:lnTo>
                  <a:pt x="9102458" y="0"/>
                </a:lnTo>
                <a:lnTo>
                  <a:pt x="9099829" y="0"/>
                </a:lnTo>
                <a:lnTo>
                  <a:pt x="9098699" y="469"/>
                </a:lnTo>
                <a:lnTo>
                  <a:pt x="9096845" y="2324"/>
                </a:lnTo>
                <a:lnTo>
                  <a:pt x="9096375" y="3454"/>
                </a:lnTo>
                <a:lnTo>
                  <a:pt x="9096375" y="6083"/>
                </a:lnTo>
                <a:lnTo>
                  <a:pt x="9096845" y="7200"/>
                </a:lnTo>
                <a:lnTo>
                  <a:pt x="9098699" y="9067"/>
                </a:lnTo>
                <a:lnTo>
                  <a:pt x="9099829" y="9525"/>
                </a:lnTo>
                <a:lnTo>
                  <a:pt x="9102458" y="9525"/>
                </a:lnTo>
                <a:lnTo>
                  <a:pt x="9103576" y="9067"/>
                </a:lnTo>
                <a:lnTo>
                  <a:pt x="9105443" y="7200"/>
                </a:lnTo>
                <a:lnTo>
                  <a:pt x="9105900" y="6083"/>
                </a:lnTo>
                <a:lnTo>
                  <a:pt x="9105900" y="3454"/>
                </a:lnTo>
                <a:close/>
              </a:path>
              <a:path w="11201400" h="1183005">
                <a:moveTo>
                  <a:pt x="9153525" y="1176528"/>
                </a:moveTo>
                <a:lnTo>
                  <a:pt x="9153068" y="1175410"/>
                </a:lnTo>
                <a:lnTo>
                  <a:pt x="9151201" y="1173543"/>
                </a:lnTo>
                <a:lnTo>
                  <a:pt x="9150083" y="1173086"/>
                </a:lnTo>
                <a:lnTo>
                  <a:pt x="9147454" y="1173086"/>
                </a:lnTo>
                <a:lnTo>
                  <a:pt x="9146324" y="1173543"/>
                </a:lnTo>
                <a:lnTo>
                  <a:pt x="9144470" y="1175410"/>
                </a:lnTo>
                <a:lnTo>
                  <a:pt x="9144000" y="1176528"/>
                </a:lnTo>
                <a:lnTo>
                  <a:pt x="9144000" y="1179156"/>
                </a:lnTo>
                <a:lnTo>
                  <a:pt x="9144470" y="1180287"/>
                </a:lnTo>
                <a:lnTo>
                  <a:pt x="9146324" y="1182141"/>
                </a:lnTo>
                <a:lnTo>
                  <a:pt x="9147454" y="1182611"/>
                </a:lnTo>
                <a:lnTo>
                  <a:pt x="9150083" y="1182611"/>
                </a:lnTo>
                <a:lnTo>
                  <a:pt x="9151201" y="1182141"/>
                </a:lnTo>
                <a:lnTo>
                  <a:pt x="9153068" y="1180287"/>
                </a:lnTo>
                <a:lnTo>
                  <a:pt x="9153525" y="1179156"/>
                </a:lnTo>
                <a:lnTo>
                  <a:pt x="9153525" y="1176528"/>
                </a:lnTo>
                <a:close/>
              </a:path>
              <a:path w="11201400" h="1183005">
                <a:moveTo>
                  <a:pt x="9153525" y="589991"/>
                </a:moveTo>
                <a:lnTo>
                  <a:pt x="9153068" y="588873"/>
                </a:lnTo>
                <a:lnTo>
                  <a:pt x="9151201" y="587006"/>
                </a:lnTo>
                <a:lnTo>
                  <a:pt x="9150083" y="586536"/>
                </a:lnTo>
                <a:lnTo>
                  <a:pt x="9147454" y="586536"/>
                </a:lnTo>
                <a:lnTo>
                  <a:pt x="9146324" y="587006"/>
                </a:lnTo>
                <a:lnTo>
                  <a:pt x="9144470" y="588873"/>
                </a:lnTo>
                <a:lnTo>
                  <a:pt x="9144000" y="589991"/>
                </a:lnTo>
                <a:lnTo>
                  <a:pt x="9144000" y="592620"/>
                </a:lnTo>
                <a:lnTo>
                  <a:pt x="9144470" y="593737"/>
                </a:lnTo>
                <a:lnTo>
                  <a:pt x="9146324" y="595604"/>
                </a:lnTo>
                <a:lnTo>
                  <a:pt x="9147454" y="596061"/>
                </a:lnTo>
                <a:lnTo>
                  <a:pt x="9150083" y="596061"/>
                </a:lnTo>
                <a:lnTo>
                  <a:pt x="9151201" y="595604"/>
                </a:lnTo>
                <a:lnTo>
                  <a:pt x="9153068" y="593737"/>
                </a:lnTo>
                <a:lnTo>
                  <a:pt x="9153525" y="592620"/>
                </a:lnTo>
                <a:lnTo>
                  <a:pt x="9153525" y="589991"/>
                </a:lnTo>
                <a:close/>
              </a:path>
              <a:path w="11201400" h="1183005">
                <a:moveTo>
                  <a:pt x="9153525" y="3454"/>
                </a:moveTo>
                <a:lnTo>
                  <a:pt x="9153068" y="2324"/>
                </a:lnTo>
                <a:lnTo>
                  <a:pt x="9151201" y="469"/>
                </a:lnTo>
                <a:lnTo>
                  <a:pt x="9150083" y="0"/>
                </a:lnTo>
                <a:lnTo>
                  <a:pt x="9147454" y="0"/>
                </a:lnTo>
                <a:lnTo>
                  <a:pt x="9146324" y="469"/>
                </a:lnTo>
                <a:lnTo>
                  <a:pt x="9144470" y="2324"/>
                </a:lnTo>
                <a:lnTo>
                  <a:pt x="9144000" y="3454"/>
                </a:lnTo>
                <a:lnTo>
                  <a:pt x="9144000" y="6083"/>
                </a:lnTo>
                <a:lnTo>
                  <a:pt x="9144470" y="7200"/>
                </a:lnTo>
                <a:lnTo>
                  <a:pt x="9146324" y="9067"/>
                </a:lnTo>
                <a:lnTo>
                  <a:pt x="9147454" y="9525"/>
                </a:lnTo>
                <a:lnTo>
                  <a:pt x="9150083" y="9525"/>
                </a:lnTo>
                <a:lnTo>
                  <a:pt x="9151201" y="9067"/>
                </a:lnTo>
                <a:lnTo>
                  <a:pt x="9153068" y="7200"/>
                </a:lnTo>
                <a:lnTo>
                  <a:pt x="9153525" y="6083"/>
                </a:lnTo>
                <a:lnTo>
                  <a:pt x="9153525" y="3454"/>
                </a:lnTo>
                <a:close/>
              </a:path>
              <a:path w="11201400" h="1183005">
                <a:moveTo>
                  <a:pt x="9201150" y="1176528"/>
                </a:moveTo>
                <a:lnTo>
                  <a:pt x="9200693" y="1175410"/>
                </a:lnTo>
                <a:lnTo>
                  <a:pt x="9198826" y="1173543"/>
                </a:lnTo>
                <a:lnTo>
                  <a:pt x="9197708" y="1173086"/>
                </a:lnTo>
                <a:lnTo>
                  <a:pt x="9195079" y="1173086"/>
                </a:lnTo>
                <a:lnTo>
                  <a:pt x="9193949" y="1173543"/>
                </a:lnTo>
                <a:lnTo>
                  <a:pt x="9192095" y="1175410"/>
                </a:lnTo>
                <a:lnTo>
                  <a:pt x="9191625" y="1176528"/>
                </a:lnTo>
                <a:lnTo>
                  <a:pt x="9191625" y="1179156"/>
                </a:lnTo>
                <a:lnTo>
                  <a:pt x="9192095" y="1180287"/>
                </a:lnTo>
                <a:lnTo>
                  <a:pt x="9193949" y="1182141"/>
                </a:lnTo>
                <a:lnTo>
                  <a:pt x="9195079" y="1182611"/>
                </a:lnTo>
                <a:lnTo>
                  <a:pt x="9197708" y="1182611"/>
                </a:lnTo>
                <a:lnTo>
                  <a:pt x="9198826" y="1182141"/>
                </a:lnTo>
                <a:lnTo>
                  <a:pt x="9200693" y="1180287"/>
                </a:lnTo>
                <a:lnTo>
                  <a:pt x="9201150" y="1179156"/>
                </a:lnTo>
                <a:lnTo>
                  <a:pt x="9201150" y="1176528"/>
                </a:lnTo>
                <a:close/>
              </a:path>
              <a:path w="11201400" h="1183005">
                <a:moveTo>
                  <a:pt x="9201150" y="589991"/>
                </a:moveTo>
                <a:lnTo>
                  <a:pt x="9200693" y="588873"/>
                </a:lnTo>
                <a:lnTo>
                  <a:pt x="9198826" y="587006"/>
                </a:lnTo>
                <a:lnTo>
                  <a:pt x="9197708" y="586536"/>
                </a:lnTo>
                <a:lnTo>
                  <a:pt x="9195079" y="586536"/>
                </a:lnTo>
                <a:lnTo>
                  <a:pt x="9193949" y="587006"/>
                </a:lnTo>
                <a:lnTo>
                  <a:pt x="9192095" y="588873"/>
                </a:lnTo>
                <a:lnTo>
                  <a:pt x="9191625" y="589991"/>
                </a:lnTo>
                <a:lnTo>
                  <a:pt x="9191625" y="592620"/>
                </a:lnTo>
                <a:lnTo>
                  <a:pt x="9192095" y="593737"/>
                </a:lnTo>
                <a:lnTo>
                  <a:pt x="9193949" y="595604"/>
                </a:lnTo>
                <a:lnTo>
                  <a:pt x="9195079" y="596061"/>
                </a:lnTo>
                <a:lnTo>
                  <a:pt x="9197708" y="596061"/>
                </a:lnTo>
                <a:lnTo>
                  <a:pt x="9198826" y="595604"/>
                </a:lnTo>
                <a:lnTo>
                  <a:pt x="9200693" y="593737"/>
                </a:lnTo>
                <a:lnTo>
                  <a:pt x="9201150" y="592620"/>
                </a:lnTo>
                <a:lnTo>
                  <a:pt x="9201150" y="589991"/>
                </a:lnTo>
                <a:close/>
              </a:path>
              <a:path w="11201400" h="1183005">
                <a:moveTo>
                  <a:pt x="9201150" y="3454"/>
                </a:moveTo>
                <a:lnTo>
                  <a:pt x="9200693" y="2324"/>
                </a:lnTo>
                <a:lnTo>
                  <a:pt x="9198826" y="469"/>
                </a:lnTo>
                <a:lnTo>
                  <a:pt x="9197708" y="0"/>
                </a:lnTo>
                <a:lnTo>
                  <a:pt x="9195079" y="0"/>
                </a:lnTo>
                <a:lnTo>
                  <a:pt x="9193949" y="469"/>
                </a:lnTo>
                <a:lnTo>
                  <a:pt x="9192095" y="2324"/>
                </a:lnTo>
                <a:lnTo>
                  <a:pt x="9191625" y="3454"/>
                </a:lnTo>
                <a:lnTo>
                  <a:pt x="9191625" y="6083"/>
                </a:lnTo>
                <a:lnTo>
                  <a:pt x="9192095" y="7200"/>
                </a:lnTo>
                <a:lnTo>
                  <a:pt x="9193949" y="9067"/>
                </a:lnTo>
                <a:lnTo>
                  <a:pt x="9195079" y="9525"/>
                </a:lnTo>
                <a:lnTo>
                  <a:pt x="9197708" y="9525"/>
                </a:lnTo>
                <a:lnTo>
                  <a:pt x="9198826" y="9067"/>
                </a:lnTo>
                <a:lnTo>
                  <a:pt x="9200693" y="7200"/>
                </a:lnTo>
                <a:lnTo>
                  <a:pt x="9201150" y="6083"/>
                </a:lnTo>
                <a:lnTo>
                  <a:pt x="9201150" y="3454"/>
                </a:lnTo>
                <a:close/>
              </a:path>
              <a:path w="11201400" h="1183005">
                <a:moveTo>
                  <a:pt x="9248775" y="1176528"/>
                </a:moveTo>
                <a:lnTo>
                  <a:pt x="9248318" y="1175410"/>
                </a:lnTo>
                <a:lnTo>
                  <a:pt x="9246451" y="1173543"/>
                </a:lnTo>
                <a:lnTo>
                  <a:pt x="9245333" y="1173086"/>
                </a:lnTo>
                <a:lnTo>
                  <a:pt x="9242704" y="1173086"/>
                </a:lnTo>
                <a:lnTo>
                  <a:pt x="9241574" y="1173543"/>
                </a:lnTo>
                <a:lnTo>
                  <a:pt x="9239720" y="1175410"/>
                </a:lnTo>
                <a:lnTo>
                  <a:pt x="9239250" y="1176528"/>
                </a:lnTo>
                <a:lnTo>
                  <a:pt x="9239250" y="1179156"/>
                </a:lnTo>
                <a:lnTo>
                  <a:pt x="9239720" y="1180287"/>
                </a:lnTo>
                <a:lnTo>
                  <a:pt x="9241574" y="1182141"/>
                </a:lnTo>
                <a:lnTo>
                  <a:pt x="9242704" y="1182611"/>
                </a:lnTo>
                <a:lnTo>
                  <a:pt x="9245333" y="1182611"/>
                </a:lnTo>
                <a:lnTo>
                  <a:pt x="9246451" y="1182141"/>
                </a:lnTo>
                <a:lnTo>
                  <a:pt x="9248318" y="1180287"/>
                </a:lnTo>
                <a:lnTo>
                  <a:pt x="9248775" y="1179156"/>
                </a:lnTo>
                <a:lnTo>
                  <a:pt x="9248775" y="1176528"/>
                </a:lnTo>
                <a:close/>
              </a:path>
              <a:path w="11201400" h="1183005">
                <a:moveTo>
                  <a:pt x="9248775" y="589991"/>
                </a:moveTo>
                <a:lnTo>
                  <a:pt x="9248318" y="588873"/>
                </a:lnTo>
                <a:lnTo>
                  <a:pt x="9246451" y="587006"/>
                </a:lnTo>
                <a:lnTo>
                  <a:pt x="9245333" y="586536"/>
                </a:lnTo>
                <a:lnTo>
                  <a:pt x="9242704" y="586536"/>
                </a:lnTo>
                <a:lnTo>
                  <a:pt x="9241574" y="587006"/>
                </a:lnTo>
                <a:lnTo>
                  <a:pt x="9239720" y="588873"/>
                </a:lnTo>
                <a:lnTo>
                  <a:pt x="9239250" y="589991"/>
                </a:lnTo>
                <a:lnTo>
                  <a:pt x="9239250" y="592620"/>
                </a:lnTo>
                <a:lnTo>
                  <a:pt x="9239720" y="593737"/>
                </a:lnTo>
                <a:lnTo>
                  <a:pt x="9241574" y="595604"/>
                </a:lnTo>
                <a:lnTo>
                  <a:pt x="9242704" y="596061"/>
                </a:lnTo>
                <a:lnTo>
                  <a:pt x="9245333" y="596061"/>
                </a:lnTo>
                <a:lnTo>
                  <a:pt x="9246451" y="595604"/>
                </a:lnTo>
                <a:lnTo>
                  <a:pt x="9248318" y="593737"/>
                </a:lnTo>
                <a:lnTo>
                  <a:pt x="9248775" y="592620"/>
                </a:lnTo>
                <a:lnTo>
                  <a:pt x="9248775" y="589991"/>
                </a:lnTo>
                <a:close/>
              </a:path>
              <a:path w="11201400" h="1183005">
                <a:moveTo>
                  <a:pt x="9248775" y="3454"/>
                </a:moveTo>
                <a:lnTo>
                  <a:pt x="9248318" y="2324"/>
                </a:lnTo>
                <a:lnTo>
                  <a:pt x="9246451" y="469"/>
                </a:lnTo>
                <a:lnTo>
                  <a:pt x="9245333" y="0"/>
                </a:lnTo>
                <a:lnTo>
                  <a:pt x="9242704" y="0"/>
                </a:lnTo>
                <a:lnTo>
                  <a:pt x="9241574" y="469"/>
                </a:lnTo>
                <a:lnTo>
                  <a:pt x="9239720" y="2324"/>
                </a:lnTo>
                <a:lnTo>
                  <a:pt x="9239250" y="3454"/>
                </a:lnTo>
                <a:lnTo>
                  <a:pt x="9239250" y="6083"/>
                </a:lnTo>
                <a:lnTo>
                  <a:pt x="9239720" y="7200"/>
                </a:lnTo>
                <a:lnTo>
                  <a:pt x="9241574" y="9067"/>
                </a:lnTo>
                <a:lnTo>
                  <a:pt x="9242704" y="9525"/>
                </a:lnTo>
                <a:lnTo>
                  <a:pt x="9245333" y="9525"/>
                </a:lnTo>
                <a:lnTo>
                  <a:pt x="9246451" y="9067"/>
                </a:lnTo>
                <a:lnTo>
                  <a:pt x="9248318" y="7200"/>
                </a:lnTo>
                <a:lnTo>
                  <a:pt x="9248775" y="6083"/>
                </a:lnTo>
                <a:lnTo>
                  <a:pt x="9248775" y="3454"/>
                </a:lnTo>
                <a:close/>
              </a:path>
              <a:path w="11201400" h="1183005">
                <a:moveTo>
                  <a:pt x="9296400" y="1176528"/>
                </a:moveTo>
                <a:lnTo>
                  <a:pt x="9295943" y="1175410"/>
                </a:lnTo>
                <a:lnTo>
                  <a:pt x="9294076" y="1173543"/>
                </a:lnTo>
                <a:lnTo>
                  <a:pt x="9292958" y="1173086"/>
                </a:lnTo>
                <a:lnTo>
                  <a:pt x="9290329" y="1173086"/>
                </a:lnTo>
                <a:lnTo>
                  <a:pt x="9289199" y="1173543"/>
                </a:lnTo>
                <a:lnTo>
                  <a:pt x="9287345" y="1175410"/>
                </a:lnTo>
                <a:lnTo>
                  <a:pt x="9286875" y="1176528"/>
                </a:lnTo>
                <a:lnTo>
                  <a:pt x="9286875" y="1179156"/>
                </a:lnTo>
                <a:lnTo>
                  <a:pt x="9287345" y="1180287"/>
                </a:lnTo>
                <a:lnTo>
                  <a:pt x="9289199" y="1182141"/>
                </a:lnTo>
                <a:lnTo>
                  <a:pt x="9290329" y="1182611"/>
                </a:lnTo>
                <a:lnTo>
                  <a:pt x="9292958" y="1182611"/>
                </a:lnTo>
                <a:lnTo>
                  <a:pt x="9294076" y="1182141"/>
                </a:lnTo>
                <a:lnTo>
                  <a:pt x="9295943" y="1180287"/>
                </a:lnTo>
                <a:lnTo>
                  <a:pt x="9296400" y="1179156"/>
                </a:lnTo>
                <a:lnTo>
                  <a:pt x="9296400" y="1176528"/>
                </a:lnTo>
                <a:close/>
              </a:path>
              <a:path w="11201400" h="1183005">
                <a:moveTo>
                  <a:pt x="9296400" y="589991"/>
                </a:moveTo>
                <a:lnTo>
                  <a:pt x="9295943" y="588873"/>
                </a:lnTo>
                <a:lnTo>
                  <a:pt x="9294076" y="587006"/>
                </a:lnTo>
                <a:lnTo>
                  <a:pt x="9292958" y="586536"/>
                </a:lnTo>
                <a:lnTo>
                  <a:pt x="9290329" y="586536"/>
                </a:lnTo>
                <a:lnTo>
                  <a:pt x="9289199" y="587006"/>
                </a:lnTo>
                <a:lnTo>
                  <a:pt x="9287345" y="588873"/>
                </a:lnTo>
                <a:lnTo>
                  <a:pt x="9286875" y="589991"/>
                </a:lnTo>
                <a:lnTo>
                  <a:pt x="9286875" y="592620"/>
                </a:lnTo>
                <a:lnTo>
                  <a:pt x="9287345" y="593737"/>
                </a:lnTo>
                <a:lnTo>
                  <a:pt x="9289199" y="595604"/>
                </a:lnTo>
                <a:lnTo>
                  <a:pt x="9290329" y="596061"/>
                </a:lnTo>
                <a:lnTo>
                  <a:pt x="9292958" y="596061"/>
                </a:lnTo>
                <a:lnTo>
                  <a:pt x="9294076" y="595604"/>
                </a:lnTo>
                <a:lnTo>
                  <a:pt x="9295943" y="593737"/>
                </a:lnTo>
                <a:lnTo>
                  <a:pt x="9296400" y="592620"/>
                </a:lnTo>
                <a:lnTo>
                  <a:pt x="9296400" y="589991"/>
                </a:lnTo>
                <a:close/>
              </a:path>
              <a:path w="11201400" h="1183005">
                <a:moveTo>
                  <a:pt x="9296400" y="3454"/>
                </a:moveTo>
                <a:lnTo>
                  <a:pt x="9295943" y="2324"/>
                </a:lnTo>
                <a:lnTo>
                  <a:pt x="9294076" y="469"/>
                </a:lnTo>
                <a:lnTo>
                  <a:pt x="9292958" y="0"/>
                </a:lnTo>
                <a:lnTo>
                  <a:pt x="9290329" y="0"/>
                </a:lnTo>
                <a:lnTo>
                  <a:pt x="9289199" y="469"/>
                </a:lnTo>
                <a:lnTo>
                  <a:pt x="9287345" y="2324"/>
                </a:lnTo>
                <a:lnTo>
                  <a:pt x="9286875" y="3454"/>
                </a:lnTo>
                <a:lnTo>
                  <a:pt x="9286875" y="6083"/>
                </a:lnTo>
                <a:lnTo>
                  <a:pt x="9287345" y="7200"/>
                </a:lnTo>
                <a:lnTo>
                  <a:pt x="9289199" y="9067"/>
                </a:lnTo>
                <a:lnTo>
                  <a:pt x="9290329" y="9525"/>
                </a:lnTo>
                <a:lnTo>
                  <a:pt x="9292958" y="9525"/>
                </a:lnTo>
                <a:lnTo>
                  <a:pt x="9294076" y="9067"/>
                </a:lnTo>
                <a:lnTo>
                  <a:pt x="9295943" y="7200"/>
                </a:lnTo>
                <a:lnTo>
                  <a:pt x="9296400" y="6083"/>
                </a:lnTo>
                <a:lnTo>
                  <a:pt x="9296400" y="3454"/>
                </a:lnTo>
                <a:close/>
              </a:path>
              <a:path w="11201400" h="1183005">
                <a:moveTo>
                  <a:pt x="9344025" y="1176528"/>
                </a:moveTo>
                <a:lnTo>
                  <a:pt x="9343568" y="1175410"/>
                </a:lnTo>
                <a:lnTo>
                  <a:pt x="9341701" y="1173543"/>
                </a:lnTo>
                <a:lnTo>
                  <a:pt x="9340583" y="1173086"/>
                </a:lnTo>
                <a:lnTo>
                  <a:pt x="9337954" y="1173086"/>
                </a:lnTo>
                <a:lnTo>
                  <a:pt x="9336824" y="1173543"/>
                </a:lnTo>
                <a:lnTo>
                  <a:pt x="9334970" y="1175410"/>
                </a:lnTo>
                <a:lnTo>
                  <a:pt x="9334500" y="1176528"/>
                </a:lnTo>
                <a:lnTo>
                  <a:pt x="9334500" y="1179156"/>
                </a:lnTo>
                <a:lnTo>
                  <a:pt x="9334970" y="1180287"/>
                </a:lnTo>
                <a:lnTo>
                  <a:pt x="9336824" y="1182141"/>
                </a:lnTo>
                <a:lnTo>
                  <a:pt x="9337954" y="1182611"/>
                </a:lnTo>
                <a:lnTo>
                  <a:pt x="9340583" y="1182611"/>
                </a:lnTo>
                <a:lnTo>
                  <a:pt x="9341701" y="1182141"/>
                </a:lnTo>
                <a:lnTo>
                  <a:pt x="9343568" y="1180287"/>
                </a:lnTo>
                <a:lnTo>
                  <a:pt x="9344025" y="1179156"/>
                </a:lnTo>
                <a:lnTo>
                  <a:pt x="9344025" y="1176528"/>
                </a:lnTo>
                <a:close/>
              </a:path>
              <a:path w="11201400" h="1183005">
                <a:moveTo>
                  <a:pt x="9344025" y="589991"/>
                </a:moveTo>
                <a:lnTo>
                  <a:pt x="9343568" y="588873"/>
                </a:lnTo>
                <a:lnTo>
                  <a:pt x="9341701" y="587006"/>
                </a:lnTo>
                <a:lnTo>
                  <a:pt x="9340583" y="586536"/>
                </a:lnTo>
                <a:lnTo>
                  <a:pt x="9337954" y="586536"/>
                </a:lnTo>
                <a:lnTo>
                  <a:pt x="9336824" y="587006"/>
                </a:lnTo>
                <a:lnTo>
                  <a:pt x="9334970" y="588873"/>
                </a:lnTo>
                <a:lnTo>
                  <a:pt x="9334500" y="589991"/>
                </a:lnTo>
                <a:lnTo>
                  <a:pt x="9334500" y="592620"/>
                </a:lnTo>
                <a:lnTo>
                  <a:pt x="9334970" y="593737"/>
                </a:lnTo>
                <a:lnTo>
                  <a:pt x="9336824" y="595604"/>
                </a:lnTo>
                <a:lnTo>
                  <a:pt x="9337954" y="596061"/>
                </a:lnTo>
                <a:lnTo>
                  <a:pt x="9340583" y="596061"/>
                </a:lnTo>
                <a:lnTo>
                  <a:pt x="9341701" y="595604"/>
                </a:lnTo>
                <a:lnTo>
                  <a:pt x="9343568" y="593737"/>
                </a:lnTo>
                <a:lnTo>
                  <a:pt x="9344025" y="592620"/>
                </a:lnTo>
                <a:lnTo>
                  <a:pt x="9344025" y="589991"/>
                </a:lnTo>
                <a:close/>
              </a:path>
              <a:path w="11201400" h="1183005">
                <a:moveTo>
                  <a:pt x="9344025" y="3454"/>
                </a:moveTo>
                <a:lnTo>
                  <a:pt x="9343568" y="2324"/>
                </a:lnTo>
                <a:lnTo>
                  <a:pt x="9341701" y="469"/>
                </a:lnTo>
                <a:lnTo>
                  <a:pt x="9340583" y="0"/>
                </a:lnTo>
                <a:lnTo>
                  <a:pt x="9337954" y="0"/>
                </a:lnTo>
                <a:lnTo>
                  <a:pt x="9336824" y="469"/>
                </a:lnTo>
                <a:lnTo>
                  <a:pt x="9334970" y="2324"/>
                </a:lnTo>
                <a:lnTo>
                  <a:pt x="9334500" y="3454"/>
                </a:lnTo>
                <a:lnTo>
                  <a:pt x="9334500" y="6083"/>
                </a:lnTo>
                <a:lnTo>
                  <a:pt x="9334970" y="7200"/>
                </a:lnTo>
                <a:lnTo>
                  <a:pt x="9336824" y="9067"/>
                </a:lnTo>
                <a:lnTo>
                  <a:pt x="9337954" y="9525"/>
                </a:lnTo>
                <a:lnTo>
                  <a:pt x="9340583" y="9525"/>
                </a:lnTo>
                <a:lnTo>
                  <a:pt x="9341701" y="9067"/>
                </a:lnTo>
                <a:lnTo>
                  <a:pt x="9343568" y="7200"/>
                </a:lnTo>
                <a:lnTo>
                  <a:pt x="9344025" y="6083"/>
                </a:lnTo>
                <a:lnTo>
                  <a:pt x="9344025" y="3454"/>
                </a:lnTo>
                <a:close/>
              </a:path>
              <a:path w="11201400" h="1183005">
                <a:moveTo>
                  <a:pt x="9391650" y="1176528"/>
                </a:moveTo>
                <a:lnTo>
                  <a:pt x="9391193" y="1175410"/>
                </a:lnTo>
                <a:lnTo>
                  <a:pt x="9389326" y="1173543"/>
                </a:lnTo>
                <a:lnTo>
                  <a:pt x="9388208" y="1173086"/>
                </a:lnTo>
                <a:lnTo>
                  <a:pt x="9385579" y="1173086"/>
                </a:lnTo>
                <a:lnTo>
                  <a:pt x="9384449" y="1173543"/>
                </a:lnTo>
                <a:lnTo>
                  <a:pt x="9382595" y="1175410"/>
                </a:lnTo>
                <a:lnTo>
                  <a:pt x="9382125" y="1176528"/>
                </a:lnTo>
                <a:lnTo>
                  <a:pt x="9382125" y="1179156"/>
                </a:lnTo>
                <a:lnTo>
                  <a:pt x="9382595" y="1180287"/>
                </a:lnTo>
                <a:lnTo>
                  <a:pt x="9384449" y="1182141"/>
                </a:lnTo>
                <a:lnTo>
                  <a:pt x="9385579" y="1182611"/>
                </a:lnTo>
                <a:lnTo>
                  <a:pt x="9388208" y="1182611"/>
                </a:lnTo>
                <a:lnTo>
                  <a:pt x="9389326" y="1182141"/>
                </a:lnTo>
                <a:lnTo>
                  <a:pt x="9391193" y="1180287"/>
                </a:lnTo>
                <a:lnTo>
                  <a:pt x="9391650" y="1179156"/>
                </a:lnTo>
                <a:lnTo>
                  <a:pt x="9391650" y="1176528"/>
                </a:lnTo>
                <a:close/>
              </a:path>
              <a:path w="11201400" h="1183005">
                <a:moveTo>
                  <a:pt x="9391650" y="589991"/>
                </a:moveTo>
                <a:lnTo>
                  <a:pt x="9391193" y="588873"/>
                </a:lnTo>
                <a:lnTo>
                  <a:pt x="9389326" y="587006"/>
                </a:lnTo>
                <a:lnTo>
                  <a:pt x="9388208" y="586536"/>
                </a:lnTo>
                <a:lnTo>
                  <a:pt x="9385579" y="586536"/>
                </a:lnTo>
                <a:lnTo>
                  <a:pt x="9384449" y="587006"/>
                </a:lnTo>
                <a:lnTo>
                  <a:pt x="9382595" y="588873"/>
                </a:lnTo>
                <a:lnTo>
                  <a:pt x="9382125" y="589991"/>
                </a:lnTo>
                <a:lnTo>
                  <a:pt x="9382125" y="592620"/>
                </a:lnTo>
                <a:lnTo>
                  <a:pt x="9382595" y="593737"/>
                </a:lnTo>
                <a:lnTo>
                  <a:pt x="9384449" y="595604"/>
                </a:lnTo>
                <a:lnTo>
                  <a:pt x="9385579" y="596061"/>
                </a:lnTo>
                <a:lnTo>
                  <a:pt x="9388208" y="596061"/>
                </a:lnTo>
                <a:lnTo>
                  <a:pt x="9389326" y="595604"/>
                </a:lnTo>
                <a:lnTo>
                  <a:pt x="9391193" y="593737"/>
                </a:lnTo>
                <a:lnTo>
                  <a:pt x="9391650" y="592620"/>
                </a:lnTo>
                <a:lnTo>
                  <a:pt x="9391650" y="589991"/>
                </a:lnTo>
                <a:close/>
              </a:path>
              <a:path w="11201400" h="1183005">
                <a:moveTo>
                  <a:pt x="9391650" y="3454"/>
                </a:moveTo>
                <a:lnTo>
                  <a:pt x="9391193" y="2324"/>
                </a:lnTo>
                <a:lnTo>
                  <a:pt x="9389326" y="469"/>
                </a:lnTo>
                <a:lnTo>
                  <a:pt x="9388208" y="0"/>
                </a:lnTo>
                <a:lnTo>
                  <a:pt x="9385579" y="0"/>
                </a:lnTo>
                <a:lnTo>
                  <a:pt x="9384449" y="469"/>
                </a:lnTo>
                <a:lnTo>
                  <a:pt x="9382595" y="2324"/>
                </a:lnTo>
                <a:lnTo>
                  <a:pt x="9382125" y="3454"/>
                </a:lnTo>
                <a:lnTo>
                  <a:pt x="9382125" y="6083"/>
                </a:lnTo>
                <a:lnTo>
                  <a:pt x="9382595" y="7200"/>
                </a:lnTo>
                <a:lnTo>
                  <a:pt x="9384449" y="9067"/>
                </a:lnTo>
                <a:lnTo>
                  <a:pt x="9385579" y="9525"/>
                </a:lnTo>
                <a:lnTo>
                  <a:pt x="9388208" y="9525"/>
                </a:lnTo>
                <a:lnTo>
                  <a:pt x="9389326" y="9067"/>
                </a:lnTo>
                <a:lnTo>
                  <a:pt x="9391193" y="7200"/>
                </a:lnTo>
                <a:lnTo>
                  <a:pt x="9391650" y="6083"/>
                </a:lnTo>
                <a:lnTo>
                  <a:pt x="9391650" y="3454"/>
                </a:lnTo>
                <a:close/>
              </a:path>
              <a:path w="11201400" h="1183005">
                <a:moveTo>
                  <a:pt x="9439275" y="1176528"/>
                </a:moveTo>
                <a:lnTo>
                  <a:pt x="9438818" y="1175410"/>
                </a:lnTo>
                <a:lnTo>
                  <a:pt x="9436951" y="1173543"/>
                </a:lnTo>
                <a:lnTo>
                  <a:pt x="9435833" y="1173086"/>
                </a:lnTo>
                <a:lnTo>
                  <a:pt x="9433204" y="1173086"/>
                </a:lnTo>
                <a:lnTo>
                  <a:pt x="9432074" y="1173543"/>
                </a:lnTo>
                <a:lnTo>
                  <a:pt x="9430220" y="1175410"/>
                </a:lnTo>
                <a:lnTo>
                  <a:pt x="9429750" y="1176528"/>
                </a:lnTo>
                <a:lnTo>
                  <a:pt x="9429750" y="1179156"/>
                </a:lnTo>
                <a:lnTo>
                  <a:pt x="9430220" y="1180287"/>
                </a:lnTo>
                <a:lnTo>
                  <a:pt x="9432074" y="1182141"/>
                </a:lnTo>
                <a:lnTo>
                  <a:pt x="9433204" y="1182611"/>
                </a:lnTo>
                <a:lnTo>
                  <a:pt x="9435833" y="1182611"/>
                </a:lnTo>
                <a:lnTo>
                  <a:pt x="9436951" y="1182141"/>
                </a:lnTo>
                <a:lnTo>
                  <a:pt x="9438818" y="1180287"/>
                </a:lnTo>
                <a:lnTo>
                  <a:pt x="9439275" y="1179156"/>
                </a:lnTo>
                <a:lnTo>
                  <a:pt x="9439275" y="1176528"/>
                </a:lnTo>
                <a:close/>
              </a:path>
              <a:path w="11201400" h="1183005">
                <a:moveTo>
                  <a:pt x="9439275" y="589991"/>
                </a:moveTo>
                <a:lnTo>
                  <a:pt x="9438818" y="588873"/>
                </a:lnTo>
                <a:lnTo>
                  <a:pt x="9436951" y="587006"/>
                </a:lnTo>
                <a:lnTo>
                  <a:pt x="9435833" y="586536"/>
                </a:lnTo>
                <a:lnTo>
                  <a:pt x="9433204" y="586536"/>
                </a:lnTo>
                <a:lnTo>
                  <a:pt x="9432074" y="587006"/>
                </a:lnTo>
                <a:lnTo>
                  <a:pt x="9430220" y="588873"/>
                </a:lnTo>
                <a:lnTo>
                  <a:pt x="9429750" y="589991"/>
                </a:lnTo>
                <a:lnTo>
                  <a:pt x="9429750" y="592620"/>
                </a:lnTo>
                <a:lnTo>
                  <a:pt x="9430220" y="593737"/>
                </a:lnTo>
                <a:lnTo>
                  <a:pt x="9432074" y="595604"/>
                </a:lnTo>
                <a:lnTo>
                  <a:pt x="9433204" y="596061"/>
                </a:lnTo>
                <a:lnTo>
                  <a:pt x="9435833" y="596061"/>
                </a:lnTo>
                <a:lnTo>
                  <a:pt x="9436951" y="595604"/>
                </a:lnTo>
                <a:lnTo>
                  <a:pt x="9438818" y="593737"/>
                </a:lnTo>
                <a:lnTo>
                  <a:pt x="9439275" y="592620"/>
                </a:lnTo>
                <a:lnTo>
                  <a:pt x="9439275" y="589991"/>
                </a:lnTo>
                <a:close/>
              </a:path>
              <a:path w="11201400" h="1183005">
                <a:moveTo>
                  <a:pt x="9439275" y="3454"/>
                </a:moveTo>
                <a:lnTo>
                  <a:pt x="9438818" y="2324"/>
                </a:lnTo>
                <a:lnTo>
                  <a:pt x="9436951" y="469"/>
                </a:lnTo>
                <a:lnTo>
                  <a:pt x="9435833" y="0"/>
                </a:lnTo>
                <a:lnTo>
                  <a:pt x="9433204" y="0"/>
                </a:lnTo>
                <a:lnTo>
                  <a:pt x="9432074" y="469"/>
                </a:lnTo>
                <a:lnTo>
                  <a:pt x="9430220" y="2324"/>
                </a:lnTo>
                <a:lnTo>
                  <a:pt x="9429750" y="3454"/>
                </a:lnTo>
                <a:lnTo>
                  <a:pt x="9429750" y="6083"/>
                </a:lnTo>
                <a:lnTo>
                  <a:pt x="9430220" y="7200"/>
                </a:lnTo>
                <a:lnTo>
                  <a:pt x="9432074" y="9067"/>
                </a:lnTo>
                <a:lnTo>
                  <a:pt x="9433204" y="9525"/>
                </a:lnTo>
                <a:lnTo>
                  <a:pt x="9435833" y="9525"/>
                </a:lnTo>
                <a:lnTo>
                  <a:pt x="9436951" y="9067"/>
                </a:lnTo>
                <a:lnTo>
                  <a:pt x="9438818" y="7200"/>
                </a:lnTo>
                <a:lnTo>
                  <a:pt x="9439275" y="6083"/>
                </a:lnTo>
                <a:lnTo>
                  <a:pt x="9439275" y="3454"/>
                </a:lnTo>
                <a:close/>
              </a:path>
              <a:path w="11201400" h="1183005">
                <a:moveTo>
                  <a:pt x="9486900" y="1176528"/>
                </a:moveTo>
                <a:lnTo>
                  <a:pt x="9486443" y="1175410"/>
                </a:lnTo>
                <a:lnTo>
                  <a:pt x="9484576" y="1173543"/>
                </a:lnTo>
                <a:lnTo>
                  <a:pt x="9483458" y="1173086"/>
                </a:lnTo>
                <a:lnTo>
                  <a:pt x="9480829" y="1173086"/>
                </a:lnTo>
                <a:lnTo>
                  <a:pt x="9479699" y="1173543"/>
                </a:lnTo>
                <a:lnTo>
                  <a:pt x="9477845" y="1175410"/>
                </a:lnTo>
                <a:lnTo>
                  <a:pt x="9477375" y="1176528"/>
                </a:lnTo>
                <a:lnTo>
                  <a:pt x="9477375" y="1179156"/>
                </a:lnTo>
                <a:lnTo>
                  <a:pt x="9477845" y="1180287"/>
                </a:lnTo>
                <a:lnTo>
                  <a:pt x="9479699" y="1182141"/>
                </a:lnTo>
                <a:lnTo>
                  <a:pt x="9480829" y="1182611"/>
                </a:lnTo>
                <a:lnTo>
                  <a:pt x="9483458" y="1182611"/>
                </a:lnTo>
                <a:lnTo>
                  <a:pt x="9484576" y="1182141"/>
                </a:lnTo>
                <a:lnTo>
                  <a:pt x="9486443" y="1180287"/>
                </a:lnTo>
                <a:lnTo>
                  <a:pt x="9486900" y="1179156"/>
                </a:lnTo>
                <a:lnTo>
                  <a:pt x="9486900" y="1176528"/>
                </a:lnTo>
                <a:close/>
              </a:path>
              <a:path w="11201400" h="1183005">
                <a:moveTo>
                  <a:pt x="9486900" y="589991"/>
                </a:moveTo>
                <a:lnTo>
                  <a:pt x="9486443" y="588873"/>
                </a:lnTo>
                <a:lnTo>
                  <a:pt x="9484576" y="587006"/>
                </a:lnTo>
                <a:lnTo>
                  <a:pt x="9483458" y="586536"/>
                </a:lnTo>
                <a:lnTo>
                  <a:pt x="9480829" y="586536"/>
                </a:lnTo>
                <a:lnTo>
                  <a:pt x="9479699" y="587006"/>
                </a:lnTo>
                <a:lnTo>
                  <a:pt x="9477845" y="588873"/>
                </a:lnTo>
                <a:lnTo>
                  <a:pt x="9477375" y="589991"/>
                </a:lnTo>
                <a:lnTo>
                  <a:pt x="9477375" y="592620"/>
                </a:lnTo>
                <a:lnTo>
                  <a:pt x="9477845" y="593737"/>
                </a:lnTo>
                <a:lnTo>
                  <a:pt x="9479699" y="595604"/>
                </a:lnTo>
                <a:lnTo>
                  <a:pt x="9480829" y="596061"/>
                </a:lnTo>
                <a:lnTo>
                  <a:pt x="9483458" y="596061"/>
                </a:lnTo>
                <a:lnTo>
                  <a:pt x="9484576" y="595604"/>
                </a:lnTo>
                <a:lnTo>
                  <a:pt x="9486443" y="593737"/>
                </a:lnTo>
                <a:lnTo>
                  <a:pt x="9486900" y="592620"/>
                </a:lnTo>
                <a:lnTo>
                  <a:pt x="9486900" y="589991"/>
                </a:lnTo>
                <a:close/>
              </a:path>
              <a:path w="11201400" h="1183005">
                <a:moveTo>
                  <a:pt x="9486900" y="3454"/>
                </a:moveTo>
                <a:lnTo>
                  <a:pt x="9486443" y="2324"/>
                </a:lnTo>
                <a:lnTo>
                  <a:pt x="9484576" y="469"/>
                </a:lnTo>
                <a:lnTo>
                  <a:pt x="9483458" y="0"/>
                </a:lnTo>
                <a:lnTo>
                  <a:pt x="9480829" y="0"/>
                </a:lnTo>
                <a:lnTo>
                  <a:pt x="9479699" y="469"/>
                </a:lnTo>
                <a:lnTo>
                  <a:pt x="9477845" y="2324"/>
                </a:lnTo>
                <a:lnTo>
                  <a:pt x="9477375" y="3454"/>
                </a:lnTo>
                <a:lnTo>
                  <a:pt x="9477375" y="6083"/>
                </a:lnTo>
                <a:lnTo>
                  <a:pt x="9477845" y="7200"/>
                </a:lnTo>
                <a:lnTo>
                  <a:pt x="9479699" y="9067"/>
                </a:lnTo>
                <a:lnTo>
                  <a:pt x="9480829" y="9525"/>
                </a:lnTo>
                <a:lnTo>
                  <a:pt x="9483458" y="9525"/>
                </a:lnTo>
                <a:lnTo>
                  <a:pt x="9484576" y="9067"/>
                </a:lnTo>
                <a:lnTo>
                  <a:pt x="9486443" y="7200"/>
                </a:lnTo>
                <a:lnTo>
                  <a:pt x="9486900" y="6083"/>
                </a:lnTo>
                <a:lnTo>
                  <a:pt x="9486900" y="3454"/>
                </a:lnTo>
                <a:close/>
              </a:path>
              <a:path w="11201400" h="1183005">
                <a:moveTo>
                  <a:pt x="9534525" y="1176528"/>
                </a:moveTo>
                <a:lnTo>
                  <a:pt x="9534068" y="1175410"/>
                </a:lnTo>
                <a:lnTo>
                  <a:pt x="9532201" y="1173543"/>
                </a:lnTo>
                <a:lnTo>
                  <a:pt x="9531083" y="1173086"/>
                </a:lnTo>
                <a:lnTo>
                  <a:pt x="9528454" y="1173086"/>
                </a:lnTo>
                <a:lnTo>
                  <a:pt x="9527324" y="1173543"/>
                </a:lnTo>
                <a:lnTo>
                  <a:pt x="9525470" y="1175410"/>
                </a:lnTo>
                <a:lnTo>
                  <a:pt x="9525000" y="1176528"/>
                </a:lnTo>
                <a:lnTo>
                  <a:pt x="9525000" y="1179156"/>
                </a:lnTo>
                <a:lnTo>
                  <a:pt x="9525470" y="1180287"/>
                </a:lnTo>
                <a:lnTo>
                  <a:pt x="9527324" y="1182141"/>
                </a:lnTo>
                <a:lnTo>
                  <a:pt x="9528454" y="1182611"/>
                </a:lnTo>
                <a:lnTo>
                  <a:pt x="9531083" y="1182611"/>
                </a:lnTo>
                <a:lnTo>
                  <a:pt x="9532201" y="1182141"/>
                </a:lnTo>
                <a:lnTo>
                  <a:pt x="9534068" y="1180287"/>
                </a:lnTo>
                <a:lnTo>
                  <a:pt x="9534525" y="1179156"/>
                </a:lnTo>
                <a:lnTo>
                  <a:pt x="9534525" y="1176528"/>
                </a:lnTo>
                <a:close/>
              </a:path>
              <a:path w="11201400" h="1183005">
                <a:moveTo>
                  <a:pt x="9534525" y="589991"/>
                </a:moveTo>
                <a:lnTo>
                  <a:pt x="9534068" y="588873"/>
                </a:lnTo>
                <a:lnTo>
                  <a:pt x="9532201" y="587006"/>
                </a:lnTo>
                <a:lnTo>
                  <a:pt x="9531083" y="586536"/>
                </a:lnTo>
                <a:lnTo>
                  <a:pt x="9528454" y="586536"/>
                </a:lnTo>
                <a:lnTo>
                  <a:pt x="9527324" y="587006"/>
                </a:lnTo>
                <a:lnTo>
                  <a:pt x="9525470" y="588873"/>
                </a:lnTo>
                <a:lnTo>
                  <a:pt x="9525000" y="589991"/>
                </a:lnTo>
                <a:lnTo>
                  <a:pt x="9525000" y="592620"/>
                </a:lnTo>
                <a:lnTo>
                  <a:pt x="9525470" y="593737"/>
                </a:lnTo>
                <a:lnTo>
                  <a:pt x="9527324" y="595604"/>
                </a:lnTo>
                <a:lnTo>
                  <a:pt x="9528454" y="596061"/>
                </a:lnTo>
                <a:lnTo>
                  <a:pt x="9531083" y="596061"/>
                </a:lnTo>
                <a:lnTo>
                  <a:pt x="9532201" y="595604"/>
                </a:lnTo>
                <a:lnTo>
                  <a:pt x="9534068" y="593737"/>
                </a:lnTo>
                <a:lnTo>
                  <a:pt x="9534525" y="592620"/>
                </a:lnTo>
                <a:lnTo>
                  <a:pt x="9534525" y="589991"/>
                </a:lnTo>
                <a:close/>
              </a:path>
              <a:path w="11201400" h="1183005">
                <a:moveTo>
                  <a:pt x="9534525" y="3454"/>
                </a:moveTo>
                <a:lnTo>
                  <a:pt x="9534068" y="2324"/>
                </a:lnTo>
                <a:lnTo>
                  <a:pt x="9532201" y="469"/>
                </a:lnTo>
                <a:lnTo>
                  <a:pt x="9531083" y="0"/>
                </a:lnTo>
                <a:lnTo>
                  <a:pt x="9528454" y="0"/>
                </a:lnTo>
                <a:lnTo>
                  <a:pt x="9527324" y="469"/>
                </a:lnTo>
                <a:lnTo>
                  <a:pt x="9525470" y="2324"/>
                </a:lnTo>
                <a:lnTo>
                  <a:pt x="9525000" y="3454"/>
                </a:lnTo>
                <a:lnTo>
                  <a:pt x="9525000" y="6083"/>
                </a:lnTo>
                <a:lnTo>
                  <a:pt x="9525470" y="7200"/>
                </a:lnTo>
                <a:lnTo>
                  <a:pt x="9527324" y="9067"/>
                </a:lnTo>
                <a:lnTo>
                  <a:pt x="9528454" y="9525"/>
                </a:lnTo>
                <a:lnTo>
                  <a:pt x="9531083" y="9525"/>
                </a:lnTo>
                <a:lnTo>
                  <a:pt x="9532201" y="9067"/>
                </a:lnTo>
                <a:lnTo>
                  <a:pt x="9534068" y="7200"/>
                </a:lnTo>
                <a:lnTo>
                  <a:pt x="9534525" y="6083"/>
                </a:lnTo>
                <a:lnTo>
                  <a:pt x="9534525" y="3454"/>
                </a:lnTo>
                <a:close/>
              </a:path>
              <a:path w="11201400" h="1183005">
                <a:moveTo>
                  <a:pt x="9582150" y="1176528"/>
                </a:moveTo>
                <a:lnTo>
                  <a:pt x="9581693" y="1175410"/>
                </a:lnTo>
                <a:lnTo>
                  <a:pt x="9579826" y="1173543"/>
                </a:lnTo>
                <a:lnTo>
                  <a:pt x="9578708" y="1173086"/>
                </a:lnTo>
                <a:lnTo>
                  <a:pt x="9576079" y="1173086"/>
                </a:lnTo>
                <a:lnTo>
                  <a:pt x="9574949" y="1173543"/>
                </a:lnTo>
                <a:lnTo>
                  <a:pt x="9573095" y="1175410"/>
                </a:lnTo>
                <a:lnTo>
                  <a:pt x="9572625" y="1176528"/>
                </a:lnTo>
                <a:lnTo>
                  <a:pt x="9572625" y="1179156"/>
                </a:lnTo>
                <a:lnTo>
                  <a:pt x="9573095" y="1180287"/>
                </a:lnTo>
                <a:lnTo>
                  <a:pt x="9574949" y="1182141"/>
                </a:lnTo>
                <a:lnTo>
                  <a:pt x="9576079" y="1182611"/>
                </a:lnTo>
                <a:lnTo>
                  <a:pt x="9578708" y="1182611"/>
                </a:lnTo>
                <a:lnTo>
                  <a:pt x="9579826" y="1182141"/>
                </a:lnTo>
                <a:lnTo>
                  <a:pt x="9581693" y="1180287"/>
                </a:lnTo>
                <a:lnTo>
                  <a:pt x="9582150" y="1179156"/>
                </a:lnTo>
                <a:lnTo>
                  <a:pt x="9582150" y="1176528"/>
                </a:lnTo>
                <a:close/>
              </a:path>
              <a:path w="11201400" h="1183005">
                <a:moveTo>
                  <a:pt x="9582150" y="589991"/>
                </a:moveTo>
                <a:lnTo>
                  <a:pt x="9581693" y="588873"/>
                </a:lnTo>
                <a:lnTo>
                  <a:pt x="9579826" y="587006"/>
                </a:lnTo>
                <a:lnTo>
                  <a:pt x="9578708" y="586536"/>
                </a:lnTo>
                <a:lnTo>
                  <a:pt x="9576079" y="586536"/>
                </a:lnTo>
                <a:lnTo>
                  <a:pt x="9574949" y="587006"/>
                </a:lnTo>
                <a:lnTo>
                  <a:pt x="9573095" y="588873"/>
                </a:lnTo>
                <a:lnTo>
                  <a:pt x="9572625" y="589991"/>
                </a:lnTo>
                <a:lnTo>
                  <a:pt x="9572625" y="592620"/>
                </a:lnTo>
                <a:lnTo>
                  <a:pt x="9573095" y="593737"/>
                </a:lnTo>
                <a:lnTo>
                  <a:pt x="9574949" y="595604"/>
                </a:lnTo>
                <a:lnTo>
                  <a:pt x="9576079" y="596061"/>
                </a:lnTo>
                <a:lnTo>
                  <a:pt x="9578708" y="596061"/>
                </a:lnTo>
                <a:lnTo>
                  <a:pt x="9579826" y="595604"/>
                </a:lnTo>
                <a:lnTo>
                  <a:pt x="9581693" y="593737"/>
                </a:lnTo>
                <a:lnTo>
                  <a:pt x="9582150" y="592620"/>
                </a:lnTo>
                <a:lnTo>
                  <a:pt x="9582150" y="589991"/>
                </a:lnTo>
                <a:close/>
              </a:path>
              <a:path w="11201400" h="1183005">
                <a:moveTo>
                  <a:pt x="9582150" y="3454"/>
                </a:moveTo>
                <a:lnTo>
                  <a:pt x="9581693" y="2324"/>
                </a:lnTo>
                <a:lnTo>
                  <a:pt x="9579826" y="469"/>
                </a:lnTo>
                <a:lnTo>
                  <a:pt x="9578708" y="0"/>
                </a:lnTo>
                <a:lnTo>
                  <a:pt x="9576079" y="0"/>
                </a:lnTo>
                <a:lnTo>
                  <a:pt x="9574949" y="469"/>
                </a:lnTo>
                <a:lnTo>
                  <a:pt x="9573095" y="2324"/>
                </a:lnTo>
                <a:lnTo>
                  <a:pt x="9572625" y="3454"/>
                </a:lnTo>
                <a:lnTo>
                  <a:pt x="9572625" y="6083"/>
                </a:lnTo>
                <a:lnTo>
                  <a:pt x="9573095" y="7200"/>
                </a:lnTo>
                <a:lnTo>
                  <a:pt x="9574949" y="9067"/>
                </a:lnTo>
                <a:lnTo>
                  <a:pt x="9576079" y="9525"/>
                </a:lnTo>
                <a:lnTo>
                  <a:pt x="9578708" y="9525"/>
                </a:lnTo>
                <a:lnTo>
                  <a:pt x="9579826" y="9067"/>
                </a:lnTo>
                <a:lnTo>
                  <a:pt x="9581693" y="7200"/>
                </a:lnTo>
                <a:lnTo>
                  <a:pt x="9582150" y="6083"/>
                </a:lnTo>
                <a:lnTo>
                  <a:pt x="9582150" y="3454"/>
                </a:lnTo>
                <a:close/>
              </a:path>
              <a:path w="11201400" h="1183005">
                <a:moveTo>
                  <a:pt x="9629775" y="1176528"/>
                </a:moveTo>
                <a:lnTo>
                  <a:pt x="9629318" y="1175410"/>
                </a:lnTo>
                <a:lnTo>
                  <a:pt x="9627451" y="1173543"/>
                </a:lnTo>
                <a:lnTo>
                  <a:pt x="9626333" y="1173086"/>
                </a:lnTo>
                <a:lnTo>
                  <a:pt x="9623704" y="1173086"/>
                </a:lnTo>
                <a:lnTo>
                  <a:pt x="9622574" y="1173543"/>
                </a:lnTo>
                <a:lnTo>
                  <a:pt x="9620720" y="1175410"/>
                </a:lnTo>
                <a:lnTo>
                  <a:pt x="9620250" y="1176528"/>
                </a:lnTo>
                <a:lnTo>
                  <a:pt x="9620250" y="1179156"/>
                </a:lnTo>
                <a:lnTo>
                  <a:pt x="9620720" y="1180287"/>
                </a:lnTo>
                <a:lnTo>
                  <a:pt x="9622574" y="1182141"/>
                </a:lnTo>
                <a:lnTo>
                  <a:pt x="9623704" y="1182611"/>
                </a:lnTo>
                <a:lnTo>
                  <a:pt x="9626333" y="1182611"/>
                </a:lnTo>
                <a:lnTo>
                  <a:pt x="9627451" y="1182141"/>
                </a:lnTo>
                <a:lnTo>
                  <a:pt x="9629318" y="1180287"/>
                </a:lnTo>
                <a:lnTo>
                  <a:pt x="9629775" y="1179156"/>
                </a:lnTo>
                <a:lnTo>
                  <a:pt x="9629775" y="1176528"/>
                </a:lnTo>
                <a:close/>
              </a:path>
              <a:path w="11201400" h="1183005">
                <a:moveTo>
                  <a:pt x="9629775" y="589991"/>
                </a:moveTo>
                <a:lnTo>
                  <a:pt x="9629318" y="588873"/>
                </a:lnTo>
                <a:lnTo>
                  <a:pt x="9627451" y="587006"/>
                </a:lnTo>
                <a:lnTo>
                  <a:pt x="9626333" y="586536"/>
                </a:lnTo>
                <a:lnTo>
                  <a:pt x="9623704" y="586536"/>
                </a:lnTo>
                <a:lnTo>
                  <a:pt x="9622574" y="587006"/>
                </a:lnTo>
                <a:lnTo>
                  <a:pt x="9620720" y="588873"/>
                </a:lnTo>
                <a:lnTo>
                  <a:pt x="9620250" y="589991"/>
                </a:lnTo>
                <a:lnTo>
                  <a:pt x="9620250" y="592620"/>
                </a:lnTo>
                <a:lnTo>
                  <a:pt x="9620720" y="593737"/>
                </a:lnTo>
                <a:lnTo>
                  <a:pt x="9622574" y="595604"/>
                </a:lnTo>
                <a:lnTo>
                  <a:pt x="9623704" y="596061"/>
                </a:lnTo>
                <a:lnTo>
                  <a:pt x="9626333" y="596061"/>
                </a:lnTo>
                <a:lnTo>
                  <a:pt x="9627451" y="595604"/>
                </a:lnTo>
                <a:lnTo>
                  <a:pt x="9629318" y="593737"/>
                </a:lnTo>
                <a:lnTo>
                  <a:pt x="9629775" y="592620"/>
                </a:lnTo>
                <a:lnTo>
                  <a:pt x="9629775" y="589991"/>
                </a:lnTo>
                <a:close/>
              </a:path>
              <a:path w="11201400" h="1183005">
                <a:moveTo>
                  <a:pt x="9629775" y="3454"/>
                </a:moveTo>
                <a:lnTo>
                  <a:pt x="9629318" y="2324"/>
                </a:lnTo>
                <a:lnTo>
                  <a:pt x="9627451" y="469"/>
                </a:lnTo>
                <a:lnTo>
                  <a:pt x="9626333" y="0"/>
                </a:lnTo>
                <a:lnTo>
                  <a:pt x="9623704" y="0"/>
                </a:lnTo>
                <a:lnTo>
                  <a:pt x="9622574" y="469"/>
                </a:lnTo>
                <a:lnTo>
                  <a:pt x="9620720" y="2324"/>
                </a:lnTo>
                <a:lnTo>
                  <a:pt x="9620250" y="3454"/>
                </a:lnTo>
                <a:lnTo>
                  <a:pt x="9620250" y="6083"/>
                </a:lnTo>
                <a:lnTo>
                  <a:pt x="9620720" y="7200"/>
                </a:lnTo>
                <a:lnTo>
                  <a:pt x="9622574" y="9067"/>
                </a:lnTo>
                <a:lnTo>
                  <a:pt x="9623704" y="9525"/>
                </a:lnTo>
                <a:lnTo>
                  <a:pt x="9626333" y="9525"/>
                </a:lnTo>
                <a:lnTo>
                  <a:pt x="9627451" y="9067"/>
                </a:lnTo>
                <a:lnTo>
                  <a:pt x="9629318" y="7200"/>
                </a:lnTo>
                <a:lnTo>
                  <a:pt x="9629775" y="6083"/>
                </a:lnTo>
                <a:lnTo>
                  <a:pt x="9629775" y="3454"/>
                </a:lnTo>
                <a:close/>
              </a:path>
              <a:path w="11201400" h="1183005">
                <a:moveTo>
                  <a:pt x="9677400" y="1176528"/>
                </a:moveTo>
                <a:lnTo>
                  <a:pt x="9676943" y="1175410"/>
                </a:lnTo>
                <a:lnTo>
                  <a:pt x="9675076" y="1173543"/>
                </a:lnTo>
                <a:lnTo>
                  <a:pt x="9673958" y="1173086"/>
                </a:lnTo>
                <a:lnTo>
                  <a:pt x="9671329" y="1173086"/>
                </a:lnTo>
                <a:lnTo>
                  <a:pt x="9670199" y="1173543"/>
                </a:lnTo>
                <a:lnTo>
                  <a:pt x="9668345" y="1175410"/>
                </a:lnTo>
                <a:lnTo>
                  <a:pt x="9667875" y="1176528"/>
                </a:lnTo>
                <a:lnTo>
                  <a:pt x="9667875" y="1179156"/>
                </a:lnTo>
                <a:lnTo>
                  <a:pt x="9668345" y="1180287"/>
                </a:lnTo>
                <a:lnTo>
                  <a:pt x="9670199" y="1182141"/>
                </a:lnTo>
                <a:lnTo>
                  <a:pt x="9671329" y="1182611"/>
                </a:lnTo>
                <a:lnTo>
                  <a:pt x="9673958" y="1182611"/>
                </a:lnTo>
                <a:lnTo>
                  <a:pt x="9675076" y="1182141"/>
                </a:lnTo>
                <a:lnTo>
                  <a:pt x="9676943" y="1180287"/>
                </a:lnTo>
                <a:lnTo>
                  <a:pt x="9677400" y="1179156"/>
                </a:lnTo>
                <a:lnTo>
                  <a:pt x="9677400" y="1176528"/>
                </a:lnTo>
                <a:close/>
              </a:path>
              <a:path w="11201400" h="1183005">
                <a:moveTo>
                  <a:pt x="9677400" y="589991"/>
                </a:moveTo>
                <a:lnTo>
                  <a:pt x="9676943" y="588873"/>
                </a:lnTo>
                <a:lnTo>
                  <a:pt x="9675076" y="587006"/>
                </a:lnTo>
                <a:lnTo>
                  <a:pt x="9673958" y="586536"/>
                </a:lnTo>
                <a:lnTo>
                  <a:pt x="9671329" y="586536"/>
                </a:lnTo>
                <a:lnTo>
                  <a:pt x="9670199" y="587006"/>
                </a:lnTo>
                <a:lnTo>
                  <a:pt x="9668345" y="588873"/>
                </a:lnTo>
                <a:lnTo>
                  <a:pt x="9667875" y="589991"/>
                </a:lnTo>
                <a:lnTo>
                  <a:pt x="9667875" y="592620"/>
                </a:lnTo>
                <a:lnTo>
                  <a:pt x="9668345" y="593737"/>
                </a:lnTo>
                <a:lnTo>
                  <a:pt x="9670199" y="595604"/>
                </a:lnTo>
                <a:lnTo>
                  <a:pt x="9671329" y="596061"/>
                </a:lnTo>
                <a:lnTo>
                  <a:pt x="9673958" y="596061"/>
                </a:lnTo>
                <a:lnTo>
                  <a:pt x="9675076" y="595604"/>
                </a:lnTo>
                <a:lnTo>
                  <a:pt x="9676943" y="593737"/>
                </a:lnTo>
                <a:lnTo>
                  <a:pt x="9677400" y="592620"/>
                </a:lnTo>
                <a:lnTo>
                  <a:pt x="9677400" y="589991"/>
                </a:lnTo>
                <a:close/>
              </a:path>
              <a:path w="11201400" h="1183005">
                <a:moveTo>
                  <a:pt x="9677400" y="3454"/>
                </a:moveTo>
                <a:lnTo>
                  <a:pt x="9676943" y="2324"/>
                </a:lnTo>
                <a:lnTo>
                  <a:pt x="9675076" y="469"/>
                </a:lnTo>
                <a:lnTo>
                  <a:pt x="9673958" y="0"/>
                </a:lnTo>
                <a:lnTo>
                  <a:pt x="9671329" y="0"/>
                </a:lnTo>
                <a:lnTo>
                  <a:pt x="9670199" y="469"/>
                </a:lnTo>
                <a:lnTo>
                  <a:pt x="9668345" y="2324"/>
                </a:lnTo>
                <a:lnTo>
                  <a:pt x="9667875" y="3454"/>
                </a:lnTo>
                <a:lnTo>
                  <a:pt x="9667875" y="6083"/>
                </a:lnTo>
                <a:lnTo>
                  <a:pt x="9668345" y="7200"/>
                </a:lnTo>
                <a:lnTo>
                  <a:pt x="9670199" y="9067"/>
                </a:lnTo>
                <a:lnTo>
                  <a:pt x="9671329" y="9525"/>
                </a:lnTo>
                <a:lnTo>
                  <a:pt x="9673958" y="9525"/>
                </a:lnTo>
                <a:lnTo>
                  <a:pt x="9675076" y="9067"/>
                </a:lnTo>
                <a:lnTo>
                  <a:pt x="9676943" y="7200"/>
                </a:lnTo>
                <a:lnTo>
                  <a:pt x="9677400" y="6083"/>
                </a:lnTo>
                <a:lnTo>
                  <a:pt x="9677400" y="3454"/>
                </a:lnTo>
                <a:close/>
              </a:path>
              <a:path w="11201400" h="1183005">
                <a:moveTo>
                  <a:pt x="9725025" y="1176528"/>
                </a:moveTo>
                <a:lnTo>
                  <a:pt x="9724568" y="1175410"/>
                </a:lnTo>
                <a:lnTo>
                  <a:pt x="9722701" y="1173543"/>
                </a:lnTo>
                <a:lnTo>
                  <a:pt x="9721583" y="1173086"/>
                </a:lnTo>
                <a:lnTo>
                  <a:pt x="9718954" y="1173086"/>
                </a:lnTo>
                <a:lnTo>
                  <a:pt x="9717824" y="1173543"/>
                </a:lnTo>
                <a:lnTo>
                  <a:pt x="9715970" y="1175410"/>
                </a:lnTo>
                <a:lnTo>
                  <a:pt x="9715500" y="1176528"/>
                </a:lnTo>
                <a:lnTo>
                  <a:pt x="9715500" y="1179156"/>
                </a:lnTo>
                <a:lnTo>
                  <a:pt x="9715970" y="1180287"/>
                </a:lnTo>
                <a:lnTo>
                  <a:pt x="9717824" y="1182141"/>
                </a:lnTo>
                <a:lnTo>
                  <a:pt x="9718954" y="1182611"/>
                </a:lnTo>
                <a:lnTo>
                  <a:pt x="9721583" y="1182611"/>
                </a:lnTo>
                <a:lnTo>
                  <a:pt x="9722701" y="1182141"/>
                </a:lnTo>
                <a:lnTo>
                  <a:pt x="9724568" y="1180287"/>
                </a:lnTo>
                <a:lnTo>
                  <a:pt x="9725025" y="1179156"/>
                </a:lnTo>
                <a:lnTo>
                  <a:pt x="9725025" y="1176528"/>
                </a:lnTo>
                <a:close/>
              </a:path>
              <a:path w="11201400" h="1183005">
                <a:moveTo>
                  <a:pt x="9725025" y="589991"/>
                </a:moveTo>
                <a:lnTo>
                  <a:pt x="9724568" y="588873"/>
                </a:lnTo>
                <a:lnTo>
                  <a:pt x="9722701" y="587006"/>
                </a:lnTo>
                <a:lnTo>
                  <a:pt x="9721583" y="586536"/>
                </a:lnTo>
                <a:lnTo>
                  <a:pt x="9718954" y="586536"/>
                </a:lnTo>
                <a:lnTo>
                  <a:pt x="9717824" y="587006"/>
                </a:lnTo>
                <a:lnTo>
                  <a:pt x="9715970" y="588873"/>
                </a:lnTo>
                <a:lnTo>
                  <a:pt x="9715500" y="589991"/>
                </a:lnTo>
                <a:lnTo>
                  <a:pt x="9715500" y="592620"/>
                </a:lnTo>
                <a:lnTo>
                  <a:pt x="9715970" y="593737"/>
                </a:lnTo>
                <a:lnTo>
                  <a:pt x="9717824" y="595604"/>
                </a:lnTo>
                <a:lnTo>
                  <a:pt x="9718954" y="596061"/>
                </a:lnTo>
                <a:lnTo>
                  <a:pt x="9721583" y="596061"/>
                </a:lnTo>
                <a:lnTo>
                  <a:pt x="9722701" y="595604"/>
                </a:lnTo>
                <a:lnTo>
                  <a:pt x="9724568" y="593737"/>
                </a:lnTo>
                <a:lnTo>
                  <a:pt x="9725025" y="592620"/>
                </a:lnTo>
                <a:lnTo>
                  <a:pt x="9725025" y="589991"/>
                </a:lnTo>
                <a:close/>
              </a:path>
              <a:path w="11201400" h="1183005">
                <a:moveTo>
                  <a:pt x="9725025" y="3454"/>
                </a:moveTo>
                <a:lnTo>
                  <a:pt x="9724568" y="2324"/>
                </a:lnTo>
                <a:lnTo>
                  <a:pt x="9722701" y="469"/>
                </a:lnTo>
                <a:lnTo>
                  <a:pt x="9721583" y="0"/>
                </a:lnTo>
                <a:lnTo>
                  <a:pt x="9718954" y="0"/>
                </a:lnTo>
                <a:lnTo>
                  <a:pt x="9717824" y="469"/>
                </a:lnTo>
                <a:lnTo>
                  <a:pt x="9715970" y="2324"/>
                </a:lnTo>
                <a:lnTo>
                  <a:pt x="9715500" y="3454"/>
                </a:lnTo>
                <a:lnTo>
                  <a:pt x="9715500" y="6083"/>
                </a:lnTo>
                <a:lnTo>
                  <a:pt x="9715970" y="7200"/>
                </a:lnTo>
                <a:lnTo>
                  <a:pt x="9717824" y="9067"/>
                </a:lnTo>
                <a:lnTo>
                  <a:pt x="9718954" y="9525"/>
                </a:lnTo>
                <a:lnTo>
                  <a:pt x="9721583" y="9525"/>
                </a:lnTo>
                <a:lnTo>
                  <a:pt x="9722701" y="9067"/>
                </a:lnTo>
                <a:lnTo>
                  <a:pt x="9724568" y="7200"/>
                </a:lnTo>
                <a:lnTo>
                  <a:pt x="9725025" y="6083"/>
                </a:lnTo>
                <a:lnTo>
                  <a:pt x="9725025" y="3454"/>
                </a:lnTo>
                <a:close/>
              </a:path>
              <a:path w="11201400" h="1183005">
                <a:moveTo>
                  <a:pt x="9772650" y="1176528"/>
                </a:moveTo>
                <a:lnTo>
                  <a:pt x="9772193" y="1175410"/>
                </a:lnTo>
                <a:lnTo>
                  <a:pt x="9770326" y="1173543"/>
                </a:lnTo>
                <a:lnTo>
                  <a:pt x="9769208" y="1173086"/>
                </a:lnTo>
                <a:lnTo>
                  <a:pt x="9766579" y="1173086"/>
                </a:lnTo>
                <a:lnTo>
                  <a:pt x="9765449" y="1173543"/>
                </a:lnTo>
                <a:lnTo>
                  <a:pt x="9763595" y="1175410"/>
                </a:lnTo>
                <a:lnTo>
                  <a:pt x="9763125" y="1176528"/>
                </a:lnTo>
                <a:lnTo>
                  <a:pt x="9763125" y="1179156"/>
                </a:lnTo>
                <a:lnTo>
                  <a:pt x="9763595" y="1180287"/>
                </a:lnTo>
                <a:lnTo>
                  <a:pt x="9765449" y="1182141"/>
                </a:lnTo>
                <a:lnTo>
                  <a:pt x="9766579" y="1182611"/>
                </a:lnTo>
                <a:lnTo>
                  <a:pt x="9769208" y="1182611"/>
                </a:lnTo>
                <a:lnTo>
                  <a:pt x="9770326" y="1182141"/>
                </a:lnTo>
                <a:lnTo>
                  <a:pt x="9772193" y="1180287"/>
                </a:lnTo>
                <a:lnTo>
                  <a:pt x="9772650" y="1179156"/>
                </a:lnTo>
                <a:lnTo>
                  <a:pt x="9772650" y="1176528"/>
                </a:lnTo>
                <a:close/>
              </a:path>
              <a:path w="11201400" h="1183005">
                <a:moveTo>
                  <a:pt x="9772650" y="589991"/>
                </a:moveTo>
                <a:lnTo>
                  <a:pt x="9772193" y="588873"/>
                </a:lnTo>
                <a:lnTo>
                  <a:pt x="9770326" y="587006"/>
                </a:lnTo>
                <a:lnTo>
                  <a:pt x="9769208" y="586536"/>
                </a:lnTo>
                <a:lnTo>
                  <a:pt x="9766579" y="586536"/>
                </a:lnTo>
                <a:lnTo>
                  <a:pt x="9765449" y="587006"/>
                </a:lnTo>
                <a:lnTo>
                  <a:pt x="9763595" y="588873"/>
                </a:lnTo>
                <a:lnTo>
                  <a:pt x="9763125" y="589991"/>
                </a:lnTo>
                <a:lnTo>
                  <a:pt x="9763125" y="592620"/>
                </a:lnTo>
                <a:lnTo>
                  <a:pt x="9763595" y="593737"/>
                </a:lnTo>
                <a:lnTo>
                  <a:pt x="9765449" y="595604"/>
                </a:lnTo>
                <a:lnTo>
                  <a:pt x="9766579" y="596061"/>
                </a:lnTo>
                <a:lnTo>
                  <a:pt x="9769208" y="596061"/>
                </a:lnTo>
                <a:lnTo>
                  <a:pt x="9770326" y="595604"/>
                </a:lnTo>
                <a:lnTo>
                  <a:pt x="9772193" y="593737"/>
                </a:lnTo>
                <a:lnTo>
                  <a:pt x="9772650" y="592620"/>
                </a:lnTo>
                <a:lnTo>
                  <a:pt x="9772650" y="589991"/>
                </a:lnTo>
                <a:close/>
              </a:path>
              <a:path w="11201400" h="1183005">
                <a:moveTo>
                  <a:pt x="9772650" y="3454"/>
                </a:moveTo>
                <a:lnTo>
                  <a:pt x="9772193" y="2324"/>
                </a:lnTo>
                <a:lnTo>
                  <a:pt x="9770326" y="469"/>
                </a:lnTo>
                <a:lnTo>
                  <a:pt x="9769208" y="0"/>
                </a:lnTo>
                <a:lnTo>
                  <a:pt x="9766579" y="0"/>
                </a:lnTo>
                <a:lnTo>
                  <a:pt x="9765449" y="469"/>
                </a:lnTo>
                <a:lnTo>
                  <a:pt x="9763595" y="2324"/>
                </a:lnTo>
                <a:lnTo>
                  <a:pt x="9763125" y="3454"/>
                </a:lnTo>
                <a:lnTo>
                  <a:pt x="9763125" y="6083"/>
                </a:lnTo>
                <a:lnTo>
                  <a:pt x="9763595" y="7200"/>
                </a:lnTo>
                <a:lnTo>
                  <a:pt x="9765449" y="9067"/>
                </a:lnTo>
                <a:lnTo>
                  <a:pt x="9766579" y="9525"/>
                </a:lnTo>
                <a:lnTo>
                  <a:pt x="9769208" y="9525"/>
                </a:lnTo>
                <a:lnTo>
                  <a:pt x="9770326" y="9067"/>
                </a:lnTo>
                <a:lnTo>
                  <a:pt x="9772193" y="7200"/>
                </a:lnTo>
                <a:lnTo>
                  <a:pt x="9772650" y="6083"/>
                </a:lnTo>
                <a:lnTo>
                  <a:pt x="9772650" y="3454"/>
                </a:lnTo>
                <a:close/>
              </a:path>
              <a:path w="11201400" h="1183005">
                <a:moveTo>
                  <a:pt x="9820275" y="1176528"/>
                </a:moveTo>
                <a:lnTo>
                  <a:pt x="9819818" y="1175410"/>
                </a:lnTo>
                <a:lnTo>
                  <a:pt x="9817951" y="1173543"/>
                </a:lnTo>
                <a:lnTo>
                  <a:pt x="9816833" y="1173086"/>
                </a:lnTo>
                <a:lnTo>
                  <a:pt x="9814204" y="1173086"/>
                </a:lnTo>
                <a:lnTo>
                  <a:pt x="9813074" y="1173543"/>
                </a:lnTo>
                <a:lnTo>
                  <a:pt x="9811220" y="1175410"/>
                </a:lnTo>
                <a:lnTo>
                  <a:pt x="9810750" y="1176528"/>
                </a:lnTo>
                <a:lnTo>
                  <a:pt x="9810750" y="1179156"/>
                </a:lnTo>
                <a:lnTo>
                  <a:pt x="9811220" y="1180287"/>
                </a:lnTo>
                <a:lnTo>
                  <a:pt x="9813074" y="1182141"/>
                </a:lnTo>
                <a:lnTo>
                  <a:pt x="9814204" y="1182611"/>
                </a:lnTo>
                <a:lnTo>
                  <a:pt x="9816833" y="1182611"/>
                </a:lnTo>
                <a:lnTo>
                  <a:pt x="9817951" y="1182141"/>
                </a:lnTo>
                <a:lnTo>
                  <a:pt x="9819818" y="1180287"/>
                </a:lnTo>
                <a:lnTo>
                  <a:pt x="9820275" y="1179156"/>
                </a:lnTo>
                <a:lnTo>
                  <a:pt x="9820275" y="1176528"/>
                </a:lnTo>
                <a:close/>
              </a:path>
              <a:path w="11201400" h="1183005">
                <a:moveTo>
                  <a:pt x="9820275" y="589991"/>
                </a:moveTo>
                <a:lnTo>
                  <a:pt x="9819818" y="588873"/>
                </a:lnTo>
                <a:lnTo>
                  <a:pt x="9817951" y="587006"/>
                </a:lnTo>
                <a:lnTo>
                  <a:pt x="9816833" y="586536"/>
                </a:lnTo>
                <a:lnTo>
                  <a:pt x="9814204" y="586536"/>
                </a:lnTo>
                <a:lnTo>
                  <a:pt x="9813074" y="587006"/>
                </a:lnTo>
                <a:lnTo>
                  <a:pt x="9811220" y="588873"/>
                </a:lnTo>
                <a:lnTo>
                  <a:pt x="9810750" y="589991"/>
                </a:lnTo>
                <a:lnTo>
                  <a:pt x="9810750" y="592620"/>
                </a:lnTo>
                <a:lnTo>
                  <a:pt x="9811220" y="593737"/>
                </a:lnTo>
                <a:lnTo>
                  <a:pt x="9813074" y="595604"/>
                </a:lnTo>
                <a:lnTo>
                  <a:pt x="9814204" y="596061"/>
                </a:lnTo>
                <a:lnTo>
                  <a:pt x="9816833" y="596061"/>
                </a:lnTo>
                <a:lnTo>
                  <a:pt x="9817951" y="595604"/>
                </a:lnTo>
                <a:lnTo>
                  <a:pt x="9819818" y="593737"/>
                </a:lnTo>
                <a:lnTo>
                  <a:pt x="9820275" y="592620"/>
                </a:lnTo>
                <a:lnTo>
                  <a:pt x="9820275" y="589991"/>
                </a:lnTo>
                <a:close/>
              </a:path>
              <a:path w="11201400" h="1183005">
                <a:moveTo>
                  <a:pt x="9820275" y="3454"/>
                </a:moveTo>
                <a:lnTo>
                  <a:pt x="9819818" y="2324"/>
                </a:lnTo>
                <a:lnTo>
                  <a:pt x="9817951" y="469"/>
                </a:lnTo>
                <a:lnTo>
                  <a:pt x="9816833" y="0"/>
                </a:lnTo>
                <a:lnTo>
                  <a:pt x="9814204" y="0"/>
                </a:lnTo>
                <a:lnTo>
                  <a:pt x="9813074" y="469"/>
                </a:lnTo>
                <a:lnTo>
                  <a:pt x="9811220" y="2324"/>
                </a:lnTo>
                <a:lnTo>
                  <a:pt x="9810750" y="3454"/>
                </a:lnTo>
                <a:lnTo>
                  <a:pt x="9810750" y="6083"/>
                </a:lnTo>
                <a:lnTo>
                  <a:pt x="9811220" y="7200"/>
                </a:lnTo>
                <a:lnTo>
                  <a:pt x="9813074" y="9067"/>
                </a:lnTo>
                <a:lnTo>
                  <a:pt x="9814204" y="9525"/>
                </a:lnTo>
                <a:lnTo>
                  <a:pt x="9816833" y="9525"/>
                </a:lnTo>
                <a:lnTo>
                  <a:pt x="9817951" y="9067"/>
                </a:lnTo>
                <a:lnTo>
                  <a:pt x="9819818" y="7200"/>
                </a:lnTo>
                <a:lnTo>
                  <a:pt x="9820275" y="6083"/>
                </a:lnTo>
                <a:lnTo>
                  <a:pt x="9820275" y="3454"/>
                </a:lnTo>
                <a:close/>
              </a:path>
              <a:path w="11201400" h="1183005">
                <a:moveTo>
                  <a:pt x="9867900" y="1176528"/>
                </a:moveTo>
                <a:lnTo>
                  <a:pt x="9867443" y="1175410"/>
                </a:lnTo>
                <a:lnTo>
                  <a:pt x="9865576" y="1173543"/>
                </a:lnTo>
                <a:lnTo>
                  <a:pt x="9864458" y="1173086"/>
                </a:lnTo>
                <a:lnTo>
                  <a:pt x="9861829" y="1173086"/>
                </a:lnTo>
                <a:lnTo>
                  <a:pt x="9860699" y="1173543"/>
                </a:lnTo>
                <a:lnTo>
                  <a:pt x="9858845" y="1175410"/>
                </a:lnTo>
                <a:lnTo>
                  <a:pt x="9858375" y="1176528"/>
                </a:lnTo>
                <a:lnTo>
                  <a:pt x="9858375" y="1179156"/>
                </a:lnTo>
                <a:lnTo>
                  <a:pt x="9858845" y="1180287"/>
                </a:lnTo>
                <a:lnTo>
                  <a:pt x="9860699" y="1182141"/>
                </a:lnTo>
                <a:lnTo>
                  <a:pt x="9861829" y="1182611"/>
                </a:lnTo>
                <a:lnTo>
                  <a:pt x="9864458" y="1182611"/>
                </a:lnTo>
                <a:lnTo>
                  <a:pt x="9865576" y="1182141"/>
                </a:lnTo>
                <a:lnTo>
                  <a:pt x="9867443" y="1180287"/>
                </a:lnTo>
                <a:lnTo>
                  <a:pt x="9867900" y="1179156"/>
                </a:lnTo>
                <a:lnTo>
                  <a:pt x="9867900" y="1176528"/>
                </a:lnTo>
                <a:close/>
              </a:path>
              <a:path w="11201400" h="1183005">
                <a:moveTo>
                  <a:pt x="9867900" y="589991"/>
                </a:moveTo>
                <a:lnTo>
                  <a:pt x="9867443" y="588873"/>
                </a:lnTo>
                <a:lnTo>
                  <a:pt x="9865576" y="587006"/>
                </a:lnTo>
                <a:lnTo>
                  <a:pt x="9864458" y="586536"/>
                </a:lnTo>
                <a:lnTo>
                  <a:pt x="9861829" y="586536"/>
                </a:lnTo>
                <a:lnTo>
                  <a:pt x="9860699" y="587006"/>
                </a:lnTo>
                <a:lnTo>
                  <a:pt x="9858845" y="588873"/>
                </a:lnTo>
                <a:lnTo>
                  <a:pt x="9858375" y="589991"/>
                </a:lnTo>
                <a:lnTo>
                  <a:pt x="9858375" y="592620"/>
                </a:lnTo>
                <a:lnTo>
                  <a:pt x="9858845" y="593737"/>
                </a:lnTo>
                <a:lnTo>
                  <a:pt x="9860699" y="595604"/>
                </a:lnTo>
                <a:lnTo>
                  <a:pt x="9861829" y="596061"/>
                </a:lnTo>
                <a:lnTo>
                  <a:pt x="9864458" y="596061"/>
                </a:lnTo>
                <a:lnTo>
                  <a:pt x="9865576" y="595604"/>
                </a:lnTo>
                <a:lnTo>
                  <a:pt x="9867443" y="593737"/>
                </a:lnTo>
                <a:lnTo>
                  <a:pt x="9867900" y="592620"/>
                </a:lnTo>
                <a:lnTo>
                  <a:pt x="9867900" y="589991"/>
                </a:lnTo>
                <a:close/>
              </a:path>
              <a:path w="11201400" h="1183005">
                <a:moveTo>
                  <a:pt x="9867900" y="3454"/>
                </a:moveTo>
                <a:lnTo>
                  <a:pt x="9867443" y="2324"/>
                </a:lnTo>
                <a:lnTo>
                  <a:pt x="9865576" y="469"/>
                </a:lnTo>
                <a:lnTo>
                  <a:pt x="9864458" y="0"/>
                </a:lnTo>
                <a:lnTo>
                  <a:pt x="9861829" y="0"/>
                </a:lnTo>
                <a:lnTo>
                  <a:pt x="9860699" y="469"/>
                </a:lnTo>
                <a:lnTo>
                  <a:pt x="9858845" y="2324"/>
                </a:lnTo>
                <a:lnTo>
                  <a:pt x="9858375" y="3454"/>
                </a:lnTo>
                <a:lnTo>
                  <a:pt x="9858375" y="6083"/>
                </a:lnTo>
                <a:lnTo>
                  <a:pt x="9858845" y="7200"/>
                </a:lnTo>
                <a:lnTo>
                  <a:pt x="9860699" y="9067"/>
                </a:lnTo>
                <a:lnTo>
                  <a:pt x="9861829" y="9525"/>
                </a:lnTo>
                <a:lnTo>
                  <a:pt x="9864458" y="9525"/>
                </a:lnTo>
                <a:lnTo>
                  <a:pt x="9865576" y="9067"/>
                </a:lnTo>
                <a:lnTo>
                  <a:pt x="9867443" y="7200"/>
                </a:lnTo>
                <a:lnTo>
                  <a:pt x="9867900" y="6083"/>
                </a:lnTo>
                <a:lnTo>
                  <a:pt x="9867900" y="3454"/>
                </a:lnTo>
                <a:close/>
              </a:path>
              <a:path w="11201400" h="1183005">
                <a:moveTo>
                  <a:pt x="9915525" y="1176528"/>
                </a:moveTo>
                <a:lnTo>
                  <a:pt x="9915068" y="1175410"/>
                </a:lnTo>
                <a:lnTo>
                  <a:pt x="9913201" y="1173543"/>
                </a:lnTo>
                <a:lnTo>
                  <a:pt x="9912083" y="1173086"/>
                </a:lnTo>
                <a:lnTo>
                  <a:pt x="9909454" y="1173086"/>
                </a:lnTo>
                <a:lnTo>
                  <a:pt x="9908324" y="1173543"/>
                </a:lnTo>
                <a:lnTo>
                  <a:pt x="9906470" y="1175410"/>
                </a:lnTo>
                <a:lnTo>
                  <a:pt x="9906000" y="1176528"/>
                </a:lnTo>
                <a:lnTo>
                  <a:pt x="9906000" y="1179156"/>
                </a:lnTo>
                <a:lnTo>
                  <a:pt x="9906470" y="1180287"/>
                </a:lnTo>
                <a:lnTo>
                  <a:pt x="9908324" y="1182141"/>
                </a:lnTo>
                <a:lnTo>
                  <a:pt x="9909454" y="1182611"/>
                </a:lnTo>
                <a:lnTo>
                  <a:pt x="9912083" y="1182611"/>
                </a:lnTo>
                <a:lnTo>
                  <a:pt x="9913201" y="1182141"/>
                </a:lnTo>
                <a:lnTo>
                  <a:pt x="9915068" y="1180287"/>
                </a:lnTo>
                <a:lnTo>
                  <a:pt x="9915525" y="1179156"/>
                </a:lnTo>
                <a:lnTo>
                  <a:pt x="9915525" y="1176528"/>
                </a:lnTo>
                <a:close/>
              </a:path>
              <a:path w="11201400" h="1183005">
                <a:moveTo>
                  <a:pt x="9915525" y="589991"/>
                </a:moveTo>
                <a:lnTo>
                  <a:pt x="9915068" y="588873"/>
                </a:lnTo>
                <a:lnTo>
                  <a:pt x="9913201" y="587006"/>
                </a:lnTo>
                <a:lnTo>
                  <a:pt x="9912083" y="586536"/>
                </a:lnTo>
                <a:lnTo>
                  <a:pt x="9909454" y="586536"/>
                </a:lnTo>
                <a:lnTo>
                  <a:pt x="9908324" y="587006"/>
                </a:lnTo>
                <a:lnTo>
                  <a:pt x="9906470" y="588873"/>
                </a:lnTo>
                <a:lnTo>
                  <a:pt x="9906000" y="589991"/>
                </a:lnTo>
                <a:lnTo>
                  <a:pt x="9906000" y="592620"/>
                </a:lnTo>
                <a:lnTo>
                  <a:pt x="9906470" y="593737"/>
                </a:lnTo>
                <a:lnTo>
                  <a:pt x="9908324" y="595604"/>
                </a:lnTo>
                <a:lnTo>
                  <a:pt x="9909454" y="596061"/>
                </a:lnTo>
                <a:lnTo>
                  <a:pt x="9912083" y="596061"/>
                </a:lnTo>
                <a:lnTo>
                  <a:pt x="9913201" y="595604"/>
                </a:lnTo>
                <a:lnTo>
                  <a:pt x="9915068" y="593737"/>
                </a:lnTo>
                <a:lnTo>
                  <a:pt x="9915525" y="592620"/>
                </a:lnTo>
                <a:lnTo>
                  <a:pt x="9915525" y="589991"/>
                </a:lnTo>
                <a:close/>
              </a:path>
              <a:path w="11201400" h="1183005">
                <a:moveTo>
                  <a:pt x="9915525" y="3454"/>
                </a:moveTo>
                <a:lnTo>
                  <a:pt x="9915068" y="2324"/>
                </a:lnTo>
                <a:lnTo>
                  <a:pt x="9913201" y="469"/>
                </a:lnTo>
                <a:lnTo>
                  <a:pt x="9912083" y="0"/>
                </a:lnTo>
                <a:lnTo>
                  <a:pt x="9909454" y="0"/>
                </a:lnTo>
                <a:lnTo>
                  <a:pt x="9908324" y="469"/>
                </a:lnTo>
                <a:lnTo>
                  <a:pt x="9906470" y="2324"/>
                </a:lnTo>
                <a:lnTo>
                  <a:pt x="9906000" y="3454"/>
                </a:lnTo>
                <a:lnTo>
                  <a:pt x="9906000" y="6083"/>
                </a:lnTo>
                <a:lnTo>
                  <a:pt x="9906470" y="7200"/>
                </a:lnTo>
                <a:lnTo>
                  <a:pt x="9908324" y="9067"/>
                </a:lnTo>
                <a:lnTo>
                  <a:pt x="9909454" y="9525"/>
                </a:lnTo>
                <a:lnTo>
                  <a:pt x="9912083" y="9525"/>
                </a:lnTo>
                <a:lnTo>
                  <a:pt x="9913201" y="9067"/>
                </a:lnTo>
                <a:lnTo>
                  <a:pt x="9915068" y="7200"/>
                </a:lnTo>
                <a:lnTo>
                  <a:pt x="9915525" y="6083"/>
                </a:lnTo>
                <a:lnTo>
                  <a:pt x="9915525" y="3454"/>
                </a:lnTo>
                <a:close/>
              </a:path>
              <a:path w="11201400" h="1183005">
                <a:moveTo>
                  <a:pt x="9963150" y="1176528"/>
                </a:moveTo>
                <a:lnTo>
                  <a:pt x="9962693" y="1175410"/>
                </a:lnTo>
                <a:lnTo>
                  <a:pt x="9960826" y="1173543"/>
                </a:lnTo>
                <a:lnTo>
                  <a:pt x="9959708" y="1173086"/>
                </a:lnTo>
                <a:lnTo>
                  <a:pt x="9957079" y="1173086"/>
                </a:lnTo>
                <a:lnTo>
                  <a:pt x="9955949" y="1173543"/>
                </a:lnTo>
                <a:lnTo>
                  <a:pt x="9954095" y="1175410"/>
                </a:lnTo>
                <a:lnTo>
                  <a:pt x="9953625" y="1176528"/>
                </a:lnTo>
                <a:lnTo>
                  <a:pt x="9953625" y="1179156"/>
                </a:lnTo>
                <a:lnTo>
                  <a:pt x="9954095" y="1180287"/>
                </a:lnTo>
                <a:lnTo>
                  <a:pt x="9955949" y="1182141"/>
                </a:lnTo>
                <a:lnTo>
                  <a:pt x="9957079" y="1182611"/>
                </a:lnTo>
                <a:lnTo>
                  <a:pt x="9959708" y="1182611"/>
                </a:lnTo>
                <a:lnTo>
                  <a:pt x="9960826" y="1182141"/>
                </a:lnTo>
                <a:lnTo>
                  <a:pt x="9962693" y="1180287"/>
                </a:lnTo>
                <a:lnTo>
                  <a:pt x="9963150" y="1179156"/>
                </a:lnTo>
                <a:lnTo>
                  <a:pt x="9963150" y="1176528"/>
                </a:lnTo>
                <a:close/>
              </a:path>
              <a:path w="11201400" h="1183005">
                <a:moveTo>
                  <a:pt x="9963150" y="589991"/>
                </a:moveTo>
                <a:lnTo>
                  <a:pt x="9962693" y="588873"/>
                </a:lnTo>
                <a:lnTo>
                  <a:pt x="9960826" y="587006"/>
                </a:lnTo>
                <a:lnTo>
                  <a:pt x="9959708" y="586536"/>
                </a:lnTo>
                <a:lnTo>
                  <a:pt x="9957079" y="586536"/>
                </a:lnTo>
                <a:lnTo>
                  <a:pt x="9955949" y="587006"/>
                </a:lnTo>
                <a:lnTo>
                  <a:pt x="9954095" y="588873"/>
                </a:lnTo>
                <a:lnTo>
                  <a:pt x="9953625" y="589991"/>
                </a:lnTo>
                <a:lnTo>
                  <a:pt x="9953625" y="592620"/>
                </a:lnTo>
                <a:lnTo>
                  <a:pt x="9954095" y="593737"/>
                </a:lnTo>
                <a:lnTo>
                  <a:pt x="9955949" y="595604"/>
                </a:lnTo>
                <a:lnTo>
                  <a:pt x="9957079" y="596061"/>
                </a:lnTo>
                <a:lnTo>
                  <a:pt x="9959708" y="596061"/>
                </a:lnTo>
                <a:lnTo>
                  <a:pt x="9960826" y="595604"/>
                </a:lnTo>
                <a:lnTo>
                  <a:pt x="9962693" y="593737"/>
                </a:lnTo>
                <a:lnTo>
                  <a:pt x="9963150" y="592620"/>
                </a:lnTo>
                <a:lnTo>
                  <a:pt x="9963150" y="589991"/>
                </a:lnTo>
                <a:close/>
              </a:path>
              <a:path w="11201400" h="1183005">
                <a:moveTo>
                  <a:pt x="9963150" y="3454"/>
                </a:moveTo>
                <a:lnTo>
                  <a:pt x="9962693" y="2324"/>
                </a:lnTo>
                <a:lnTo>
                  <a:pt x="9960826" y="469"/>
                </a:lnTo>
                <a:lnTo>
                  <a:pt x="9959708" y="0"/>
                </a:lnTo>
                <a:lnTo>
                  <a:pt x="9957079" y="0"/>
                </a:lnTo>
                <a:lnTo>
                  <a:pt x="9955949" y="469"/>
                </a:lnTo>
                <a:lnTo>
                  <a:pt x="9954095" y="2324"/>
                </a:lnTo>
                <a:lnTo>
                  <a:pt x="9953625" y="3454"/>
                </a:lnTo>
                <a:lnTo>
                  <a:pt x="9953625" y="6083"/>
                </a:lnTo>
                <a:lnTo>
                  <a:pt x="9954095" y="7200"/>
                </a:lnTo>
                <a:lnTo>
                  <a:pt x="9955949" y="9067"/>
                </a:lnTo>
                <a:lnTo>
                  <a:pt x="9957079" y="9525"/>
                </a:lnTo>
                <a:lnTo>
                  <a:pt x="9959708" y="9525"/>
                </a:lnTo>
                <a:lnTo>
                  <a:pt x="9960826" y="9067"/>
                </a:lnTo>
                <a:lnTo>
                  <a:pt x="9962693" y="7200"/>
                </a:lnTo>
                <a:lnTo>
                  <a:pt x="9963150" y="6083"/>
                </a:lnTo>
                <a:lnTo>
                  <a:pt x="9963150" y="3454"/>
                </a:lnTo>
                <a:close/>
              </a:path>
              <a:path w="11201400" h="1183005">
                <a:moveTo>
                  <a:pt x="10010775" y="1176528"/>
                </a:moveTo>
                <a:lnTo>
                  <a:pt x="10010318" y="1175410"/>
                </a:lnTo>
                <a:lnTo>
                  <a:pt x="10008451" y="1173543"/>
                </a:lnTo>
                <a:lnTo>
                  <a:pt x="10007333" y="1173086"/>
                </a:lnTo>
                <a:lnTo>
                  <a:pt x="10004704" y="1173086"/>
                </a:lnTo>
                <a:lnTo>
                  <a:pt x="10003574" y="1173543"/>
                </a:lnTo>
                <a:lnTo>
                  <a:pt x="10001720" y="1175410"/>
                </a:lnTo>
                <a:lnTo>
                  <a:pt x="10001250" y="1176528"/>
                </a:lnTo>
                <a:lnTo>
                  <a:pt x="10001250" y="1179156"/>
                </a:lnTo>
                <a:lnTo>
                  <a:pt x="10001720" y="1180287"/>
                </a:lnTo>
                <a:lnTo>
                  <a:pt x="10003574" y="1182141"/>
                </a:lnTo>
                <a:lnTo>
                  <a:pt x="10004704" y="1182611"/>
                </a:lnTo>
                <a:lnTo>
                  <a:pt x="10007333" y="1182611"/>
                </a:lnTo>
                <a:lnTo>
                  <a:pt x="10008451" y="1182141"/>
                </a:lnTo>
                <a:lnTo>
                  <a:pt x="10010318" y="1180287"/>
                </a:lnTo>
                <a:lnTo>
                  <a:pt x="10010775" y="1179156"/>
                </a:lnTo>
                <a:lnTo>
                  <a:pt x="10010775" y="1176528"/>
                </a:lnTo>
                <a:close/>
              </a:path>
              <a:path w="11201400" h="1183005">
                <a:moveTo>
                  <a:pt x="10010775" y="589991"/>
                </a:moveTo>
                <a:lnTo>
                  <a:pt x="10010318" y="588873"/>
                </a:lnTo>
                <a:lnTo>
                  <a:pt x="10008451" y="587006"/>
                </a:lnTo>
                <a:lnTo>
                  <a:pt x="10007333" y="586536"/>
                </a:lnTo>
                <a:lnTo>
                  <a:pt x="10004704" y="586536"/>
                </a:lnTo>
                <a:lnTo>
                  <a:pt x="10003574" y="587006"/>
                </a:lnTo>
                <a:lnTo>
                  <a:pt x="10001720" y="588873"/>
                </a:lnTo>
                <a:lnTo>
                  <a:pt x="10001250" y="589991"/>
                </a:lnTo>
                <a:lnTo>
                  <a:pt x="10001250" y="592620"/>
                </a:lnTo>
                <a:lnTo>
                  <a:pt x="10001720" y="593737"/>
                </a:lnTo>
                <a:lnTo>
                  <a:pt x="10003574" y="595604"/>
                </a:lnTo>
                <a:lnTo>
                  <a:pt x="10004704" y="596061"/>
                </a:lnTo>
                <a:lnTo>
                  <a:pt x="10007333" y="596061"/>
                </a:lnTo>
                <a:lnTo>
                  <a:pt x="10008451" y="595604"/>
                </a:lnTo>
                <a:lnTo>
                  <a:pt x="10010318" y="593737"/>
                </a:lnTo>
                <a:lnTo>
                  <a:pt x="10010775" y="592620"/>
                </a:lnTo>
                <a:lnTo>
                  <a:pt x="10010775" y="589991"/>
                </a:lnTo>
                <a:close/>
              </a:path>
              <a:path w="11201400" h="1183005">
                <a:moveTo>
                  <a:pt x="10010775" y="3454"/>
                </a:moveTo>
                <a:lnTo>
                  <a:pt x="10010318" y="2324"/>
                </a:lnTo>
                <a:lnTo>
                  <a:pt x="10008451" y="469"/>
                </a:lnTo>
                <a:lnTo>
                  <a:pt x="10007333" y="0"/>
                </a:lnTo>
                <a:lnTo>
                  <a:pt x="10004704" y="0"/>
                </a:lnTo>
                <a:lnTo>
                  <a:pt x="10003574" y="469"/>
                </a:lnTo>
                <a:lnTo>
                  <a:pt x="10001720" y="2324"/>
                </a:lnTo>
                <a:lnTo>
                  <a:pt x="10001250" y="3454"/>
                </a:lnTo>
                <a:lnTo>
                  <a:pt x="10001250" y="6083"/>
                </a:lnTo>
                <a:lnTo>
                  <a:pt x="10001720" y="7200"/>
                </a:lnTo>
                <a:lnTo>
                  <a:pt x="10003574" y="9067"/>
                </a:lnTo>
                <a:lnTo>
                  <a:pt x="10004704" y="9525"/>
                </a:lnTo>
                <a:lnTo>
                  <a:pt x="10007333" y="9525"/>
                </a:lnTo>
                <a:lnTo>
                  <a:pt x="10008451" y="9067"/>
                </a:lnTo>
                <a:lnTo>
                  <a:pt x="10010318" y="7200"/>
                </a:lnTo>
                <a:lnTo>
                  <a:pt x="10010775" y="6083"/>
                </a:lnTo>
                <a:lnTo>
                  <a:pt x="10010775" y="3454"/>
                </a:lnTo>
                <a:close/>
              </a:path>
              <a:path w="11201400" h="1183005">
                <a:moveTo>
                  <a:pt x="10058400" y="1176528"/>
                </a:moveTo>
                <a:lnTo>
                  <a:pt x="10057943" y="1175410"/>
                </a:lnTo>
                <a:lnTo>
                  <a:pt x="10056076" y="1173543"/>
                </a:lnTo>
                <a:lnTo>
                  <a:pt x="10054958" y="1173086"/>
                </a:lnTo>
                <a:lnTo>
                  <a:pt x="10052329" y="1173086"/>
                </a:lnTo>
                <a:lnTo>
                  <a:pt x="10051199" y="1173543"/>
                </a:lnTo>
                <a:lnTo>
                  <a:pt x="10049345" y="1175410"/>
                </a:lnTo>
                <a:lnTo>
                  <a:pt x="10048875" y="1176528"/>
                </a:lnTo>
                <a:lnTo>
                  <a:pt x="10048875" y="1179156"/>
                </a:lnTo>
                <a:lnTo>
                  <a:pt x="10049345" y="1180287"/>
                </a:lnTo>
                <a:lnTo>
                  <a:pt x="10051199" y="1182141"/>
                </a:lnTo>
                <a:lnTo>
                  <a:pt x="10052329" y="1182611"/>
                </a:lnTo>
                <a:lnTo>
                  <a:pt x="10054958" y="1182611"/>
                </a:lnTo>
                <a:lnTo>
                  <a:pt x="10056076" y="1182141"/>
                </a:lnTo>
                <a:lnTo>
                  <a:pt x="10057943" y="1180287"/>
                </a:lnTo>
                <a:lnTo>
                  <a:pt x="10058400" y="1179156"/>
                </a:lnTo>
                <a:lnTo>
                  <a:pt x="10058400" y="1176528"/>
                </a:lnTo>
                <a:close/>
              </a:path>
              <a:path w="11201400" h="1183005">
                <a:moveTo>
                  <a:pt x="10058400" y="589991"/>
                </a:moveTo>
                <a:lnTo>
                  <a:pt x="10057943" y="588873"/>
                </a:lnTo>
                <a:lnTo>
                  <a:pt x="10056076" y="587006"/>
                </a:lnTo>
                <a:lnTo>
                  <a:pt x="10054958" y="586536"/>
                </a:lnTo>
                <a:lnTo>
                  <a:pt x="10052329" y="586536"/>
                </a:lnTo>
                <a:lnTo>
                  <a:pt x="10051199" y="587006"/>
                </a:lnTo>
                <a:lnTo>
                  <a:pt x="10049345" y="588873"/>
                </a:lnTo>
                <a:lnTo>
                  <a:pt x="10048875" y="589991"/>
                </a:lnTo>
                <a:lnTo>
                  <a:pt x="10048875" y="592620"/>
                </a:lnTo>
                <a:lnTo>
                  <a:pt x="10049345" y="593737"/>
                </a:lnTo>
                <a:lnTo>
                  <a:pt x="10051199" y="595604"/>
                </a:lnTo>
                <a:lnTo>
                  <a:pt x="10052329" y="596061"/>
                </a:lnTo>
                <a:lnTo>
                  <a:pt x="10054958" y="596061"/>
                </a:lnTo>
                <a:lnTo>
                  <a:pt x="10056076" y="595604"/>
                </a:lnTo>
                <a:lnTo>
                  <a:pt x="10057943" y="593737"/>
                </a:lnTo>
                <a:lnTo>
                  <a:pt x="10058400" y="592620"/>
                </a:lnTo>
                <a:lnTo>
                  <a:pt x="10058400" y="589991"/>
                </a:lnTo>
                <a:close/>
              </a:path>
              <a:path w="11201400" h="1183005">
                <a:moveTo>
                  <a:pt x="10058400" y="3454"/>
                </a:moveTo>
                <a:lnTo>
                  <a:pt x="10057943" y="2324"/>
                </a:lnTo>
                <a:lnTo>
                  <a:pt x="10056076" y="469"/>
                </a:lnTo>
                <a:lnTo>
                  <a:pt x="10054958" y="0"/>
                </a:lnTo>
                <a:lnTo>
                  <a:pt x="10052329" y="0"/>
                </a:lnTo>
                <a:lnTo>
                  <a:pt x="10051199" y="469"/>
                </a:lnTo>
                <a:lnTo>
                  <a:pt x="10049345" y="2324"/>
                </a:lnTo>
                <a:lnTo>
                  <a:pt x="10048875" y="3454"/>
                </a:lnTo>
                <a:lnTo>
                  <a:pt x="10048875" y="6083"/>
                </a:lnTo>
                <a:lnTo>
                  <a:pt x="10049345" y="7200"/>
                </a:lnTo>
                <a:lnTo>
                  <a:pt x="10051199" y="9067"/>
                </a:lnTo>
                <a:lnTo>
                  <a:pt x="10052329" y="9525"/>
                </a:lnTo>
                <a:lnTo>
                  <a:pt x="10054958" y="9525"/>
                </a:lnTo>
                <a:lnTo>
                  <a:pt x="10056076" y="9067"/>
                </a:lnTo>
                <a:lnTo>
                  <a:pt x="10057943" y="7200"/>
                </a:lnTo>
                <a:lnTo>
                  <a:pt x="10058400" y="6083"/>
                </a:lnTo>
                <a:lnTo>
                  <a:pt x="10058400" y="3454"/>
                </a:lnTo>
                <a:close/>
              </a:path>
              <a:path w="11201400" h="1183005">
                <a:moveTo>
                  <a:pt x="10106025" y="1176528"/>
                </a:moveTo>
                <a:lnTo>
                  <a:pt x="10105568" y="1175410"/>
                </a:lnTo>
                <a:lnTo>
                  <a:pt x="10103701" y="1173543"/>
                </a:lnTo>
                <a:lnTo>
                  <a:pt x="10102583" y="1173086"/>
                </a:lnTo>
                <a:lnTo>
                  <a:pt x="10099954" y="1173086"/>
                </a:lnTo>
                <a:lnTo>
                  <a:pt x="10098824" y="1173543"/>
                </a:lnTo>
                <a:lnTo>
                  <a:pt x="10096970" y="1175410"/>
                </a:lnTo>
                <a:lnTo>
                  <a:pt x="10096500" y="1176528"/>
                </a:lnTo>
                <a:lnTo>
                  <a:pt x="10096500" y="1179156"/>
                </a:lnTo>
                <a:lnTo>
                  <a:pt x="10096970" y="1180287"/>
                </a:lnTo>
                <a:lnTo>
                  <a:pt x="10098824" y="1182141"/>
                </a:lnTo>
                <a:lnTo>
                  <a:pt x="10099954" y="1182611"/>
                </a:lnTo>
                <a:lnTo>
                  <a:pt x="10102583" y="1182611"/>
                </a:lnTo>
                <a:lnTo>
                  <a:pt x="10103701" y="1182141"/>
                </a:lnTo>
                <a:lnTo>
                  <a:pt x="10105568" y="1180287"/>
                </a:lnTo>
                <a:lnTo>
                  <a:pt x="10106025" y="1179156"/>
                </a:lnTo>
                <a:lnTo>
                  <a:pt x="10106025" y="1176528"/>
                </a:lnTo>
                <a:close/>
              </a:path>
              <a:path w="11201400" h="1183005">
                <a:moveTo>
                  <a:pt x="10106025" y="589991"/>
                </a:moveTo>
                <a:lnTo>
                  <a:pt x="10105568" y="588873"/>
                </a:lnTo>
                <a:lnTo>
                  <a:pt x="10103701" y="587006"/>
                </a:lnTo>
                <a:lnTo>
                  <a:pt x="10102583" y="586536"/>
                </a:lnTo>
                <a:lnTo>
                  <a:pt x="10099954" y="586536"/>
                </a:lnTo>
                <a:lnTo>
                  <a:pt x="10098824" y="587006"/>
                </a:lnTo>
                <a:lnTo>
                  <a:pt x="10096970" y="588873"/>
                </a:lnTo>
                <a:lnTo>
                  <a:pt x="10096500" y="589991"/>
                </a:lnTo>
                <a:lnTo>
                  <a:pt x="10096500" y="592620"/>
                </a:lnTo>
                <a:lnTo>
                  <a:pt x="10096970" y="593737"/>
                </a:lnTo>
                <a:lnTo>
                  <a:pt x="10098824" y="595604"/>
                </a:lnTo>
                <a:lnTo>
                  <a:pt x="10099954" y="596061"/>
                </a:lnTo>
                <a:lnTo>
                  <a:pt x="10102583" y="596061"/>
                </a:lnTo>
                <a:lnTo>
                  <a:pt x="10103701" y="595604"/>
                </a:lnTo>
                <a:lnTo>
                  <a:pt x="10105568" y="593737"/>
                </a:lnTo>
                <a:lnTo>
                  <a:pt x="10106025" y="592620"/>
                </a:lnTo>
                <a:lnTo>
                  <a:pt x="10106025" y="589991"/>
                </a:lnTo>
                <a:close/>
              </a:path>
              <a:path w="11201400" h="1183005">
                <a:moveTo>
                  <a:pt x="10106025" y="3454"/>
                </a:moveTo>
                <a:lnTo>
                  <a:pt x="10105568" y="2324"/>
                </a:lnTo>
                <a:lnTo>
                  <a:pt x="10103701" y="469"/>
                </a:lnTo>
                <a:lnTo>
                  <a:pt x="10102583" y="0"/>
                </a:lnTo>
                <a:lnTo>
                  <a:pt x="10099954" y="0"/>
                </a:lnTo>
                <a:lnTo>
                  <a:pt x="10098824" y="469"/>
                </a:lnTo>
                <a:lnTo>
                  <a:pt x="10096970" y="2324"/>
                </a:lnTo>
                <a:lnTo>
                  <a:pt x="10096500" y="3454"/>
                </a:lnTo>
                <a:lnTo>
                  <a:pt x="10096500" y="6083"/>
                </a:lnTo>
                <a:lnTo>
                  <a:pt x="10096970" y="7200"/>
                </a:lnTo>
                <a:lnTo>
                  <a:pt x="10098824" y="9067"/>
                </a:lnTo>
                <a:lnTo>
                  <a:pt x="10099954" y="9525"/>
                </a:lnTo>
                <a:lnTo>
                  <a:pt x="10102583" y="9525"/>
                </a:lnTo>
                <a:lnTo>
                  <a:pt x="10103701" y="9067"/>
                </a:lnTo>
                <a:lnTo>
                  <a:pt x="10105568" y="7200"/>
                </a:lnTo>
                <a:lnTo>
                  <a:pt x="10106025" y="6083"/>
                </a:lnTo>
                <a:lnTo>
                  <a:pt x="10106025" y="3454"/>
                </a:lnTo>
                <a:close/>
              </a:path>
              <a:path w="11201400" h="1183005">
                <a:moveTo>
                  <a:pt x="10153650" y="1176528"/>
                </a:moveTo>
                <a:lnTo>
                  <a:pt x="10153193" y="1175410"/>
                </a:lnTo>
                <a:lnTo>
                  <a:pt x="10151326" y="1173543"/>
                </a:lnTo>
                <a:lnTo>
                  <a:pt x="10150208" y="1173086"/>
                </a:lnTo>
                <a:lnTo>
                  <a:pt x="10147579" y="1173086"/>
                </a:lnTo>
                <a:lnTo>
                  <a:pt x="10146449" y="1173543"/>
                </a:lnTo>
                <a:lnTo>
                  <a:pt x="10144595" y="1175410"/>
                </a:lnTo>
                <a:lnTo>
                  <a:pt x="10144125" y="1176528"/>
                </a:lnTo>
                <a:lnTo>
                  <a:pt x="10144125" y="1179156"/>
                </a:lnTo>
                <a:lnTo>
                  <a:pt x="10144595" y="1180287"/>
                </a:lnTo>
                <a:lnTo>
                  <a:pt x="10146449" y="1182141"/>
                </a:lnTo>
                <a:lnTo>
                  <a:pt x="10147579" y="1182611"/>
                </a:lnTo>
                <a:lnTo>
                  <a:pt x="10150208" y="1182611"/>
                </a:lnTo>
                <a:lnTo>
                  <a:pt x="10151326" y="1182141"/>
                </a:lnTo>
                <a:lnTo>
                  <a:pt x="10153193" y="1180287"/>
                </a:lnTo>
                <a:lnTo>
                  <a:pt x="10153650" y="1179156"/>
                </a:lnTo>
                <a:lnTo>
                  <a:pt x="10153650" y="1176528"/>
                </a:lnTo>
                <a:close/>
              </a:path>
              <a:path w="11201400" h="1183005">
                <a:moveTo>
                  <a:pt x="10153650" y="589991"/>
                </a:moveTo>
                <a:lnTo>
                  <a:pt x="10153193" y="588873"/>
                </a:lnTo>
                <a:lnTo>
                  <a:pt x="10151326" y="587006"/>
                </a:lnTo>
                <a:lnTo>
                  <a:pt x="10150208" y="586536"/>
                </a:lnTo>
                <a:lnTo>
                  <a:pt x="10147579" y="586536"/>
                </a:lnTo>
                <a:lnTo>
                  <a:pt x="10146449" y="587006"/>
                </a:lnTo>
                <a:lnTo>
                  <a:pt x="10144595" y="588873"/>
                </a:lnTo>
                <a:lnTo>
                  <a:pt x="10144125" y="589991"/>
                </a:lnTo>
                <a:lnTo>
                  <a:pt x="10144125" y="592620"/>
                </a:lnTo>
                <a:lnTo>
                  <a:pt x="10144595" y="593737"/>
                </a:lnTo>
                <a:lnTo>
                  <a:pt x="10146449" y="595604"/>
                </a:lnTo>
                <a:lnTo>
                  <a:pt x="10147579" y="596061"/>
                </a:lnTo>
                <a:lnTo>
                  <a:pt x="10150208" y="596061"/>
                </a:lnTo>
                <a:lnTo>
                  <a:pt x="10151326" y="595604"/>
                </a:lnTo>
                <a:lnTo>
                  <a:pt x="10153193" y="593737"/>
                </a:lnTo>
                <a:lnTo>
                  <a:pt x="10153650" y="592620"/>
                </a:lnTo>
                <a:lnTo>
                  <a:pt x="10153650" y="589991"/>
                </a:lnTo>
                <a:close/>
              </a:path>
              <a:path w="11201400" h="1183005">
                <a:moveTo>
                  <a:pt x="10153650" y="3454"/>
                </a:moveTo>
                <a:lnTo>
                  <a:pt x="10153193" y="2324"/>
                </a:lnTo>
                <a:lnTo>
                  <a:pt x="10151326" y="469"/>
                </a:lnTo>
                <a:lnTo>
                  <a:pt x="10150208" y="0"/>
                </a:lnTo>
                <a:lnTo>
                  <a:pt x="10147579" y="0"/>
                </a:lnTo>
                <a:lnTo>
                  <a:pt x="10146449" y="469"/>
                </a:lnTo>
                <a:lnTo>
                  <a:pt x="10144595" y="2324"/>
                </a:lnTo>
                <a:lnTo>
                  <a:pt x="10144125" y="3454"/>
                </a:lnTo>
                <a:lnTo>
                  <a:pt x="10144125" y="6083"/>
                </a:lnTo>
                <a:lnTo>
                  <a:pt x="10144595" y="7200"/>
                </a:lnTo>
                <a:lnTo>
                  <a:pt x="10146449" y="9067"/>
                </a:lnTo>
                <a:lnTo>
                  <a:pt x="10147579" y="9525"/>
                </a:lnTo>
                <a:lnTo>
                  <a:pt x="10150208" y="9525"/>
                </a:lnTo>
                <a:lnTo>
                  <a:pt x="10151326" y="9067"/>
                </a:lnTo>
                <a:lnTo>
                  <a:pt x="10153193" y="7200"/>
                </a:lnTo>
                <a:lnTo>
                  <a:pt x="10153650" y="6083"/>
                </a:lnTo>
                <a:lnTo>
                  <a:pt x="10153650" y="3454"/>
                </a:lnTo>
                <a:close/>
              </a:path>
              <a:path w="11201400" h="1183005">
                <a:moveTo>
                  <a:pt x="10201275" y="1176528"/>
                </a:moveTo>
                <a:lnTo>
                  <a:pt x="10200818" y="1175410"/>
                </a:lnTo>
                <a:lnTo>
                  <a:pt x="10198951" y="1173543"/>
                </a:lnTo>
                <a:lnTo>
                  <a:pt x="10197833" y="1173086"/>
                </a:lnTo>
                <a:lnTo>
                  <a:pt x="10195204" y="1173086"/>
                </a:lnTo>
                <a:lnTo>
                  <a:pt x="10194074" y="1173543"/>
                </a:lnTo>
                <a:lnTo>
                  <a:pt x="10192220" y="1175410"/>
                </a:lnTo>
                <a:lnTo>
                  <a:pt x="10191750" y="1176528"/>
                </a:lnTo>
                <a:lnTo>
                  <a:pt x="10191750" y="1179156"/>
                </a:lnTo>
                <a:lnTo>
                  <a:pt x="10192220" y="1180287"/>
                </a:lnTo>
                <a:lnTo>
                  <a:pt x="10194074" y="1182141"/>
                </a:lnTo>
                <a:lnTo>
                  <a:pt x="10195204" y="1182611"/>
                </a:lnTo>
                <a:lnTo>
                  <a:pt x="10197833" y="1182611"/>
                </a:lnTo>
                <a:lnTo>
                  <a:pt x="10198951" y="1182141"/>
                </a:lnTo>
                <a:lnTo>
                  <a:pt x="10200818" y="1180287"/>
                </a:lnTo>
                <a:lnTo>
                  <a:pt x="10201275" y="1179156"/>
                </a:lnTo>
                <a:lnTo>
                  <a:pt x="10201275" y="1176528"/>
                </a:lnTo>
                <a:close/>
              </a:path>
              <a:path w="11201400" h="1183005">
                <a:moveTo>
                  <a:pt x="10201275" y="589991"/>
                </a:moveTo>
                <a:lnTo>
                  <a:pt x="10200818" y="588873"/>
                </a:lnTo>
                <a:lnTo>
                  <a:pt x="10198951" y="587006"/>
                </a:lnTo>
                <a:lnTo>
                  <a:pt x="10197833" y="586536"/>
                </a:lnTo>
                <a:lnTo>
                  <a:pt x="10195204" y="586536"/>
                </a:lnTo>
                <a:lnTo>
                  <a:pt x="10194074" y="587006"/>
                </a:lnTo>
                <a:lnTo>
                  <a:pt x="10192220" y="588873"/>
                </a:lnTo>
                <a:lnTo>
                  <a:pt x="10191750" y="589991"/>
                </a:lnTo>
                <a:lnTo>
                  <a:pt x="10191750" y="592620"/>
                </a:lnTo>
                <a:lnTo>
                  <a:pt x="10192220" y="593737"/>
                </a:lnTo>
                <a:lnTo>
                  <a:pt x="10194074" y="595604"/>
                </a:lnTo>
                <a:lnTo>
                  <a:pt x="10195204" y="596061"/>
                </a:lnTo>
                <a:lnTo>
                  <a:pt x="10197833" y="596061"/>
                </a:lnTo>
                <a:lnTo>
                  <a:pt x="10198951" y="595604"/>
                </a:lnTo>
                <a:lnTo>
                  <a:pt x="10200818" y="593737"/>
                </a:lnTo>
                <a:lnTo>
                  <a:pt x="10201275" y="592620"/>
                </a:lnTo>
                <a:lnTo>
                  <a:pt x="10201275" y="589991"/>
                </a:lnTo>
                <a:close/>
              </a:path>
              <a:path w="11201400" h="1183005">
                <a:moveTo>
                  <a:pt x="10201275" y="3454"/>
                </a:moveTo>
                <a:lnTo>
                  <a:pt x="10200818" y="2324"/>
                </a:lnTo>
                <a:lnTo>
                  <a:pt x="10198951" y="469"/>
                </a:lnTo>
                <a:lnTo>
                  <a:pt x="10197833" y="0"/>
                </a:lnTo>
                <a:lnTo>
                  <a:pt x="10195204" y="0"/>
                </a:lnTo>
                <a:lnTo>
                  <a:pt x="10194074" y="469"/>
                </a:lnTo>
                <a:lnTo>
                  <a:pt x="10192220" y="2324"/>
                </a:lnTo>
                <a:lnTo>
                  <a:pt x="10191750" y="3454"/>
                </a:lnTo>
                <a:lnTo>
                  <a:pt x="10191750" y="6083"/>
                </a:lnTo>
                <a:lnTo>
                  <a:pt x="10192220" y="7200"/>
                </a:lnTo>
                <a:lnTo>
                  <a:pt x="10194074" y="9067"/>
                </a:lnTo>
                <a:lnTo>
                  <a:pt x="10195204" y="9525"/>
                </a:lnTo>
                <a:lnTo>
                  <a:pt x="10197833" y="9525"/>
                </a:lnTo>
                <a:lnTo>
                  <a:pt x="10198951" y="9067"/>
                </a:lnTo>
                <a:lnTo>
                  <a:pt x="10200818" y="7200"/>
                </a:lnTo>
                <a:lnTo>
                  <a:pt x="10201275" y="6083"/>
                </a:lnTo>
                <a:lnTo>
                  <a:pt x="10201275" y="3454"/>
                </a:lnTo>
                <a:close/>
              </a:path>
              <a:path w="11201400" h="1183005">
                <a:moveTo>
                  <a:pt x="10248900" y="1176528"/>
                </a:moveTo>
                <a:lnTo>
                  <a:pt x="10248443" y="1175410"/>
                </a:lnTo>
                <a:lnTo>
                  <a:pt x="10246576" y="1173543"/>
                </a:lnTo>
                <a:lnTo>
                  <a:pt x="10245458" y="1173086"/>
                </a:lnTo>
                <a:lnTo>
                  <a:pt x="10242829" y="1173086"/>
                </a:lnTo>
                <a:lnTo>
                  <a:pt x="10241699" y="1173543"/>
                </a:lnTo>
                <a:lnTo>
                  <a:pt x="10239845" y="1175410"/>
                </a:lnTo>
                <a:lnTo>
                  <a:pt x="10239375" y="1176528"/>
                </a:lnTo>
                <a:lnTo>
                  <a:pt x="10239375" y="1179156"/>
                </a:lnTo>
                <a:lnTo>
                  <a:pt x="10239845" y="1180287"/>
                </a:lnTo>
                <a:lnTo>
                  <a:pt x="10241699" y="1182141"/>
                </a:lnTo>
                <a:lnTo>
                  <a:pt x="10242829" y="1182611"/>
                </a:lnTo>
                <a:lnTo>
                  <a:pt x="10245458" y="1182611"/>
                </a:lnTo>
                <a:lnTo>
                  <a:pt x="10246576" y="1182141"/>
                </a:lnTo>
                <a:lnTo>
                  <a:pt x="10248443" y="1180287"/>
                </a:lnTo>
                <a:lnTo>
                  <a:pt x="10248900" y="1179156"/>
                </a:lnTo>
                <a:lnTo>
                  <a:pt x="10248900" y="1176528"/>
                </a:lnTo>
                <a:close/>
              </a:path>
              <a:path w="11201400" h="1183005">
                <a:moveTo>
                  <a:pt x="10248900" y="589991"/>
                </a:moveTo>
                <a:lnTo>
                  <a:pt x="10248443" y="588873"/>
                </a:lnTo>
                <a:lnTo>
                  <a:pt x="10246576" y="587006"/>
                </a:lnTo>
                <a:lnTo>
                  <a:pt x="10245458" y="586536"/>
                </a:lnTo>
                <a:lnTo>
                  <a:pt x="10242829" y="586536"/>
                </a:lnTo>
                <a:lnTo>
                  <a:pt x="10241699" y="587006"/>
                </a:lnTo>
                <a:lnTo>
                  <a:pt x="10239845" y="588873"/>
                </a:lnTo>
                <a:lnTo>
                  <a:pt x="10239375" y="589991"/>
                </a:lnTo>
                <a:lnTo>
                  <a:pt x="10239375" y="592620"/>
                </a:lnTo>
                <a:lnTo>
                  <a:pt x="10239845" y="593737"/>
                </a:lnTo>
                <a:lnTo>
                  <a:pt x="10241699" y="595604"/>
                </a:lnTo>
                <a:lnTo>
                  <a:pt x="10242829" y="596061"/>
                </a:lnTo>
                <a:lnTo>
                  <a:pt x="10245458" y="596061"/>
                </a:lnTo>
                <a:lnTo>
                  <a:pt x="10246576" y="595604"/>
                </a:lnTo>
                <a:lnTo>
                  <a:pt x="10248443" y="593737"/>
                </a:lnTo>
                <a:lnTo>
                  <a:pt x="10248900" y="592620"/>
                </a:lnTo>
                <a:lnTo>
                  <a:pt x="10248900" y="589991"/>
                </a:lnTo>
                <a:close/>
              </a:path>
              <a:path w="11201400" h="1183005">
                <a:moveTo>
                  <a:pt x="10248900" y="3454"/>
                </a:moveTo>
                <a:lnTo>
                  <a:pt x="10248443" y="2324"/>
                </a:lnTo>
                <a:lnTo>
                  <a:pt x="10246576" y="469"/>
                </a:lnTo>
                <a:lnTo>
                  <a:pt x="10245458" y="0"/>
                </a:lnTo>
                <a:lnTo>
                  <a:pt x="10242829" y="0"/>
                </a:lnTo>
                <a:lnTo>
                  <a:pt x="10241699" y="469"/>
                </a:lnTo>
                <a:lnTo>
                  <a:pt x="10239845" y="2324"/>
                </a:lnTo>
                <a:lnTo>
                  <a:pt x="10239375" y="3454"/>
                </a:lnTo>
                <a:lnTo>
                  <a:pt x="10239375" y="6083"/>
                </a:lnTo>
                <a:lnTo>
                  <a:pt x="10239845" y="7200"/>
                </a:lnTo>
                <a:lnTo>
                  <a:pt x="10241699" y="9067"/>
                </a:lnTo>
                <a:lnTo>
                  <a:pt x="10242829" y="9525"/>
                </a:lnTo>
                <a:lnTo>
                  <a:pt x="10245458" y="9525"/>
                </a:lnTo>
                <a:lnTo>
                  <a:pt x="10246576" y="9067"/>
                </a:lnTo>
                <a:lnTo>
                  <a:pt x="10248443" y="7200"/>
                </a:lnTo>
                <a:lnTo>
                  <a:pt x="10248900" y="6083"/>
                </a:lnTo>
                <a:lnTo>
                  <a:pt x="10248900" y="3454"/>
                </a:lnTo>
                <a:close/>
              </a:path>
              <a:path w="11201400" h="1183005">
                <a:moveTo>
                  <a:pt x="10296525" y="1176528"/>
                </a:moveTo>
                <a:lnTo>
                  <a:pt x="10296068" y="1175410"/>
                </a:lnTo>
                <a:lnTo>
                  <a:pt x="10294201" y="1173543"/>
                </a:lnTo>
                <a:lnTo>
                  <a:pt x="10293083" y="1173086"/>
                </a:lnTo>
                <a:lnTo>
                  <a:pt x="10290454" y="1173086"/>
                </a:lnTo>
                <a:lnTo>
                  <a:pt x="10289324" y="1173543"/>
                </a:lnTo>
                <a:lnTo>
                  <a:pt x="10287470" y="1175410"/>
                </a:lnTo>
                <a:lnTo>
                  <a:pt x="10287000" y="1176528"/>
                </a:lnTo>
                <a:lnTo>
                  <a:pt x="10287000" y="1179156"/>
                </a:lnTo>
                <a:lnTo>
                  <a:pt x="10287470" y="1180287"/>
                </a:lnTo>
                <a:lnTo>
                  <a:pt x="10289324" y="1182141"/>
                </a:lnTo>
                <a:lnTo>
                  <a:pt x="10290454" y="1182611"/>
                </a:lnTo>
                <a:lnTo>
                  <a:pt x="10293083" y="1182611"/>
                </a:lnTo>
                <a:lnTo>
                  <a:pt x="10294201" y="1182141"/>
                </a:lnTo>
                <a:lnTo>
                  <a:pt x="10296068" y="1180287"/>
                </a:lnTo>
                <a:lnTo>
                  <a:pt x="10296525" y="1179156"/>
                </a:lnTo>
                <a:lnTo>
                  <a:pt x="10296525" y="1176528"/>
                </a:lnTo>
                <a:close/>
              </a:path>
              <a:path w="11201400" h="1183005">
                <a:moveTo>
                  <a:pt x="10296525" y="589991"/>
                </a:moveTo>
                <a:lnTo>
                  <a:pt x="10296068" y="588873"/>
                </a:lnTo>
                <a:lnTo>
                  <a:pt x="10294201" y="587006"/>
                </a:lnTo>
                <a:lnTo>
                  <a:pt x="10293083" y="586536"/>
                </a:lnTo>
                <a:lnTo>
                  <a:pt x="10290454" y="586536"/>
                </a:lnTo>
                <a:lnTo>
                  <a:pt x="10289324" y="587006"/>
                </a:lnTo>
                <a:lnTo>
                  <a:pt x="10287470" y="588873"/>
                </a:lnTo>
                <a:lnTo>
                  <a:pt x="10287000" y="589991"/>
                </a:lnTo>
                <a:lnTo>
                  <a:pt x="10287000" y="592620"/>
                </a:lnTo>
                <a:lnTo>
                  <a:pt x="10287470" y="593737"/>
                </a:lnTo>
                <a:lnTo>
                  <a:pt x="10289324" y="595604"/>
                </a:lnTo>
                <a:lnTo>
                  <a:pt x="10290454" y="596061"/>
                </a:lnTo>
                <a:lnTo>
                  <a:pt x="10293083" y="596061"/>
                </a:lnTo>
                <a:lnTo>
                  <a:pt x="10294201" y="595604"/>
                </a:lnTo>
                <a:lnTo>
                  <a:pt x="10296068" y="593737"/>
                </a:lnTo>
                <a:lnTo>
                  <a:pt x="10296525" y="592620"/>
                </a:lnTo>
                <a:lnTo>
                  <a:pt x="10296525" y="589991"/>
                </a:lnTo>
                <a:close/>
              </a:path>
              <a:path w="11201400" h="1183005">
                <a:moveTo>
                  <a:pt x="10296525" y="3454"/>
                </a:moveTo>
                <a:lnTo>
                  <a:pt x="10296068" y="2324"/>
                </a:lnTo>
                <a:lnTo>
                  <a:pt x="10294201" y="469"/>
                </a:lnTo>
                <a:lnTo>
                  <a:pt x="10293083" y="0"/>
                </a:lnTo>
                <a:lnTo>
                  <a:pt x="10290454" y="0"/>
                </a:lnTo>
                <a:lnTo>
                  <a:pt x="10289324" y="469"/>
                </a:lnTo>
                <a:lnTo>
                  <a:pt x="10287470" y="2324"/>
                </a:lnTo>
                <a:lnTo>
                  <a:pt x="10287000" y="3454"/>
                </a:lnTo>
                <a:lnTo>
                  <a:pt x="10287000" y="6083"/>
                </a:lnTo>
                <a:lnTo>
                  <a:pt x="10287470" y="7200"/>
                </a:lnTo>
                <a:lnTo>
                  <a:pt x="10289324" y="9067"/>
                </a:lnTo>
                <a:lnTo>
                  <a:pt x="10290454" y="9525"/>
                </a:lnTo>
                <a:lnTo>
                  <a:pt x="10293083" y="9525"/>
                </a:lnTo>
                <a:lnTo>
                  <a:pt x="10294201" y="9067"/>
                </a:lnTo>
                <a:lnTo>
                  <a:pt x="10296068" y="7200"/>
                </a:lnTo>
                <a:lnTo>
                  <a:pt x="10296525" y="6083"/>
                </a:lnTo>
                <a:lnTo>
                  <a:pt x="10296525" y="3454"/>
                </a:lnTo>
                <a:close/>
              </a:path>
              <a:path w="11201400" h="1183005">
                <a:moveTo>
                  <a:pt x="10344150" y="1176528"/>
                </a:moveTo>
                <a:lnTo>
                  <a:pt x="10343693" y="1175410"/>
                </a:lnTo>
                <a:lnTo>
                  <a:pt x="10341826" y="1173543"/>
                </a:lnTo>
                <a:lnTo>
                  <a:pt x="10340708" y="1173086"/>
                </a:lnTo>
                <a:lnTo>
                  <a:pt x="10338079" y="1173086"/>
                </a:lnTo>
                <a:lnTo>
                  <a:pt x="10336949" y="1173543"/>
                </a:lnTo>
                <a:lnTo>
                  <a:pt x="10335095" y="1175410"/>
                </a:lnTo>
                <a:lnTo>
                  <a:pt x="10334625" y="1176528"/>
                </a:lnTo>
                <a:lnTo>
                  <a:pt x="10334625" y="1179156"/>
                </a:lnTo>
                <a:lnTo>
                  <a:pt x="10335095" y="1180287"/>
                </a:lnTo>
                <a:lnTo>
                  <a:pt x="10336949" y="1182141"/>
                </a:lnTo>
                <a:lnTo>
                  <a:pt x="10338079" y="1182611"/>
                </a:lnTo>
                <a:lnTo>
                  <a:pt x="10340708" y="1182611"/>
                </a:lnTo>
                <a:lnTo>
                  <a:pt x="10341826" y="1182141"/>
                </a:lnTo>
                <a:lnTo>
                  <a:pt x="10343693" y="1180287"/>
                </a:lnTo>
                <a:lnTo>
                  <a:pt x="10344150" y="1179156"/>
                </a:lnTo>
                <a:lnTo>
                  <a:pt x="10344150" y="1176528"/>
                </a:lnTo>
                <a:close/>
              </a:path>
              <a:path w="11201400" h="1183005">
                <a:moveTo>
                  <a:pt x="10344150" y="589991"/>
                </a:moveTo>
                <a:lnTo>
                  <a:pt x="10343693" y="588873"/>
                </a:lnTo>
                <a:lnTo>
                  <a:pt x="10341826" y="587006"/>
                </a:lnTo>
                <a:lnTo>
                  <a:pt x="10340708" y="586536"/>
                </a:lnTo>
                <a:lnTo>
                  <a:pt x="10338079" y="586536"/>
                </a:lnTo>
                <a:lnTo>
                  <a:pt x="10336949" y="587006"/>
                </a:lnTo>
                <a:lnTo>
                  <a:pt x="10335095" y="588873"/>
                </a:lnTo>
                <a:lnTo>
                  <a:pt x="10334625" y="589991"/>
                </a:lnTo>
                <a:lnTo>
                  <a:pt x="10334625" y="592620"/>
                </a:lnTo>
                <a:lnTo>
                  <a:pt x="10335095" y="593737"/>
                </a:lnTo>
                <a:lnTo>
                  <a:pt x="10336949" y="595604"/>
                </a:lnTo>
                <a:lnTo>
                  <a:pt x="10338079" y="596061"/>
                </a:lnTo>
                <a:lnTo>
                  <a:pt x="10340708" y="596061"/>
                </a:lnTo>
                <a:lnTo>
                  <a:pt x="10341826" y="595604"/>
                </a:lnTo>
                <a:lnTo>
                  <a:pt x="10343693" y="593737"/>
                </a:lnTo>
                <a:lnTo>
                  <a:pt x="10344150" y="592620"/>
                </a:lnTo>
                <a:lnTo>
                  <a:pt x="10344150" y="589991"/>
                </a:lnTo>
                <a:close/>
              </a:path>
              <a:path w="11201400" h="1183005">
                <a:moveTo>
                  <a:pt x="10344150" y="3454"/>
                </a:moveTo>
                <a:lnTo>
                  <a:pt x="10343693" y="2324"/>
                </a:lnTo>
                <a:lnTo>
                  <a:pt x="10341826" y="469"/>
                </a:lnTo>
                <a:lnTo>
                  <a:pt x="10340708" y="0"/>
                </a:lnTo>
                <a:lnTo>
                  <a:pt x="10338079" y="0"/>
                </a:lnTo>
                <a:lnTo>
                  <a:pt x="10336949" y="469"/>
                </a:lnTo>
                <a:lnTo>
                  <a:pt x="10335095" y="2324"/>
                </a:lnTo>
                <a:lnTo>
                  <a:pt x="10334625" y="3454"/>
                </a:lnTo>
                <a:lnTo>
                  <a:pt x="10334625" y="6083"/>
                </a:lnTo>
                <a:lnTo>
                  <a:pt x="10335095" y="7200"/>
                </a:lnTo>
                <a:lnTo>
                  <a:pt x="10336949" y="9067"/>
                </a:lnTo>
                <a:lnTo>
                  <a:pt x="10338079" y="9525"/>
                </a:lnTo>
                <a:lnTo>
                  <a:pt x="10340708" y="9525"/>
                </a:lnTo>
                <a:lnTo>
                  <a:pt x="10341826" y="9067"/>
                </a:lnTo>
                <a:lnTo>
                  <a:pt x="10343693" y="7200"/>
                </a:lnTo>
                <a:lnTo>
                  <a:pt x="10344150" y="6083"/>
                </a:lnTo>
                <a:lnTo>
                  <a:pt x="10344150" y="3454"/>
                </a:lnTo>
                <a:close/>
              </a:path>
              <a:path w="11201400" h="1183005">
                <a:moveTo>
                  <a:pt x="10391775" y="1176528"/>
                </a:moveTo>
                <a:lnTo>
                  <a:pt x="10391318" y="1175410"/>
                </a:lnTo>
                <a:lnTo>
                  <a:pt x="10389451" y="1173543"/>
                </a:lnTo>
                <a:lnTo>
                  <a:pt x="10388333" y="1173086"/>
                </a:lnTo>
                <a:lnTo>
                  <a:pt x="10385704" y="1173086"/>
                </a:lnTo>
                <a:lnTo>
                  <a:pt x="10384574" y="1173543"/>
                </a:lnTo>
                <a:lnTo>
                  <a:pt x="10382720" y="1175410"/>
                </a:lnTo>
                <a:lnTo>
                  <a:pt x="10382250" y="1176528"/>
                </a:lnTo>
                <a:lnTo>
                  <a:pt x="10382250" y="1179156"/>
                </a:lnTo>
                <a:lnTo>
                  <a:pt x="10382720" y="1180287"/>
                </a:lnTo>
                <a:lnTo>
                  <a:pt x="10384574" y="1182141"/>
                </a:lnTo>
                <a:lnTo>
                  <a:pt x="10385704" y="1182611"/>
                </a:lnTo>
                <a:lnTo>
                  <a:pt x="10388333" y="1182611"/>
                </a:lnTo>
                <a:lnTo>
                  <a:pt x="10389451" y="1182141"/>
                </a:lnTo>
                <a:lnTo>
                  <a:pt x="10391318" y="1180287"/>
                </a:lnTo>
                <a:lnTo>
                  <a:pt x="10391775" y="1179156"/>
                </a:lnTo>
                <a:lnTo>
                  <a:pt x="10391775" y="1176528"/>
                </a:lnTo>
                <a:close/>
              </a:path>
              <a:path w="11201400" h="1183005">
                <a:moveTo>
                  <a:pt x="10391775" y="589991"/>
                </a:moveTo>
                <a:lnTo>
                  <a:pt x="10391318" y="588873"/>
                </a:lnTo>
                <a:lnTo>
                  <a:pt x="10389451" y="587006"/>
                </a:lnTo>
                <a:lnTo>
                  <a:pt x="10388333" y="586536"/>
                </a:lnTo>
                <a:lnTo>
                  <a:pt x="10385704" y="586536"/>
                </a:lnTo>
                <a:lnTo>
                  <a:pt x="10384574" y="587006"/>
                </a:lnTo>
                <a:lnTo>
                  <a:pt x="10382720" y="588873"/>
                </a:lnTo>
                <a:lnTo>
                  <a:pt x="10382250" y="589991"/>
                </a:lnTo>
                <a:lnTo>
                  <a:pt x="10382250" y="592620"/>
                </a:lnTo>
                <a:lnTo>
                  <a:pt x="10382720" y="593737"/>
                </a:lnTo>
                <a:lnTo>
                  <a:pt x="10384574" y="595604"/>
                </a:lnTo>
                <a:lnTo>
                  <a:pt x="10385704" y="596061"/>
                </a:lnTo>
                <a:lnTo>
                  <a:pt x="10388333" y="596061"/>
                </a:lnTo>
                <a:lnTo>
                  <a:pt x="10389451" y="595604"/>
                </a:lnTo>
                <a:lnTo>
                  <a:pt x="10391318" y="593737"/>
                </a:lnTo>
                <a:lnTo>
                  <a:pt x="10391775" y="592620"/>
                </a:lnTo>
                <a:lnTo>
                  <a:pt x="10391775" y="589991"/>
                </a:lnTo>
                <a:close/>
              </a:path>
              <a:path w="11201400" h="1183005">
                <a:moveTo>
                  <a:pt x="10391775" y="3454"/>
                </a:moveTo>
                <a:lnTo>
                  <a:pt x="10391318" y="2324"/>
                </a:lnTo>
                <a:lnTo>
                  <a:pt x="10389451" y="469"/>
                </a:lnTo>
                <a:lnTo>
                  <a:pt x="10388333" y="0"/>
                </a:lnTo>
                <a:lnTo>
                  <a:pt x="10385704" y="0"/>
                </a:lnTo>
                <a:lnTo>
                  <a:pt x="10384574" y="469"/>
                </a:lnTo>
                <a:lnTo>
                  <a:pt x="10382720" y="2324"/>
                </a:lnTo>
                <a:lnTo>
                  <a:pt x="10382250" y="3454"/>
                </a:lnTo>
                <a:lnTo>
                  <a:pt x="10382250" y="6083"/>
                </a:lnTo>
                <a:lnTo>
                  <a:pt x="10382720" y="7200"/>
                </a:lnTo>
                <a:lnTo>
                  <a:pt x="10384574" y="9067"/>
                </a:lnTo>
                <a:lnTo>
                  <a:pt x="10385704" y="9525"/>
                </a:lnTo>
                <a:lnTo>
                  <a:pt x="10388333" y="9525"/>
                </a:lnTo>
                <a:lnTo>
                  <a:pt x="10389451" y="9067"/>
                </a:lnTo>
                <a:lnTo>
                  <a:pt x="10391318" y="7200"/>
                </a:lnTo>
                <a:lnTo>
                  <a:pt x="10391775" y="6083"/>
                </a:lnTo>
                <a:lnTo>
                  <a:pt x="10391775" y="3454"/>
                </a:lnTo>
                <a:close/>
              </a:path>
              <a:path w="11201400" h="1183005">
                <a:moveTo>
                  <a:pt x="10439400" y="1176528"/>
                </a:moveTo>
                <a:lnTo>
                  <a:pt x="10438943" y="1175410"/>
                </a:lnTo>
                <a:lnTo>
                  <a:pt x="10437076" y="1173543"/>
                </a:lnTo>
                <a:lnTo>
                  <a:pt x="10435958" y="1173086"/>
                </a:lnTo>
                <a:lnTo>
                  <a:pt x="10433329" y="1173086"/>
                </a:lnTo>
                <a:lnTo>
                  <a:pt x="10432199" y="1173543"/>
                </a:lnTo>
                <a:lnTo>
                  <a:pt x="10430345" y="1175410"/>
                </a:lnTo>
                <a:lnTo>
                  <a:pt x="10429875" y="1176528"/>
                </a:lnTo>
                <a:lnTo>
                  <a:pt x="10429875" y="1179156"/>
                </a:lnTo>
                <a:lnTo>
                  <a:pt x="10430345" y="1180287"/>
                </a:lnTo>
                <a:lnTo>
                  <a:pt x="10432199" y="1182141"/>
                </a:lnTo>
                <a:lnTo>
                  <a:pt x="10433329" y="1182611"/>
                </a:lnTo>
                <a:lnTo>
                  <a:pt x="10435958" y="1182611"/>
                </a:lnTo>
                <a:lnTo>
                  <a:pt x="10437076" y="1182141"/>
                </a:lnTo>
                <a:lnTo>
                  <a:pt x="10438943" y="1180287"/>
                </a:lnTo>
                <a:lnTo>
                  <a:pt x="10439400" y="1179156"/>
                </a:lnTo>
                <a:lnTo>
                  <a:pt x="10439400" y="1176528"/>
                </a:lnTo>
                <a:close/>
              </a:path>
              <a:path w="11201400" h="1183005">
                <a:moveTo>
                  <a:pt x="10439400" y="589991"/>
                </a:moveTo>
                <a:lnTo>
                  <a:pt x="10438943" y="588873"/>
                </a:lnTo>
                <a:lnTo>
                  <a:pt x="10437076" y="587006"/>
                </a:lnTo>
                <a:lnTo>
                  <a:pt x="10435958" y="586536"/>
                </a:lnTo>
                <a:lnTo>
                  <a:pt x="10433329" y="586536"/>
                </a:lnTo>
                <a:lnTo>
                  <a:pt x="10432199" y="587006"/>
                </a:lnTo>
                <a:lnTo>
                  <a:pt x="10430345" y="588873"/>
                </a:lnTo>
                <a:lnTo>
                  <a:pt x="10429875" y="589991"/>
                </a:lnTo>
                <a:lnTo>
                  <a:pt x="10429875" y="592620"/>
                </a:lnTo>
                <a:lnTo>
                  <a:pt x="10430345" y="593737"/>
                </a:lnTo>
                <a:lnTo>
                  <a:pt x="10432199" y="595604"/>
                </a:lnTo>
                <a:lnTo>
                  <a:pt x="10433329" y="596061"/>
                </a:lnTo>
                <a:lnTo>
                  <a:pt x="10435958" y="596061"/>
                </a:lnTo>
                <a:lnTo>
                  <a:pt x="10437076" y="595604"/>
                </a:lnTo>
                <a:lnTo>
                  <a:pt x="10438943" y="593737"/>
                </a:lnTo>
                <a:lnTo>
                  <a:pt x="10439400" y="592620"/>
                </a:lnTo>
                <a:lnTo>
                  <a:pt x="10439400" y="589991"/>
                </a:lnTo>
                <a:close/>
              </a:path>
              <a:path w="11201400" h="1183005">
                <a:moveTo>
                  <a:pt x="10439400" y="3454"/>
                </a:moveTo>
                <a:lnTo>
                  <a:pt x="10438943" y="2324"/>
                </a:lnTo>
                <a:lnTo>
                  <a:pt x="10437076" y="469"/>
                </a:lnTo>
                <a:lnTo>
                  <a:pt x="10435958" y="0"/>
                </a:lnTo>
                <a:lnTo>
                  <a:pt x="10433329" y="0"/>
                </a:lnTo>
                <a:lnTo>
                  <a:pt x="10432199" y="469"/>
                </a:lnTo>
                <a:lnTo>
                  <a:pt x="10430345" y="2324"/>
                </a:lnTo>
                <a:lnTo>
                  <a:pt x="10429875" y="3454"/>
                </a:lnTo>
                <a:lnTo>
                  <a:pt x="10429875" y="6083"/>
                </a:lnTo>
                <a:lnTo>
                  <a:pt x="10430345" y="7200"/>
                </a:lnTo>
                <a:lnTo>
                  <a:pt x="10432199" y="9067"/>
                </a:lnTo>
                <a:lnTo>
                  <a:pt x="10433329" y="9525"/>
                </a:lnTo>
                <a:lnTo>
                  <a:pt x="10435958" y="9525"/>
                </a:lnTo>
                <a:lnTo>
                  <a:pt x="10437076" y="9067"/>
                </a:lnTo>
                <a:lnTo>
                  <a:pt x="10438943" y="7200"/>
                </a:lnTo>
                <a:lnTo>
                  <a:pt x="10439400" y="6083"/>
                </a:lnTo>
                <a:lnTo>
                  <a:pt x="10439400" y="3454"/>
                </a:lnTo>
                <a:close/>
              </a:path>
              <a:path w="11201400" h="1183005">
                <a:moveTo>
                  <a:pt x="10487025" y="1176528"/>
                </a:moveTo>
                <a:lnTo>
                  <a:pt x="10486568" y="1175410"/>
                </a:lnTo>
                <a:lnTo>
                  <a:pt x="10484701" y="1173543"/>
                </a:lnTo>
                <a:lnTo>
                  <a:pt x="10483583" y="1173086"/>
                </a:lnTo>
                <a:lnTo>
                  <a:pt x="10480954" y="1173086"/>
                </a:lnTo>
                <a:lnTo>
                  <a:pt x="10479824" y="1173543"/>
                </a:lnTo>
                <a:lnTo>
                  <a:pt x="10477970" y="1175410"/>
                </a:lnTo>
                <a:lnTo>
                  <a:pt x="10477500" y="1176528"/>
                </a:lnTo>
                <a:lnTo>
                  <a:pt x="10477500" y="1179156"/>
                </a:lnTo>
                <a:lnTo>
                  <a:pt x="10477970" y="1180287"/>
                </a:lnTo>
                <a:lnTo>
                  <a:pt x="10479824" y="1182141"/>
                </a:lnTo>
                <a:lnTo>
                  <a:pt x="10480954" y="1182611"/>
                </a:lnTo>
                <a:lnTo>
                  <a:pt x="10483583" y="1182611"/>
                </a:lnTo>
                <a:lnTo>
                  <a:pt x="10484701" y="1182141"/>
                </a:lnTo>
                <a:lnTo>
                  <a:pt x="10486568" y="1180287"/>
                </a:lnTo>
                <a:lnTo>
                  <a:pt x="10487025" y="1179156"/>
                </a:lnTo>
                <a:lnTo>
                  <a:pt x="10487025" y="1176528"/>
                </a:lnTo>
                <a:close/>
              </a:path>
              <a:path w="11201400" h="1183005">
                <a:moveTo>
                  <a:pt x="10487025" y="589991"/>
                </a:moveTo>
                <a:lnTo>
                  <a:pt x="10486568" y="588873"/>
                </a:lnTo>
                <a:lnTo>
                  <a:pt x="10484701" y="587006"/>
                </a:lnTo>
                <a:lnTo>
                  <a:pt x="10483583" y="586536"/>
                </a:lnTo>
                <a:lnTo>
                  <a:pt x="10480954" y="586536"/>
                </a:lnTo>
                <a:lnTo>
                  <a:pt x="10479824" y="587006"/>
                </a:lnTo>
                <a:lnTo>
                  <a:pt x="10477970" y="588873"/>
                </a:lnTo>
                <a:lnTo>
                  <a:pt x="10477500" y="589991"/>
                </a:lnTo>
                <a:lnTo>
                  <a:pt x="10477500" y="592620"/>
                </a:lnTo>
                <a:lnTo>
                  <a:pt x="10477970" y="593737"/>
                </a:lnTo>
                <a:lnTo>
                  <a:pt x="10479824" y="595604"/>
                </a:lnTo>
                <a:lnTo>
                  <a:pt x="10480954" y="596061"/>
                </a:lnTo>
                <a:lnTo>
                  <a:pt x="10483583" y="596061"/>
                </a:lnTo>
                <a:lnTo>
                  <a:pt x="10484701" y="595604"/>
                </a:lnTo>
                <a:lnTo>
                  <a:pt x="10486568" y="593737"/>
                </a:lnTo>
                <a:lnTo>
                  <a:pt x="10487025" y="592620"/>
                </a:lnTo>
                <a:lnTo>
                  <a:pt x="10487025" y="589991"/>
                </a:lnTo>
                <a:close/>
              </a:path>
              <a:path w="11201400" h="1183005">
                <a:moveTo>
                  <a:pt x="10487025" y="3454"/>
                </a:moveTo>
                <a:lnTo>
                  <a:pt x="10486568" y="2324"/>
                </a:lnTo>
                <a:lnTo>
                  <a:pt x="10484701" y="469"/>
                </a:lnTo>
                <a:lnTo>
                  <a:pt x="10483583" y="0"/>
                </a:lnTo>
                <a:lnTo>
                  <a:pt x="10480954" y="0"/>
                </a:lnTo>
                <a:lnTo>
                  <a:pt x="10479824" y="469"/>
                </a:lnTo>
                <a:lnTo>
                  <a:pt x="10477970" y="2324"/>
                </a:lnTo>
                <a:lnTo>
                  <a:pt x="10477500" y="3454"/>
                </a:lnTo>
                <a:lnTo>
                  <a:pt x="10477500" y="6083"/>
                </a:lnTo>
                <a:lnTo>
                  <a:pt x="10477970" y="7200"/>
                </a:lnTo>
                <a:lnTo>
                  <a:pt x="10479824" y="9067"/>
                </a:lnTo>
                <a:lnTo>
                  <a:pt x="10480954" y="9525"/>
                </a:lnTo>
                <a:lnTo>
                  <a:pt x="10483583" y="9525"/>
                </a:lnTo>
                <a:lnTo>
                  <a:pt x="10484701" y="9067"/>
                </a:lnTo>
                <a:lnTo>
                  <a:pt x="10486568" y="7200"/>
                </a:lnTo>
                <a:lnTo>
                  <a:pt x="10487025" y="6083"/>
                </a:lnTo>
                <a:lnTo>
                  <a:pt x="10487025" y="3454"/>
                </a:lnTo>
                <a:close/>
              </a:path>
              <a:path w="11201400" h="1183005">
                <a:moveTo>
                  <a:pt x="10534650" y="1176528"/>
                </a:moveTo>
                <a:lnTo>
                  <a:pt x="10534193" y="1175410"/>
                </a:lnTo>
                <a:lnTo>
                  <a:pt x="10532326" y="1173543"/>
                </a:lnTo>
                <a:lnTo>
                  <a:pt x="10531208" y="1173086"/>
                </a:lnTo>
                <a:lnTo>
                  <a:pt x="10528579" y="1173086"/>
                </a:lnTo>
                <a:lnTo>
                  <a:pt x="10527449" y="1173543"/>
                </a:lnTo>
                <a:lnTo>
                  <a:pt x="10525595" y="1175410"/>
                </a:lnTo>
                <a:lnTo>
                  <a:pt x="10525125" y="1176528"/>
                </a:lnTo>
                <a:lnTo>
                  <a:pt x="10525125" y="1179156"/>
                </a:lnTo>
                <a:lnTo>
                  <a:pt x="10525595" y="1180287"/>
                </a:lnTo>
                <a:lnTo>
                  <a:pt x="10527449" y="1182141"/>
                </a:lnTo>
                <a:lnTo>
                  <a:pt x="10528579" y="1182611"/>
                </a:lnTo>
                <a:lnTo>
                  <a:pt x="10531208" y="1182611"/>
                </a:lnTo>
                <a:lnTo>
                  <a:pt x="10532326" y="1182141"/>
                </a:lnTo>
                <a:lnTo>
                  <a:pt x="10534193" y="1180287"/>
                </a:lnTo>
                <a:lnTo>
                  <a:pt x="10534650" y="1179156"/>
                </a:lnTo>
                <a:lnTo>
                  <a:pt x="10534650" y="1176528"/>
                </a:lnTo>
                <a:close/>
              </a:path>
              <a:path w="11201400" h="1183005">
                <a:moveTo>
                  <a:pt x="10534650" y="589991"/>
                </a:moveTo>
                <a:lnTo>
                  <a:pt x="10534193" y="588873"/>
                </a:lnTo>
                <a:lnTo>
                  <a:pt x="10532326" y="587006"/>
                </a:lnTo>
                <a:lnTo>
                  <a:pt x="10531208" y="586536"/>
                </a:lnTo>
                <a:lnTo>
                  <a:pt x="10528579" y="586536"/>
                </a:lnTo>
                <a:lnTo>
                  <a:pt x="10527449" y="587006"/>
                </a:lnTo>
                <a:lnTo>
                  <a:pt x="10525595" y="588873"/>
                </a:lnTo>
                <a:lnTo>
                  <a:pt x="10525125" y="589991"/>
                </a:lnTo>
                <a:lnTo>
                  <a:pt x="10525125" y="592620"/>
                </a:lnTo>
                <a:lnTo>
                  <a:pt x="10525595" y="593737"/>
                </a:lnTo>
                <a:lnTo>
                  <a:pt x="10527449" y="595604"/>
                </a:lnTo>
                <a:lnTo>
                  <a:pt x="10528579" y="596061"/>
                </a:lnTo>
                <a:lnTo>
                  <a:pt x="10531208" y="596061"/>
                </a:lnTo>
                <a:lnTo>
                  <a:pt x="10532326" y="595604"/>
                </a:lnTo>
                <a:lnTo>
                  <a:pt x="10534193" y="593737"/>
                </a:lnTo>
                <a:lnTo>
                  <a:pt x="10534650" y="592620"/>
                </a:lnTo>
                <a:lnTo>
                  <a:pt x="10534650" y="589991"/>
                </a:lnTo>
                <a:close/>
              </a:path>
              <a:path w="11201400" h="1183005">
                <a:moveTo>
                  <a:pt x="10534650" y="3454"/>
                </a:moveTo>
                <a:lnTo>
                  <a:pt x="10534193" y="2324"/>
                </a:lnTo>
                <a:lnTo>
                  <a:pt x="10532326" y="469"/>
                </a:lnTo>
                <a:lnTo>
                  <a:pt x="10531208" y="0"/>
                </a:lnTo>
                <a:lnTo>
                  <a:pt x="10528579" y="0"/>
                </a:lnTo>
                <a:lnTo>
                  <a:pt x="10527449" y="469"/>
                </a:lnTo>
                <a:lnTo>
                  <a:pt x="10525595" y="2324"/>
                </a:lnTo>
                <a:lnTo>
                  <a:pt x="10525125" y="3454"/>
                </a:lnTo>
                <a:lnTo>
                  <a:pt x="10525125" y="6083"/>
                </a:lnTo>
                <a:lnTo>
                  <a:pt x="10525595" y="7200"/>
                </a:lnTo>
                <a:lnTo>
                  <a:pt x="10527449" y="9067"/>
                </a:lnTo>
                <a:lnTo>
                  <a:pt x="10528579" y="9525"/>
                </a:lnTo>
                <a:lnTo>
                  <a:pt x="10531208" y="9525"/>
                </a:lnTo>
                <a:lnTo>
                  <a:pt x="10532326" y="9067"/>
                </a:lnTo>
                <a:lnTo>
                  <a:pt x="10534193" y="7200"/>
                </a:lnTo>
                <a:lnTo>
                  <a:pt x="10534650" y="6083"/>
                </a:lnTo>
                <a:lnTo>
                  <a:pt x="10534650" y="3454"/>
                </a:lnTo>
                <a:close/>
              </a:path>
              <a:path w="11201400" h="1183005">
                <a:moveTo>
                  <a:pt x="10582275" y="1176528"/>
                </a:moveTo>
                <a:lnTo>
                  <a:pt x="10581818" y="1175410"/>
                </a:lnTo>
                <a:lnTo>
                  <a:pt x="10579951" y="1173543"/>
                </a:lnTo>
                <a:lnTo>
                  <a:pt x="10578833" y="1173086"/>
                </a:lnTo>
                <a:lnTo>
                  <a:pt x="10576204" y="1173086"/>
                </a:lnTo>
                <a:lnTo>
                  <a:pt x="10575074" y="1173543"/>
                </a:lnTo>
                <a:lnTo>
                  <a:pt x="10573220" y="1175410"/>
                </a:lnTo>
                <a:lnTo>
                  <a:pt x="10572750" y="1176528"/>
                </a:lnTo>
                <a:lnTo>
                  <a:pt x="10572750" y="1179156"/>
                </a:lnTo>
                <a:lnTo>
                  <a:pt x="10573220" y="1180287"/>
                </a:lnTo>
                <a:lnTo>
                  <a:pt x="10575074" y="1182141"/>
                </a:lnTo>
                <a:lnTo>
                  <a:pt x="10576204" y="1182611"/>
                </a:lnTo>
                <a:lnTo>
                  <a:pt x="10578833" y="1182611"/>
                </a:lnTo>
                <a:lnTo>
                  <a:pt x="10579951" y="1182141"/>
                </a:lnTo>
                <a:lnTo>
                  <a:pt x="10581818" y="1180287"/>
                </a:lnTo>
                <a:lnTo>
                  <a:pt x="10582275" y="1179156"/>
                </a:lnTo>
                <a:lnTo>
                  <a:pt x="10582275" y="1176528"/>
                </a:lnTo>
                <a:close/>
              </a:path>
              <a:path w="11201400" h="1183005">
                <a:moveTo>
                  <a:pt x="10582275" y="589991"/>
                </a:moveTo>
                <a:lnTo>
                  <a:pt x="10581818" y="588873"/>
                </a:lnTo>
                <a:lnTo>
                  <a:pt x="10579951" y="587006"/>
                </a:lnTo>
                <a:lnTo>
                  <a:pt x="10578833" y="586536"/>
                </a:lnTo>
                <a:lnTo>
                  <a:pt x="10576204" y="586536"/>
                </a:lnTo>
                <a:lnTo>
                  <a:pt x="10575074" y="587006"/>
                </a:lnTo>
                <a:lnTo>
                  <a:pt x="10573220" y="588873"/>
                </a:lnTo>
                <a:lnTo>
                  <a:pt x="10572750" y="589991"/>
                </a:lnTo>
                <a:lnTo>
                  <a:pt x="10572750" y="592620"/>
                </a:lnTo>
                <a:lnTo>
                  <a:pt x="10573220" y="593737"/>
                </a:lnTo>
                <a:lnTo>
                  <a:pt x="10575074" y="595604"/>
                </a:lnTo>
                <a:lnTo>
                  <a:pt x="10576204" y="596061"/>
                </a:lnTo>
                <a:lnTo>
                  <a:pt x="10578833" y="596061"/>
                </a:lnTo>
                <a:lnTo>
                  <a:pt x="10579951" y="595604"/>
                </a:lnTo>
                <a:lnTo>
                  <a:pt x="10581818" y="593737"/>
                </a:lnTo>
                <a:lnTo>
                  <a:pt x="10582275" y="592620"/>
                </a:lnTo>
                <a:lnTo>
                  <a:pt x="10582275" y="589991"/>
                </a:lnTo>
                <a:close/>
              </a:path>
              <a:path w="11201400" h="1183005">
                <a:moveTo>
                  <a:pt x="10582275" y="3454"/>
                </a:moveTo>
                <a:lnTo>
                  <a:pt x="10581818" y="2324"/>
                </a:lnTo>
                <a:lnTo>
                  <a:pt x="10579951" y="469"/>
                </a:lnTo>
                <a:lnTo>
                  <a:pt x="10578833" y="0"/>
                </a:lnTo>
                <a:lnTo>
                  <a:pt x="10576204" y="0"/>
                </a:lnTo>
                <a:lnTo>
                  <a:pt x="10575074" y="469"/>
                </a:lnTo>
                <a:lnTo>
                  <a:pt x="10573220" y="2324"/>
                </a:lnTo>
                <a:lnTo>
                  <a:pt x="10572750" y="3454"/>
                </a:lnTo>
                <a:lnTo>
                  <a:pt x="10572750" y="6083"/>
                </a:lnTo>
                <a:lnTo>
                  <a:pt x="10573220" y="7200"/>
                </a:lnTo>
                <a:lnTo>
                  <a:pt x="10575074" y="9067"/>
                </a:lnTo>
                <a:lnTo>
                  <a:pt x="10576204" y="9525"/>
                </a:lnTo>
                <a:lnTo>
                  <a:pt x="10578833" y="9525"/>
                </a:lnTo>
                <a:lnTo>
                  <a:pt x="10579951" y="9067"/>
                </a:lnTo>
                <a:lnTo>
                  <a:pt x="10581818" y="7200"/>
                </a:lnTo>
                <a:lnTo>
                  <a:pt x="10582275" y="6083"/>
                </a:lnTo>
                <a:lnTo>
                  <a:pt x="10582275" y="3454"/>
                </a:lnTo>
                <a:close/>
              </a:path>
              <a:path w="11201400" h="1183005">
                <a:moveTo>
                  <a:pt x="10629900" y="1176528"/>
                </a:moveTo>
                <a:lnTo>
                  <a:pt x="10629443" y="1175410"/>
                </a:lnTo>
                <a:lnTo>
                  <a:pt x="10627576" y="1173543"/>
                </a:lnTo>
                <a:lnTo>
                  <a:pt x="10626458" y="1173086"/>
                </a:lnTo>
                <a:lnTo>
                  <a:pt x="10623829" y="1173086"/>
                </a:lnTo>
                <a:lnTo>
                  <a:pt x="10622699" y="1173543"/>
                </a:lnTo>
                <a:lnTo>
                  <a:pt x="10620845" y="1175410"/>
                </a:lnTo>
                <a:lnTo>
                  <a:pt x="10620375" y="1176528"/>
                </a:lnTo>
                <a:lnTo>
                  <a:pt x="10620375" y="1179156"/>
                </a:lnTo>
                <a:lnTo>
                  <a:pt x="10620845" y="1180287"/>
                </a:lnTo>
                <a:lnTo>
                  <a:pt x="10622699" y="1182141"/>
                </a:lnTo>
                <a:lnTo>
                  <a:pt x="10623829" y="1182611"/>
                </a:lnTo>
                <a:lnTo>
                  <a:pt x="10626458" y="1182611"/>
                </a:lnTo>
                <a:lnTo>
                  <a:pt x="10627576" y="1182141"/>
                </a:lnTo>
                <a:lnTo>
                  <a:pt x="10629443" y="1180287"/>
                </a:lnTo>
                <a:lnTo>
                  <a:pt x="10629900" y="1179156"/>
                </a:lnTo>
                <a:lnTo>
                  <a:pt x="10629900" y="1176528"/>
                </a:lnTo>
                <a:close/>
              </a:path>
              <a:path w="11201400" h="1183005">
                <a:moveTo>
                  <a:pt x="10629900" y="589991"/>
                </a:moveTo>
                <a:lnTo>
                  <a:pt x="10629443" y="588873"/>
                </a:lnTo>
                <a:lnTo>
                  <a:pt x="10627576" y="587006"/>
                </a:lnTo>
                <a:lnTo>
                  <a:pt x="10626458" y="586536"/>
                </a:lnTo>
                <a:lnTo>
                  <a:pt x="10623829" y="586536"/>
                </a:lnTo>
                <a:lnTo>
                  <a:pt x="10622699" y="587006"/>
                </a:lnTo>
                <a:lnTo>
                  <a:pt x="10620845" y="588873"/>
                </a:lnTo>
                <a:lnTo>
                  <a:pt x="10620375" y="589991"/>
                </a:lnTo>
                <a:lnTo>
                  <a:pt x="10620375" y="592620"/>
                </a:lnTo>
                <a:lnTo>
                  <a:pt x="10620845" y="593737"/>
                </a:lnTo>
                <a:lnTo>
                  <a:pt x="10622699" y="595604"/>
                </a:lnTo>
                <a:lnTo>
                  <a:pt x="10623829" y="596061"/>
                </a:lnTo>
                <a:lnTo>
                  <a:pt x="10626458" y="596061"/>
                </a:lnTo>
                <a:lnTo>
                  <a:pt x="10627576" y="595604"/>
                </a:lnTo>
                <a:lnTo>
                  <a:pt x="10629443" y="593737"/>
                </a:lnTo>
                <a:lnTo>
                  <a:pt x="10629900" y="592620"/>
                </a:lnTo>
                <a:lnTo>
                  <a:pt x="10629900" y="589991"/>
                </a:lnTo>
                <a:close/>
              </a:path>
              <a:path w="11201400" h="1183005">
                <a:moveTo>
                  <a:pt x="10629900" y="3454"/>
                </a:moveTo>
                <a:lnTo>
                  <a:pt x="10629443" y="2324"/>
                </a:lnTo>
                <a:lnTo>
                  <a:pt x="10627576" y="469"/>
                </a:lnTo>
                <a:lnTo>
                  <a:pt x="10626458" y="0"/>
                </a:lnTo>
                <a:lnTo>
                  <a:pt x="10623829" y="0"/>
                </a:lnTo>
                <a:lnTo>
                  <a:pt x="10622699" y="469"/>
                </a:lnTo>
                <a:lnTo>
                  <a:pt x="10620845" y="2324"/>
                </a:lnTo>
                <a:lnTo>
                  <a:pt x="10620375" y="3454"/>
                </a:lnTo>
                <a:lnTo>
                  <a:pt x="10620375" y="6083"/>
                </a:lnTo>
                <a:lnTo>
                  <a:pt x="10620845" y="7200"/>
                </a:lnTo>
                <a:lnTo>
                  <a:pt x="10622699" y="9067"/>
                </a:lnTo>
                <a:lnTo>
                  <a:pt x="10623829" y="9525"/>
                </a:lnTo>
                <a:lnTo>
                  <a:pt x="10626458" y="9525"/>
                </a:lnTo>
                <a:lnTo>
                  <a:pt x="10627576" y="9067"/>
                </a:lnTo>
                <a:lnTo>
                  <a:pt x="10629443" y="7200"/>
                </a:lnTo>
                <a:lnTo>
                  <a:pt x="10629900" y="6083"/>
                </a:lnTo>
                <a:lnTo>
                  <a:pt x="10629900" y="3454"/>
                </a:lnTo>
                <a:close/>
              </a:path>
              <a:path w="11201400" h="1183005">
                <a:moveTo>
                  <a:pt x="10677525" y="1176528"/>
                </a:moveTo>
                <a:lnTo>
                  <a:pt x="10677068" y="1175410"/>
                </a:lnTo>
                <a:lnTo>
                  <a:pt x="10675201" y="1173543"/>
                </a:lnTo>
                <a:lnTo>
                  <a:pt x="10674083" y="1173086"/>
                </a:lnTo>
                <a:lnTo>
                  <a:pt x="10671454" y="1173086"/>
                </a:lnTo>
                <a:lnTo>
                  <a:pt x="10670324" y="1173543"/>
                </a:lnTo>
                <a:lnTo>
                  <a:pt x="10668470" y="1175410"/>
                </a:lnTo>
                <a:lnTo>
                  <a:pt x="10668000" y="1176528"/>
                </a:lnTo>
                <a:lnTo>
                  <a:pt x="10668000" y="1179156"/>
                </a:lnTo>
                <a:lnTo>
                  <a:pt x="10668470" y="1180287"/>
                </a:lnTo>
                <a:lnTo>
                  <a:pt x="10670324" y="1182141"/>
                </a:lnTo>
                <a:lnTo>
                  <a:pt x="10671454" y="1182611"/>
                </a:lnTo>
                <a:lnTo>
                  <a:pt x="10674083" y="1182611"/>
                </a:lnTo>
                <a:lnTo>
                  <a:pt x="10675201" y="1182141"/>
                </a:lnTo>
                <a:lnTo>
                  <a:pt x="10677068" y="1180287"/>
                </a:lnTo>
                <a:lnTo>
                  <a:pt x="10677525" y="1179156"/>
                </a:lnTo>
                <a:lnTo>
                  <a:pt x="10677525" y="1176528"/>
                </a:lnTo>
                <a:close/>
              </a:path>
              <a:path w="11201400" h="1183005">
                <a:moveTo>
                  <a:pt x="10677525" y="589991"/>
                </a:moveTo>
                <a:lnTo>
                  <a:pt x="10677068" y="588873"/>
                </a:lnTo>
                <a:lnTo>
                  <a:pt x="10675201" y="587006"/>
                </a:lnTo>
                <a:lnTo>
                  <a:pt x="10674083" y="586536"/>
                </a:lnTo>
                <a:lnTo>
                  <a:pt x="10671454" y="586536"/>
                </a:lnTo>
                <a:lnTo>
                  <a:pt x="10670324" y="587006"/>
                </a:lnTo>
                <a:lnTo>
                  <a:pt x="10668470" y="588873"/>
                </a:lnTo>
                <a:lnTo>
                  <a:pt x="10668000" y="589991"/>
                </a:lnTo>
                <a:lnTo>
                  <a:pt x="10668000" y="592620"/>
                </a:lnTo>
                <a:lnTo>
                  <a:pt x="10668470" y="593737"/>
                </a:lnTo>
                <a:lnTo>
                  <a:pt x="10670324" y="595604"/>
                </a:lnTo>
                <a:lnTo>
                  <a:pt x="10671454" y="596061"/>
                </a:lnTo>
                <a:lnTo>
                  <a:pt x="10674083" y="596061"/>
                </a:lnTo>
                <a:lnTo>
                  <a:pt x="10675201" y="595604"/>
                </a:lnTo>
                <a:lnTo>
                  <a:pt x="10677068" y="593737"/>
                </a:lnTo>
                <a:lnTo>
                  <a:pt x="10677525" y="592620"/>
                </a:lnTo>
                <a:lnTo>
                  <a:pt x="10677525" y="589991"/>
                </a:lnTo>
                <a:close/>
              </a:path>
              <a:path w="11201400" h="1183005">
                <a:moveTo>
                  <a:pt x="10677525" y="3454"/>
                </a:moveTo>
                <a:lnTo>
                  <a:pt x="10677068" y="2324"/>
                </a:lnTo>
                <a:lnTo>
                  <a:pt x="10675201" y="469"/>
                </a:lnTo>
                <a:lnTo>
                  <a:pt x="10674083" y="0"/>
                </a:lnTo>
                <a:lnTo>
                  <a:pt x="10671454" y="0"/>
                </a:lnTo>
                <a:lnTo>
                  <a:pt x="10670324" y="469"/>
                </a:lnTo>
                <a:lnTo>
                  <a:pt x="10668470" y="2324"/>
                </a:lnTo>
                <a:lnTo>
                  <a:pt x="10668000" y="3454"/>
                </a:lnTo>
                <a:lnTo>
                  <a:pt x="10668000" y="6083"/>
                </a:lnTo>
                <a:lnTo>
                  <a:pt x="10668470" y="7200"/>
                </a:lnTo>
                <a:lnTo>
                  <a:pt x="10670324" y="9067"/>
                </a:lnTo>
                <a:lnTo>
                  <a:pt x="10671454" y="9525"/>
                </a:lnTo>
                <a:lnTo>
                  <a:pt x="10674083" y="9525"/>
                </a:lnTo>
                <a:lnTo>
                  <a:pt x="10675201" y="9067"/>
                </a:lnTo>
                <a:lnTo>
                  <a:pt x="10677068" y="7200"/>
                </a:lnTo>
                <a:lnTo>
                  <a:pt x="10677525" y="6083"/>
                </a:lnTo>
                <a:lnTo>
                  <a:pt x="10677525" y="3454"/>
                </a:lnTo>
                <a:close/>
              </a:path>
              <a:path w="11201400" h="1183005">
                <a:moveTo>
                  <a:pt x="10725150" y="1176528"/>
                </a:moveTo>
                <a:lnTo>
                  <a:pt x="10724693" y="1175410"/>
                </a:lnTo>
                <a:lnTo>
                  <a:pt x="10722826" y="1173543"/>
                </a:lnTo>
                <a:lnTo>
                  <a:pt x="10721708" y="1173086"/>
                </a:lnTo>
                <a:lnTo>
                  <a:pt x="10719079" y="1173086"/>
                </a:lnTo>
                <a:lnTo>
                  <a:pt x="10717949" y="1173543"/>
                </a:lnTo>
                <a:lnTo>
                  <a:pt x="10716095" y="1175410"/>
                </a:lnTo>
                <a:lnTo>
                  <a:pt x="10715625" y="1176528"/>
                </a:lnTo>
                <a:lnTo>
                  <a:pt x="10715625" y="1179156"/>
                </a:lnTo>
                <a:lnTo>
                  <a:pt x="10716095" y="1180287"/>
                </a:lnTo>
                <a:lnTo>
                  <a:pt x="10717949" y="1182141"/>
                </a:lnTo>
                <a:lnTo>
                  <a:pt x="10719079" y="1182611"/>
                </a:lnTo>
                <a:lnTo>
                  <a:pt x="10721708" y="1182611"/>
                </a:lnTo>
                <a:lnTo>
                  <a:pt x="10722826" y="1182141"/>
                </a:lnTo>
                <a:lnTo>
                  <a:pt x="10724693" y="1180287"/>
                </a:lnTo>
                <a:lnTo>
                  <a:pt x="10725150" y="1179156"/>
                </a:lnTo>
                <a:lnTo>
                  <a:pt x="10725150" y="1176528"/>
                </a:lnTo>
                <a:close/>
              </a:path>
              <a:path w="11201400" h="1183005">
                <a:moveTo>
                  <a:pt x="10725150" y="589991"/>
                </a:moveTo>
                <a:lnTo>
                  <a:pt x="10724693" y="588873"/>
                </a:lnTo>
                <a:lnTo>
                  <a:pt x="10722826" y="587006"/>
                </a:lnTo>
                <a:lnTo>
                  <a:pt x="10721708" y="586536"/>
                </a:lnTo>
                <a:lnTo>
                  <a:pt x="10719079" y="586536"/>
                </a:lnTo>
                <a:lnTo>
                  <a:pt x="10717949" y="587006"/>
                </a:lnTo>
                <a:lnTo>
                  <a:pt x="10716095" y="588873"/>
                </a:lnTo>
                <a:lnTo>
                  <a:pt x="10715625" y="589991"/>
                </a:lnTo>
                <a:lnTo>
                  <a:pt x="10715625" y="592620"/>
                </a:lnTo>
                <a:lnTo>
                  <a:pt x="10716095" y="593737"/>
                </a:lnTo>
                <a:lnTo>
                  <a:pt x="10717949" y="595604"/>
                </a:lnTo>
                <a:lnTo>
                  <a:pt x="10719079" y="596061"/>
                </a:lnTo>
                <a:lnTo>
                  <a:pt x="10721708" y="596061"/>
                </a:lnTo>
                <a:lnTo>
                  <a:pt x="10722826" y="595604"/>
                </a:lnTo>
                <a:lnTo>
                  <a:pt x="10724693" y="593737"/>
                </a:lnTo>
                <a:lnTo>
                  <a:pt x="10725150" y="592620"/>
                </a:lnTo>
                <a:lnTo>
                  <a:pt x="10725150" y="589991"/>
                </a:lnTo>
                <a:close/>
              </a:path>
              <a:path w="11201400" h="1183005">
                <a:moveTo>
                  <a:pt x="10725150" y="3454"/>
                </a:moveTo>
                <a:lnTo>
                  <a:pt x="10724693" y="2324"/>
                </a:lnTo>
                <a:lnTo>
                  <a:pt x="10722826" y="469"/>
                </a:lnTo>
                <a:lnTo>
                  <a:pt x="10721708" y="0"/>
                </a:lnTo>
                <a:lnTo>
                  <a:pt x="10719079" y="0"/>
                </a:lnTo>
                <a:lnTo>
                  <a:pt x="10717949" y="469"/>
                </a:lnTo>
                <a:lnTo>
                  <a:pt x="10716095" y="2324"/>
                </a:lnTo>
                <a:lnTo>
                  <a:pt x="10715625" y="3454"/>
                </a:lnTo>
                <a:lnTo>
                  <a:pt x="10715625" y="6083"/>
                </a:lnTo>
                <a:lnTo>
                  <a:pt x="10716095" y="7200"/>
                </a:lnTo>
                <a:lnTo>
                  <a:pt x="10717949" y="9067"/>
                </a:lnTo>
                <a:lnTo>
                  <a:pt x="10719079" y="9525"/>
                </a:lnTo>
                <a:lnTo>
                  <a:pt x="10721708" y="9525"/>
                </a:lnTo>
                <a:lnTo>
                  <a:pt x="10722826" y="9067"/>
                </a:lnTo>
                <a:lnTo>
                  <a:pt x="10724693" y="7200"/>
                </a:lnTo>
                <a:lnTo>
                  <a:pt x="10725150" y="6083"/>
                </a:lnTo>
                <a:lnTo>
                  <a:pt x="10725150" y="3454"/>
                </a:lnTo>
                <a:close/>
              </a:path>
              <a:path w="11201400" h="1183005">
                <a:moveTo>
                  <a:pt x="10772775" y="1176528"/>
                </a:moveTo>
                <a:lnTo>
                  <a:pt x="10772318" y="1175410"/>
                </a:lnTo>
                <a:lnTo>
                  <a:pt x="10770451" y="1173543"/>
                </a:lnTo>
                <a:lnTo>
                  <a:pt x="10769333" y="1173086"/>
                </a:lnTo>
                <a:lnTo>
                  <a:pt x="10766704" y="1173086"/>
                </a:lnTo>
                <a:lnTo>
                  <a:pt x="10765574" y="1173543"/>
                </a:lnTo>
                <a:lnTo>
                  <a:pt x="10763720" y="1175410"/>
                </a:lnTo>
                <a:lnTo>
                  <a:pt x="10763250" y="1176528"/>
                </a:lnTo>
                <a:lnTo>
                  <a:pt x="10763250" y="1179156"/>
                </a:lnTo>
                <a:lnTo>
                  <a:pt x="10763720" y="1180287"/>
                </a:lnTo>
                <a:lnTo>
                  <a:pt x="10765574" y="1182141"/>
                </a:lnTo>
                <a:lnTo>
                  <a:pt x="10766704" y="1182611"/>
                </a:lnTo>
                <a:lnTo>
                  <a:pt x="10769333" y="1182611"/>
                </a:lnTo>
                <a:lnTo>
                  <a:pt x="10770451" y="1182141"/>
                </a:lnTo>
                <a:lnTo>
                  <a:pt x="10772318" y="1180287"/>
                </a:lnTo>
                <a:lnTo>
                  <a:pt x="10772775" y="1179156"/>
                </a:lnTo>
                <a:lnTo>
                  <a:pt x="10772775" y="1176528"/>
                </a:lnTo>
                <a:close/>
              </a:path>
              <a:path w="11201400" h="1183005">
                <a:moveTo>
                  <a:pt x="10772775" y="589991"/>
                </a:moveTo>
                <a:lnTo>
                  <a:pt x="10772318" y="588873"/>
                </a:lnTo>
                <a:lnTo>
                  <a:pt x="10770451" y="587006"/>
                </a:lnTo>
                <a:lnTo>
                  <a:pt x="10769333" y="586536"/>
                </a:lnTo>
                <a:lnTo>
                  <a:pt x="10766704" y="586536"/>
                </a:lnTo>
                <a:lnTo>
                  <a:pt x="10765574" y="587006"/>
                </a:lnTo>
                <a:lnTo>
                  <a:pt x="10763720" y="588873"/>
                </a:lnTo>
                <a:lnTo>
                  <a:pt x="10763250" y="589991"/>
                </a:lnTo>
                <a:lnTo>
                  <a:pt x="10763250" y="592620"/>
                </a:lnTo>
                <a:lnTo>
                  <a:pt x="10763720" y="593737"/>
                </a:lnTo>
                <a:lnTo>
                  <a:pt x="10765574" y="595604"/>
                </a:lnTo>
                <a:lnTo>
                  <a:pt x="10766704" y="596061"/>
                </a:lnTo>
                <a:lnTo>
                  <a:pt x="10769333" y="596061"/>
                </a:lnTo>
                <a:lnTo>
                  <a:pt x="10770451" y="595604"/>
                </a:lnTo>
                <a:lnTo>
                  <a:pt x="10772318" y="593737"/>
                </a:lnTo>
                <a:lnTo>
                  <a:pt x="10772775" y="592620"/>
                </a:lnTo>
                <a:lnTo>
                  <a:pt x="10772775" y="589991"/>
                </a:lnTo>
                <a:close/>
              </a:path>
              <a:path w="11201400" h="1183005">
                <a:moveTo>
                  <a:pt x="10772775" y="3454"/>
                </a:moveTo>
                <a:lnTo>
                  <a:pt x="10772318" y="2324"/>
                </a:lnTo>
                <a:lnTo>
                  <a:pt x="10770451" y="469"/>
                </a:lnTo>
                <a:lnTo>
                  <a:pt x="10769333" y="0"/>
                </a:lnTo>
                <a:lnTo>
                  <a:pt x="10766704" y="0"/>
                </a:lnTo>
                <a:lnTo>
                  <a:pt x="10765574" y="469"/>
                </a:lnTo>
                <a:lnTo>
                  <a:pt x="10763720" y="2324"/>
                </a:lnTo>
                <a:lnTo>
                  <a:pt x="10763250" y="3454"/>
                </a:lnTo>
                <a:lnTo>
                  <a:pt x="10763250" y="6083"/>
                </a:lnTo>
                <a:lnTo>
                  <a:pt x="10763720" y="7200"/>
                </a:lnTo>
                <a:lnTo>
                  <a:pt x="10765574" y="9067"/>
                </a:lnTo>
                <a:lnTo>
                  <a:pt x="10766704" y="9525"/>
                </a:lnTo>
                <a:lnTo>
                  <a:pt x="10769333" y="9525"/>
                </a:lnTo>
                <a:lnTo>
                  <a:pt x="10770451" y="9067"/>
                </a:lnTo>
                <a:lnTo>
                  <a:pt x="10772318" y="7200"/>
                </a:lnTo>
                <a:lnTo>
                  <a:pt x="10772775" y="6083"/>
                </a:lnTo>
                <a:lnTo>
                  <a:pt x="10772775" y="3454"/>
                </a:lnTo>
                <a:close/>
              </a:path>
              <a:path w="11201400" h="1183005">
                <a:moveTo>
                  <a:pt x="10820400" y="1176528"/>
                </a:moveTo>
                <a:lnTo>
                  <a:pt x="10819943" y="1175410"/>
                </a:lnTo>
                <a:lnTo>
                  <a:pt x="10818076" y="1173543"/>
                </a:lnTo>
                <a:lnTo>
                  <a:pt x="10816958" y="1173086"/>
                </a:lnTo>
                <a:lnTo>
                  <a:pt x="10814329" y="1173086"/>
                </a:lnTo>
                <a:lnTo>
                  <a:pt x="10813199" y="1173543"/>
                </a:lnTo>
                <a:lnTo>
                  <a:pt x="10811345" y="1175410"/>
                </a:lnTo>
                <a:lnTo>
                  <a:pt x="10810875" y="1176528"/>
                </a:lnTo>
                <a:lnTo>
                  <a:pt x="10810875" y="1179156"/>
                </a:lnTo>
                <a:lnTo>
                  <a:pt x="10811345" y="1180287"/>
                </a:lnTo>
                <a:lnTo>
                  <a:pt x="10813199" y="1182141"/>
                </a:lnTo>
                <a:lnTo>
                  <a:pt x="10814329" y="1182611"/>
                </a:lnTo>
                <a:lnTo>
                  <a:pt x="10816958" y="1182611"/>
                </a:lnTo>
                <a:lnTo>
                  <a:pt x="10818076" y="1182141"/>
                </a:lnTo>
                <a:lnTo>
                  <a:pt x="10819943" y="1180287"/>
                </a:lnTo>
                <a:lnTo>
                  <a:pt x="10820400" y="1179156"/>
                </a:lnTo>
                <a:lnTo>
                  <a:pt x="10820400" y="1176528"/>
                </a:lnTo>
                <a:close/>
              </a:path>
              <a:path w="11201400" h="1183005">
                <a:moveTo>
                  <a:pt x="10820400" y="589991"/>
                </a:moveTo>
                <a:lnTo>
                  <a:pt x="10819943" y="588873"/>
                </a:lnTo>
                <a:lnTo>
                  <a:pt x="10818076" y="587006"/>
                </a:lnTo>
                <a:lnTo>
                  <a:pt x="10816958" y="586536"/>
                </a:lnTo>
                <a:lnTo>
                  <a:pt x="10814329" y="586536"/>
                </a:lnTo>
                <a:lnTo>
                  <a:pt x="10813199" y="587006"/>
                </a:lnTo>
                <a:lnTo>
                  <a:pt x="10811345" y="588873"/>
                </a:lnTo>
                <a:lnTo>
                  <a:pt x="10810875" y="589991"/>
                </a:lnTo>
                <a:lnTo>
                  <a:pt x="10810875" y="592620"/>
                </a:lnTo>
                <a:lnTo>
                  <a:pt x="10811345" y="593737"/>
                </a:lnTo>
                <a:lnTo>
                  <a:pt x="10813199" y="595604"/>
                </a:lnTo>
                <a:lnTo>
                  <a:pt x="10814329" y="596061"/>
                </a:lnTo>
                <a:lnTo>
                  <a:pt x="10816958" y="596061"/>
                </a:lnTo>
                <a:lnTo>
                  <a:pt x="10818076" y="595604"/>
                </a:lnTo>
                <a:lnTo>
                  <a:pt x="10819943" y="593737"/>
                </a:lnTo>
                <a:lnTo>
                  <a:pt x="10820400" y="592620"/>
                </a:lnTo>
                <a:lnTo>
                  <a:pt x="10820400" y="589991"/>
                </a:lnTo>
                <a:close/>
              </a:path>
              <a:path w="11201400" h="1183005">
                <a:moveTo>
                  <a:pt x="10820400" y="3454"/>
                </a:moveTo>
                <a:lnTo>
                  <a:pt x="10819943" y="2324"/>
                </a:lnTo>
                <a:lnTo>
                  <a:pt x="10818076" y="469"/>
                </a:lnTo>
                <a:lnTo>
                  <a:pt x="10816958" y="0"/>
                </a:lnTo>
                <a:lnTo>
                  <a:pt x="10814329" y="0"/>
                </a:lnTo>
                <a:lnTo>
                  <a:pt x="10813199" y="469"/>
                </a:lnTo>
                <a:lnTo>
                  <a:pt x="10811345" y="2324"/>
                </a:lnTo>
                <a:lnTo>
                  <a:pt x="10810875" y="3454"/>
                </a:lnTo>
                <a:lnTo>
                  <a:pt x="10810875" y="6083"/>
                </a:lnTo>
                <a:lnTo>
                  <a:pt x="10811345" y="7200"/>
                </a:lnTo>
                <a:lnTo>
                  <a:pt x="10813199" y="9067"/>
                </a:lnTo>
                <a:lnTo>
                  <a:pt x="10814329" y="9525"/>
                </a:lnTo>
                <a:lnTo>
                  <a:pt x="10816958" y="9525"/>
                </a:lnTo>
                <a:lnTo>
                  <a:pt x="10818076" y="9067"/>
                </a:lnTo>
                <a:lnTo>
                  <a:pt x="10819943" y="7200"/>
                </a:lnTo>
                <a:lnTo>
                  <a:pt x="10820400" y="6083"/>
                </a:lnTo>
                <a:lnTo>
                  <a:pt x="10820400" y="3454"/>
                </a:lnTo>
                <a:close/>
              </a:path>
              <a:path w="11201400" h="1183005">
                <a:moveTo>
                  <a:pt x="10868025" y="1176528"/>
                </a:moveTo>
                <a:lnTo>
                  <a:pt x="10867568" y="1175410"/>
                </a:lnTo>
                <a:lnTo>
                  <a:pt x="10865701" y="1173543"/>
                </a:lnTo>
                <a:lnTo>
                  <a:pt x="10864583" y="1173086"/>
                </a:lnTo>
                <a:lnTo>
                  <a:pt x="10861954" y="1173086"/>
                </a:lnTo>
                <a:lnTo>
                  <a:pt x="10860824" y="1173543"/>
                </a:lnTo>
                <a:lnTo>
                  <a:pt x="10858970" y="1175410"/>
                </a:lnTo>
                <a:lnTo>
                  <a:pt x="10858500" y="1176528"/>
                </a:lnTo>
                <a:lnTo>
                  <a:pt x="10858500" y="1179156"/>
                </a:lnTo>
                <a:lnTo>
                  <a:pt x="10858970" y="1180287"/>
                </a:lnTo>
                <a:lnTo>
                  <a:pt x="10860824" y="1182141"/>
                </a:lnTo>
                <a:lnTo>
                  <a:pt x="10861954" y="1182611"/>
                </a:lnTo>
                <a:lnTo>
                  <a:pt x="10864583" y="1182611"/>
                </a:lnTo>
                <a:lnTo>
                  <a:pt x="10865701" y="1182141"/>
                </a:lnTo>
                <a:lnTo>
                  <a:pt x="10867568" y="1180287"/>
                </a:lnTo>
                <a:lnTo>
                  <a:pt x="10868025" y="1179156"/>
                </a:lnTo>
                <a:lnTo>
                  <a:pt x="10868025" y="1176528"/>
                </a:lnTo>
                <a:close/>
              </a:path>
              <a:path w="11201400" h="1183005">
                <a:moveTo>
                  <a:pt x="10868025" y="589991"/>
                </a:moveTo>
                <a:lnTo>
                  <a:pt x="10867568" y="588873"/>
                </a:lnTo>
                <a:lnTo>
                  <a:pt x="10865701" y="587006"/>
                </a:lnTo>
                <a:lnTo>
                  <a:pt x="10864583" y="586536"/>
                </a:lnTo>
                <a:lnTo>
                  <a:pt x="10861954" y="586536"/>
                </a:lnTo>
                <a:lnTo>
                  <a:pt x="10860824" y="587006"/>
                </a:lnTo>
                <a:lnTo>
                  <a:pt x="10858970" y="588873"/>
                </a:lnTo>
                <a:lnTo>
                  <a:pt x="10858500" y="589991"/>
                </a:lnTo>
                <a:lnTo>
                  <a:pt x="10858500" y="592620"/>
                </a:lnTo>
                <a:lnTo>
                  <a:pt x="10858970" y="593737"/>
                </a:lnTo>
                <a:lnTo>
                  <a:pt x="10860824" y="595604"/>
                </a:lnTo>
                <a:lnTo>
                  <a:pt x="10861954" y="596061"/>
                </a:lnTo>
                <a:lnTo>
                  <a:pt x="10864583" y="596061"/>
                </a:lnTo>
                <a:lnTo>
                  <a:pt x="10865701" y="595604"/>
                </a:lnTo>
                <a:lnTo>
                  <a:pt x="10867568" y="593737"/>
                </a:lnTo>
                <a:lnTo>
                  <a:pt x="10868025" y="592620"/>
                </a:lnTo>
                <a:lnTo>
                  <a:pt x="10868025" y="589991"/>
                </a:lnTo>
                <a:close/>
              </a:path>
              <a:path w="11201400" h="1183005">
                <a:moveTo>
                  <a:pt x="10868025" y="3454"/>
                </a:moveTo>
                <a:lnTo>
                  <a:pt x="10867568" y="2324"/>
                </a:lnTo>
                <a:lnTo>
                  <a:pt x="10865701" y="469"/>
                </a:lnTo>
                <a:lnTo>
                  <a:pt x="10864583" y="0"/>
                </a:lnTo>
                <a:lnTo>
                  <a:pt x="10861954" y="0"/>
                </a:lnTo>
                <a:lnTo>
                  <a:pt x="10860824" y="469"/>
                </a:lnTo>
                <a:lnTo>
                  <a:pt x="10858970" y="2324"/>
                </a:lnTo>
                <a:lnTo>
                  <a:pt x="10858500" y="3454"/>
                </a:lnTo>
                <a:lnTo>
                  <a:pt x="10858500" y="6083"/>
                </a:lnTo>
                <a:lnTo>
                  <a:pt x="10858970" y="7200"/>
                </a:lnTo>
                <a:lnTo>
                  <a:pt x="10860824" y="9067"/>
                </a:lnTo>
                <a:lnTo>
                  <a:pt x="10861954" y="9525"/>
                </a:lnTo>
                <a:lnTo>
                  <a:pt x="10864583" y="9525"/>
                </a:lnTo>
                <a:lnTo>
                  <a:pt x="10865701" y="9067"/>
                </a:lnTo>
                <a:lnTo>
                  <a:pt x="10867568" y="7200"/>
                </a:lnTo>
                <a:lnTo>
                  <a:pt x="10868025" y="6083"/>
                </a:lnTo>
                <a:lnTo>
                  <a:pt x="10868025" y="3454"/>
                </a:lnTo>
                <a:close/>
              </a:path>
              <a:path w="11201400" h="1183005">
                <a:moveTo>
                  <a:pt x="10915650" y="1176528"/>
                </a:moveTo>
                <a:lnTo>
                  <a:pt x="10915193" y="1175410"/>
                </a:lnTo>
                <a:lnTo>
                  <a:pt x="10913326" y="1173543"/>
                </a:lnTo>
                <a:lnTo>
                  <a:pt x="10912208" y="1173086"/>
                </a:lnTo>
                <a:lnTo>
                  <a:pt x="10909579" y="1173086"/>
                </a:lnTo>
                <a:lnTo>
                  <a:pt x="10908449" y="1173543"/>
                </a:lnTo>
                <a:lnTo>
                  <a:pt x="10906595" y="1175410"/>
                </a:lnTo>
                <a:lnTo>
                  <a:pt x="10906125" y="1176528"/>
                </a:lnTo>
                <a:lnTo>
                  <a:pt x="10906125" y="1179156"/>
                </a:lnTo>
                <a:lnTo>
                  <a:pt x="10906595" y="1180287"/>
                </a:lnTo>
                <a:lnTo>
                  <a:pt x="10908449" y="1182141"/>
                </a:lnTo>
                <a:lnTo>
                  <a:pt x="10909579" y="1182611"/>
                </a:lnTo>
                <a:lnTo>
                  <a:pt x="10912208" y="1182611"/>
                </a:lnTo>
                <a:lnTo>
                  <a:pt x="10913326" y="1182141"/>
                </a:lnTo>
                <a:lnTo>
                  <a:pt x="10915193" y="1180287"/>
                </a:lnTo>
                <a:lnTo>
                  <a:pt x="10915650" y="1179156"/>
                </a:lnTo>
                <a:lnTo>
                  <a:pt x="10915650" y="1176528"/>
                </a:lnTo>
                <a:close/>
              </a:path>
              <a:path w="11201400" h="1183005">
                <a:moveTo>
                  <a:pt x="10915650" y="589991"/>
                </a:moveTo>
                <a:lnTo>
                  <a:pt x="10915193" y="588873"/>
                </a:lnTo>
                <a:lnTo>
                  <a:pt x="10913326" y="587006"/>
                </a:lnTo>
                <a:lnTo>
                  <a:pt x="10912208" y="586536"/>
                </a:lnTo>
                <a:lnTo>
                  <a:pt x="10909579" y="586536"/>
                </a:lnTo>
                <a:lnTo>
                  <a:pt x="10908449" y="587006"/>
                </a:lnTo>
                <a:lnTo>
                  <a:pt x="10906595" y="588873"/>
                </a:lnTo>
                <a:lnTo>
                  <a:pt x="10906125" y="589991"/>
                </a:lnTo>
                <a:lnTo>
                  <a:pt x="10906125" y="592620"/>
                </a:lnTo>
                <a:lnTo>
                  <a:pt x="10906595" y="593737"/>
                </a:lnTo>
                <a:lnTo>
                  <a:pt x="10908449" y="595604"/>
                </a:lnTo>
                <a:lnTo>
                  <a:pt x="10909579" y="596061"/>
                </a:lnTo>
                <a:lnTo>
                  <a:pt x="10912208" y="596061"/>
                </a:lnTo>
                <a:lnTo>
                  <a:pt x="10913326" y="595604"/>
                </a:lnTo>
                <a:lnTo>
                  <a:pt x="10915193" y="593737"/>
                </a:lnTo>
                <a:lnTo>
                  <a:pt x="10915650" y="592620"/>
                </a:lnTo>
                <a:lnTo>
                  <a:pt x="10915650" y="589991"/>
                </a:lnTo>
                <a:close/>
              </a:path>
              <a:path w="11201400" h="1183005">
                <a:moveTo>
                  <a:pt x="10915650" y="3454"/>
                </a:moveTo>
                <a:lnTo>
                  <a:pt x="10915193" y="2324"/>
                </a:lnTo>
                <a:lnTo>
                  <a:pt x="10913326" y="469"/>
                </a:lnTo>
                <a:lnTo>
                  <a:pt x="10912208" y="0"/>
                </a:lnTo>
                <a:lnTo>
                  <a:pt x="10909579" y="0"/>
                </a:lnTo>
                <a:lnTo>
                  <a:pt x="10908449" y="469"/>
                </a:lnTo>
                <a:lnTo>
                  <a:pt x="10906595" y="2324"/>
                </a:lnTo>
                <a:lnTo>
                  <a:pt x="10906125" y="3454"/>
                </a:lnTo>
                <a:lnTo>
                  <a:pt x="10906125" y="6083"/>
                </a:lnTo>
                <a:lnTo>
                  <a:pt x="10906595" y="7200"/>
                </a:lnTo>
                <a:lnTo>
                  <a:pt x="10908449" y="9067"/>
                </a:lnTo>
                <a:lnTo>
                  <a:pt x="10909579" y="9525"/>
                </a:lnTo>
                <a:lnTo>
                  <a:pt x="10912208" y="9525"/>
                </a:lnTo>
                <a:lnTo>
                  <a:pt x="10913326" y="9067"/>
                </a:lnTo>
                <a:lnTo>
                  <a:pt x="10915193" y="7200"/>
                </a:lnTo>
                <a:lnTo>
                  <a:pt x="10915650" y="6083"/>
                </a:lnTo>
                <a:lnTo>
                  <a:pt x="10915650" y="3454"/>
                </a:lnTo>
                <a:close/>
              </a:path>
              <a:path w="11201400" h="1183005">
                <a:moveTo>
                  <a:pt x="10963275" y="1176528"/>
                </a:moveTo>
                <a:lnTo>
                  <a:pt x="10962818" y="1175410"/>
                </a:lnTo>
                <a:lnTo>
                  <a:pt x="10960951" y="1173543"/>
                </a:lnTo>
                <a:lnTo>
                  <a:pt x="10959833" y="1173086"/>
                </a:lnTo>
                <a:lnTo>
                  <a:pt x="10957204" y="1173086"/>
                </a:lnTo>
                <a:lnTo>
                  <a:pt x="10956074" y="1173543"/>
                </a:lnTo>
                <a:lnTo>
                  <a:pt x="10954220" y="1175410"/>
                </a:lnTo>
                <a:lnTo>
                  <a:pt x="10953750" y="1176528"/>
                </a:lnTo>
                <a:lnTo>
                  <a:pt x="10953750" y="1179156"/>
                </a:lnTo>
                <a:lnTo>
                  <a:pt x="10954220" y="1180287"/>
                </a:lnTo>
                <a:lnTo>
                  <a:pt x="10956074" y="1182141"/>
                </a:lnTo>
                <a:lnTo>
                  <a:pt x="10957204" y="1182611"/>
                </a:lnTo>
                <a:lnTo>
                  <a:pt x="10959833" y="1182611"/>
                </a:lnTo>
                <a:lnTo>
                  <a:pt x="10960951" y="1182141"/>
                </a:lnTo>
                <a:lnTo>
                  <a:pt x="10962818" y="1180287"/>
                </a:lnTo>
                <a:lnTo>
                  <a:pt x="10963275" y="1179156"/>
                </a:lnTo>
                <a:lnTo>
                  <a:pt x="10963275" y="1176528"/>
                </a:lnTo>
                <a:close/>
              </a:path>
              <a:path w="11201400" h="1183005">
                <a:moveTo>
                  <a:pt x="10963275" y="589991"/>
                </a:moveTo>
                <a:lnTo>
                  <a:pt x="10962818" y="588873"/>
                </a:lnTo>
                <a:lnTo>
                  <a:pt x="10960951" y="587006"/>
                </a:lnTo>
                <a:lnTo>
                  <a:pt x="10959833" y="586536"/>
                </a:lnTo>
                <a:lnTo>
                  <a:pt x="10957204" y="586536"/>
                </a:lnTo>
                <a:lnTo>
                  <a:pt x="10956074" y="587006"/>
                </a:lnTo>
                <a:lnTo>
                  <a:pt x="10954220" y="588873"/>
                </a:lnTo>
                <a:lnTo>
                  <a:pt x="10953750" y="589991"/>
                </a:lnTo>
                <a:lnTo>
                  <a:pt x="10953750" y="592620"/>
                </a:lnTo>
                <a:lnTo>
                  <a:pt x="10954220" y="593737"/>
                </a:lnTo>
                <a:lnTo>
                  <a:pt x="10956074" y="595604"/>
                </a:lnTo>
                <a:lnTo>
                  <a:pt x="10957204" y="596061"/>
                </a:lnTo>
                <a:lnTo>
                  <a:pt x="10959833" y="596061"/>
                </a:lnTo>
                <a:lnTo>
                  <a:pt x="10960951" y="595604"/>
                </a:lnTo>
                <a:lnTo>
                  <a:pt x="10962818" y="593737"/>
                </a:lnTo>
                <a:lnTo>
                  <a:pt x="10963275" y="592620"/>
                </a:lnTo>
                <a:lnTo>
                  <a:pt x="10963275" y="589991"/>
                </a:lnTo>
                <a:close/>
              </a:path>
              <a:path w="11201400" h="1183005">
                <a:moveTo>
                  <a:pt x="10963275" y="3454"/>
                </a:moveTo>
                <a:lnTo>
                  <a:pt x="10962818" y="2324"/>
                </a:lnTo>
                <a:lnTo>
                  <a:pt x="10960951" y="469"/>
                </a:lnTo>
                <a:lnTo>
                  <a:pt x="10959833" y="0"/>
                </a:lnTo>
                <a:lnTo>
                  <a:pt x="10957204" y="0"/>
                </a:lnTo>
                <a:lnTo>
                  <a:pt x="10956074" y="469"/>
                </a:lnTo>
                <a:lnTo>
                  <a:pt x="10954220" y="2324"/>
                </a:lnTo>
                <a:lnTo>
                  <a:pt x="10953750" y="3454"/>
                </a:lnTo>
                <a:lnTo>
                  <a:pt x="10953750" y="6083"/>
                </a:lnTo>
                <a:lnTo>
                  <a:pt x="10954220" y="7200"/>
                </a:lnTo>
                <a:lnTo>
                  <a:pt x="10956074" y="9067"/>
                </a:lnTo>
                <a:lnTo>
                  <a:pt x="10957204" y="9525"/>
                </a:lnTo>
                <a:lnTo>
                  <a:pt x="10959833" y="9525"/>
                </a:lnTo>
                <a:lnTo>
                  <a:pt x="10960951" y="9067"/>
                </a:lnTo>
                <a:lnTo>
                  <a:pt x="10962818" y="7200"/>
                </a:lnTo>
                <a:lnTo>
                  <a:pt x="10963275" y="6083"/>
                </a:lnTo>
                <a:lnTo>
                  <a:pt x="10963275" y="3454"/>
                </a:lnTo>
                <a:close/>
              </a:path>
              <a:path w="11201400" h="1183005">
                <a:moveTo>
                  <a:pt x="11010900" y="1176528"/>
                </a:moveTo>
                <a:lnTo>
                  <a:pt x="11010443" y="1175410"/>
                </a:lnTo>
                <a:lnTo>
                  <a:pt x="11008576" y="1173543"/>
                </a:lnTo>
                <a:lnTo>
                  <a:pt x="11007458" y="1173086"/>
                </a:lnTo>
                <a:lnTo>
                  <a:pt x="11004829" y="1173086"/>
                </a:lnTo>
                <a:lnTo>
                  <a:pt x="11003699" y="1173543"/>
                </a:lnTo>
                <a:lnTo>
                  <a:pt x="11001845" y="1175410"/>
                </a:lnTo>
                <a:lnTo>
                  <a:pt x="11001375" y="1176528"/>
                </a:lnTo>
                <a:lnTo>
                  <a:pt x="11001375" y="1179156"/>
                </a:lnTo>
                <a:lnTo>
                  <a:pt x="11001845" y="1180287"/>
                </a:lnTo>
                <a:lnTo>
                  <a:pt x="11003699" y="1182141"/>
                </a:lnTo>
                <a:lnTo>
                  <a:pt x="11004829" y="1182611"/>
                </a:lnTo>
                <a:lnTo>
                  <a:pt x="11007458" y="1182611"/>
                </a:lnTo>
                <a:lnTo>
                  <a:pt x="11008576" y="1182141"/>
                </a:lnTo>
                <a:lnTo>
                  <a:pt x="11010443" y="1180287"/>
                </a:lnTo>
                <a:lnTo>
                  <a:pt x="11010900" y="1179156"/>
                </a:lnTo>
                <a:lnTo>
                  <a:pt x="11010900" y="1176528"/>
                </a:lnTo>
                <a:close/>
              </a:path>
              <a:path w="11201400" h="1183005">
                <a:moveTo>
                  <a:pt x="11010900" y="589991"/>
                </a:moveTo>
                <a:lnTo>
                  <a:pt x="11010443" y="588873"/>
                </a:lnTo>
                <a:lnTo>
                  <a:pt x="11008576" y="587006"/>
                </a:lnTo>
                <a:lnTo>
                  <a:pt x="11007458" y="586536"/>
                </a:lnTo>
                <a:lnTo>
                  <a:pt x="11004829" y="586536"/>
                </a:lnTo>
                <a:lnTo>
                  <a:pt x="11003699" y="587006"/>
                </a:lnTo>
                <a:lnTo>
                  <a:pt x="11001845" y="588873"/>
                </a:lnTo>
                <a:lnTo>
                  <a:pt x="11001375" y="589991"/>
                </a:lnTo>
                <a:lnTo>
                  <a:pt x="11001375" y="592620"/>
                </a:lnTo>
                <a:lnTo>
                  <a:pt x="11001845" y="593737"/>
                </a:lnTo>
                <a:lnTo>
                  <a:pt x="11003699" y="595604"/>
                </a:lnTo>
                <a:lnTo>
                  <a:pt x="11004829" y="596061"/>
                </a:lnTo>
                <a:lnTo>
                  <a:pt x="11007458" y="596061"/>
                </a:lnTo>
                <a:lnTo>
                  <a:pt x="11008576" y="595604"/>
                </a:lnTo>
                <a:lnTo>
                  <a:pt x="11010443" y="593737"/>
                </a:lnTo>
                <a:lnTo>
                  <a:pt x="11010900" y="592620"/>
                </a:lnTo>
                <a:lnTo>
                  <a:pt x="11010900" y="589991"/>
                </a:lnTo>
                <a:close/>
              </a:path>
              <a:path w="11201400" h="1183005">
                <a:moveTo>
                  <a:pt x="11010900" y="3454"/>
                </a:moveTo>
                <a:lnTo>
                  <a:pt x="11010443" y="2324"/>
                </a:lnTo>
                <a:lnTo>
                  <a:pt x="11008576" y="469"/>
                </a:lnTo>
                <a:lnTo>
                  <a:pt x="11007458" y="0"/>
                </a:lnTo>
                <a:lnTo>
                  <a:pt x="11004829" y="0"/>
                </a:lnTo>
                <a:lnTo>
                  <a:pt x="11003699" y="469"/>
                </a:lnTo>
                <a:lnTo>
                  <a:pt x="11001845" y="2324"/>
                </a:lnTo>
                <a:lnTo>
                  <a:pt x="11001375" y="3454"/>
                </a:lnTo>
                <a:lnTo>
                  <a:pt x="11001375" y="6083"/>
                </a:lnTo>
                <a:lnTo>
                  <a:pt x="11001845" y="7200"/>
                </a:lnTo>
                <a:lnTo>
                  <a:pt x="11003699" y="9067"/>
                </a:lnTo>
                <a:lnTo>
                  <a:pt x="11004829" y="9525"/>
                </a:lnTo>
                <a:lnTo>
                  <a:pt x="11007458" y="9525"/>
                </a:lnTo>
                <a:lnTo>
                  <a:pt x="11008576" y="9067"/>
                </a:lnTo>
                <a:lnTo>
                  <a:pt x="11010443" y="7200"/>
                </a:lnTo>
                <a:lnTo>
                  <a:pt x="11010900" y="6083"/>
                </a:lnTo>
                <a:lnTo>
                  <a:pt x="11010900" y="3454"/>
                </a:lnTo>
                <a:close/>
              </a:path>
              <a:path w="11201400" h="1183005">
                <a:moveTo>
                  <a:pt x="11058525" y="1176528"/>
                </a:moveTo>
                <a:lnTo>
                  <a:pt x="11058068" y="1175410"/>
                </a:lnTo>
                <a:lnTo>
                  <a:pt x="11056201" y="1173543"/>
                </a:lnTo>
                <a:lnTo>
                  <a:pt x="11055083" y="1173086"/>
                </a:lnTo>
                <a:lnTo>
                  <a:pt x="11052454" y="1173086"/>
                </a:lnTo>
                <a:lnTo>
                  <a:pt x="11051324" y="1173543"/>
                </a:lnTo>
                <a:lnTo>
                  <a:pt x="11049470" y="1175410"/>
                </a:lnTo>
                <a:lnTo>
                  <a:pt x="11049000" y="1176528"/>
                </a:lnTo>
                <a:lnTo>
                  <a:pt x="11049000" y="1179156"/>
                </a:lnTo>
                <a:lnTo>
                  <a:pt x="11049470" y="1180287"/>
                </a:lnTo>
                <a:lnTo>
                  <a:pt x="11051324" y="1182141"/>
                </a:lnTo>
                <a:lnTo>
                  <a:pt x="11052454" y="1182611"/>
                </a:lnTo>
                <a:lnTo>
                  <a:pt x="11055083" y="1182611"/>
                </a:lnTo>
                <a:lnTo>
                  <a:pt x="11056201" y="1182141"/>
                </a:lnTo>
                <a:lnTo>
                  <a:pt x="11058068" y="1180287"/>
                </a:lnTo>
                <a:lnTo>
                  <a:pt x="11058525" y="1179156"/>
                </a:lnTo>
                <a:lnTo>
                  <a:pt x="11058525" y="1176528"/>
                </a:lnTo>
                <a:close/>
              </a:path>
              <a:path w="11201400" h="1183005">
                <a:moveTo>
                  <a:pt x="11058525" y="589991"/>
                </a:moveTo>
                <a:lnTo>
                  <a:pt x="11058068" y="588873"/>
                </a:lnTo>
                <a:lnTo>
                  <a:pt x="11056201" y="587006"/>
                </a:lnTo>
                <a:lnTo>
                  <a:pt x="11055083" y="586536"/>
                </a:lnTo>
                <a:lnTo>
                  <a:pt x="11052454" y="586536"/>
                </a:lnTo>
                <a:lnTo>
                  <a:pt x="11051324" y="587006"/>
                </a:lnTo>
                <a:lnTo>
                  <a:pt x="11049470" y="588873"/>
                </a:lnTo>
                <a:lnTo>
                  <a:pt x="11049000" y="589991"/>
                </a:lnTo>
                <a:lnTo>
                  <a:pt x="11049000" y="592620"/>
                </a:lnTo>
                <a:lnTo>
                  <a:pt x="11049470" y="593737"/>
                </a:lnTo>
                <a:lnTo>
                  <a:pt x="11051324" y="595604"/>
                </a:lnTo>
                <a:lnTo>
                  <a:pt x="11052454" y="596061"/>
                </a:lnTo>
                <a:lnTo>
                  <a:pt x="11055083" y="596061"/>
                </a:lnTo>
                <a:lnTo>
                  <a:pt x="11056201" y="595604"/>
                </a:lnTo>
                <a:lnTo>
                  <a:pt x="11058068" y="593737"/>
                </a:lnTo>
                <a:lnTo>
                  <a:pt x="11058525" y="592620"/>
                </a:lnTo>
                <a:lnTo>
                  <a:pt x="11058525" y="589991"/>
                </a:lnTo>
                <a:close/>
              </a:path>
              <a:path w="11201400" h="1183005">
                <a:moveTo>
                  <a:pt x="11058525" y="3454"/>
                </a:moveTo>
                <a:lnTo>
                  <a:pt x="11058068" y="2324"/>
                </a:lnTo>
                <a:lnTo>
                  <a:pt x="11056201" y="469"/>
                </a:lnTo>
                <a:lnTo>
                  <a:pt x="11055083" y="0"/>
                </a:lnTo>
                <a:lnTo>
                  <a:pt x="11052454" y="0"/>
                </a:lnTo>
                <a:lnTo>
                  <a:pt x="11051324" y="469"/>
                </a:lnTo>
                <a:lnTo>
                  <a:pt x="11049470" y="2324"/>
                </a:lnTo>
                <a:lnTo>
                  <a:pt x="11049000" y="3454"/>
                </a:lnTo>
                <a:lnTo>
                  <a:pt x="11049000" y="6083"/>
                </a:lnTo>
                <a:lnTo>
                  <a:pt x="11049470" y="7200"/>
                </a:lnTo>
                <a:lnTo>
                  <a:pt x="11051324" y="9067"/>
                </a:lnTo>
                <a:lnTo>
                  <a:pt x="11052454" y="9525"/>
                </a:lnTo>
                <a:lnTo>
                  <a:pt x="11055083" y="9525"/>
                </a:lnTo>
                <a:lnTo>
                  <a:pt x="11056201" y="9067"/>
                </a:lnTo>
                <a:lnTo>
                  <a:pt x="11058068" y="7200"/>
                </a:lnTo>
                <a:lnTo>
                  <a:pt x="11058525" y="6083"/>
                </a:lnTo>
                <a:lnTo>
                  <a:pt x="11058525" y="3454"/>
                </a:lnTo>
                <a:close/>
              </a:path>
              <a:path w="11201400" h="1183005">
                <a:moveTo>
                  <a:pt x="11106150" y="1176528"/>
                </a:moveTo>
                <a:lnTo>
                  <a:pt x="11105693" y="1175410"/>
                </a:lnTo>
                <a:lnTo>
                  <a:pt x="11103826" y="1173543"/>
                </a:lnTo>
                <a:lnTo>
                  <a:pt x="11102708" y="1173086"/>
                </a:lnTo>
                <a:lnTo>
                  <a:pt x="11100079" y="1173086"/>
                </a:lnTo>
                <a:lnTo>
                  <a:pt x="11098949" y="1173543"/>
                </a:lnTo>
                <a:lnTo>
                  <a:pt x="11097095" y="1175410"/>
                </a:lnTo>
                <a:lnTo>
                  <a:pt x="11096625" y="1176528"/>
                </a:lnTo>
                <a:lnTo>
                  <a:pt x="11096625" y="1179156"/>
                </a:lnTo>
                <a:lnTo>
                  <a:pt x="11097095" y="1180287"/>
                </a:lnTo>
                <a:lnTo>
                  <a:pt x="11098949" y="1182141"/>
                </a:lnTo>
                <a:lnTo>
                  <a:pt x="11100079" y="1182611"/>
                </a:lnTo>
                <a:lnTo>
                  <a:pt x="11102708" y="1182611"/>
                </a:lnTo>
                <a:lnTo>
                  <a:pt x="11103826" y="1182141"/>
                </a:lnTo>
                <a:lnTo>
                  <a:pt x="11105693" y="1180287"/>
                </a:lnTo>
                <a:lnTo>
                  <a:pt x="11106150" y="1179156"/>
                </a:lnTo>
                <a:lnTo>
                  <a:pt x="11106150" y="1176528"/>
                </a:lnTo>
                <a:close/>
              </a:path>
              <a:path w="11201400" h="1183005">
                <a:moveTo>
                  <a:pt x="11106150" y="589991"/>
                </a:moveTo>
                <a:lnTo>
                  <a:pt x="11105693" y="588873"/>
                </a:lnTo>
                <a:lnTo>
                  <a:pt x="11103826" y="587006"/>
                </a:lnTo>
                <a:lnTo>
                  <a:pt x="11102708" y="586536"/>
                </a:lnTo>
                <a:lnTo>
                  <a:pt x="11100079" y="586536"/>
                </a:lnTo>
                <a:lnTo>
                  <a:pt x="11098949" y="587006"/>
                </a:lnTo>
                <a:lnTo>
                  <a:pt x="11097095" y="588873"/>
                </a:lnTo>
                <a:lnTo>
                  <a:pt x="11096625" y="589991"/>
                </a:lnTo>
                <a:lnTo>
                  <a:pt x="11096625" y="592620"/>
                </a:lnTo>
                <a:lnTo>
                  <a:pt x="11097095" y="593737"/>
                </a:lnTo>
                <a:lnTo>
                  <a:pt x="11098949" y="595604"/>
                </a:lnTo>
                <a:lnTo>
                  <a:pt x="11100079" y="596061"/>
                </a:lnTo>
                <a:lnTo>
                  <a:pt x="11102708" y="596061"/>
                </a:lnTo>
                <a:lnTo>
                  <a:pt x="11103826" y="595604"/>
                </a:lnTo>
                <a:lnTo>
                  <a:pt x="11105693" y="593737"/>
                </a:lnTo>
                <a:lnTo>
                  <a:pt x="11106150" y="592620"/>
                </a:lnTo>
                <a:lnTo>
                  <a:pt x="11106150" y="589991"/>
                </a:lnTo>
                <a:close/>
              </a:path>
              <a:path w="11201400" h="1183005">
                <a:moveTo>
                  <a:pt x="11106150" y="3454"/>
                </a:moveTo>
                <a:lnTo>
                  <a:pt x="11105693" y="2324"/>
                </a:lnTo>
                <a:lnTo>
                  <a:pt x="11103826" y="469"/>
                </a:lnTo>
                <a:lnTo>
                  <a:pt x="11102708" y="0"/>
                </a:lnTo>
                <a:lnTo>
                  <a:pt x="11100079" y="0"/>
                </a:lnTo>
                <a:lnTo>
                  <a:pt x="11098949" y="469"/>
                </a:lnTo>
                <a:lnTo>
                  <a:pt x="11097095" y="2324"/>
                </a:lnTo>
                <a:lnTo>
                  <a:pt x="11096625" y="3454"/>
                </a:lnTo>
                <a:lnTo>
                  <a:pt x="11096625" y="6083"/>
                </a:lnTo>
                <a:lnTo>
                  <a:pt x="11097095" y="7200"/>
                </a:lnTo>
                <a:lnTo>
                  <a:pt x="11098949" y="9067"/>
                </a:lnTo>
                <a:lnTo>
                  <a:pt x="11100079" y="9525"/>
                </a:lnTo>
                <a:lnTo>
                  <a:pt x="11102708" y="9525"/>
                </a:lnTo>
                <a:lnTo>
                  <a:pt x="11103826" y="9067"/>
                </a:lnTo>
                <a:lnTo>
                  <a:pt x="11105693" y="7200"/>
                </a:lnTo>
                <a:lnTo>
                  <a:pt x="11106150" y="6083"/>
                </a:lnTo>
                <a:lnTo>
                  <a:pt x="11106150" y="3454"/>
                </a:lnTo>
                <a:close/>
              </a:path>
              <a:path w="11201400" h="1183005">
                <a:moveTo>
                  <a:pt x="11153775" y="1176528"/>
                </a:moveTo>
                <a:lnTo>
                  <a:pt x="11153318" y="1175410"/>
                </a:lnTo>
                <a:lnTo>
                  <a:pt x="11151451" y="1173543"/>
                </a:lnTo>
                <a:lnTo>
                  <a:pt x="11150333" y="1173086"/>
                </a:lnTo>
                <a:lnTo>
                  <a:pt x="11147704" y="1173086"/>
                </a:lnTo>
                <a:lnTo>
                  <a:pt x="11146574" y="1173543"/>
                </a:lnTo>
                <a:lnTo>
                  <a:pt x="11144720" y="1175410"/>
                </a:lnTo>
                <a:lnTo>
                  <a:pt x="11144250" y="1176528"/>
                </a:lnTo>
                <a:lnTo>
                  <a:pt x="11144250" y="1179156"/>
                </a:lnTo>
                <a:lnTo>
                  <a:pt x="11144720" y="1180287"/>
                </a:lnTo>
                <a:lnTo>
                  <a:pt x="11146574" y="1182141"/>
                </a:lnTo>
                <a:lnTo>
                  <a:pt x="11147704" y="1182611"/>
                </a:lnTo>
                <a:lnTo>
                  <a:pt x="11150333" y="1182611"/>
                </a:lnTo>
                <a:lnTo>
                  <a:pt x="11151451" y="1182141"/>
                </a:lnTo>
                <a:lnTo>
                  <a:pt x="11153318" y="1180287"/>
                </a:lnTo>
                <a:lnTo>
                  <a:pt x="11153775" y="1179156"/>
                </a:lnTo>
                <a:lnTo>
                  <a:pt x="11153775" y="1176528"/>
                </a:lnTo>
                <a:close/>
              </a:path>
              <a:path w="11201400" h="1183005">
                <a:moveTo>
                  <a:pt x="11153775" y="589991"/>
                </a:moveTo>
                <a:lnTo>
                  <a:pt x="11153318" y="588873"/>
                </a:lnTo>
                <a:lnTo>
                  <a:pt x="11151451" y="587006"/>
                </a:lnTo>
                <a:lnTo>
                  <a:pt x="11150333" y="586536"/>
                </a:lnTo>
                <a:lnTo>
                  <a:pt x="11147704" y="586536"/>
                </a:lnTo>
                <a:lnTo>
                  <a:pt x="11146574" y="587006"/>
                </a:lnTo>
                <a:lnTo>
                  <a:pt x="11144720" y="588873"/>
                </a:lnTo>
                <a:lnTo>
                  <a:pt x="11144250" y="589991"/>
                </a:lnTo>
                <a:lnTo>
                  <a:pt x="11144250" y="592620"/>
                </a:lnTo>
                <a:lnTo>
                  <a:pt x="11144720" y="593737"/>
                </a:lnTo>
                <a:lnTo>
                  <a:pt x="11146574" y="595604"/>
                </a:lnTo>
                <a:lnTo>
                  <a:pt x="11147704" y="596061"/>
                </a:lnTo>
                <a:lnTo>
                  <a:pt x="11150333" y="596061"/>
                </a:lnTo>
                <a:lnTo>
                  <a:pt x="11151451" y="595604"/>
                </a:lnTo>
                <a:lnTo>
                  <a:pt x="11153318" y="593737"/>
                </a:lnTo>
                <a:lnTo>
                  <a:pt x="11153775" y="592620"/>
                </a:lnTo>
                <a:lnTo>
                  <a:pt x="11153775" y="589991"/>
                </a:lnTo>
                <a:close/>
              </a:path>
              <a:path w="11201400" h="1183005">
                <a:moveTo>
                  <a:pt x="11153775" y="3454"/>
                </a:moveTo>
                <a:lnTo>
                  <a:pt x="11153318" y="2324"/>
                </a:lnTo>
                <a:lnTo>
                  <a:pt x="11151451" y="469"/>
                </a:lnTo>
                <a:lnTo>
                  <a:pt x="11150333" y="0"/>
                </a:lnTo>
                <a:lnTo>
                  <a:pt x="11147704" y="0"/>
                </a:lnTo>
                <a:lnTo>
                  <a:pt x="11146574" y="469"/>
                </a:lnTo>
                <a:lnTo>
                  <a:pt x="11144720" y="2324"/>
                </a:lnTo>
                <a:lnTo>
                  <a:pt x="11144250" y="3454"/>
                </a:lnTo>
                <a:lnTo>
                  <a:pt x="11144250" y="6083"/>
                </a:lnTo>
                <a:lnTo>
                  <a:pt x="11144720" y="7200"/>
                </a:lnTo>
                <a:lnTo>
                  <a:pt x="11146574" y="9067"/>
                </a:lnTo>
                <a:lnTo>
                  <a:pt x="11147704" y="9525"/>
                </a:lnTo>
                <a:lnTo>
                  <a:pt x="11150333" y="9525"/>
                </a:lnTo>
                <a:lnTo>
                  <a:pt x="11151451" y="9067"/>
                </a:lnTo>
                <a:lnTo>
                  <a:pt x="11153318" y="7200"/>
                </a:lnTo>
                <a:lnTo>
                  <a:pt x="11153775" y="6083"/>
                </a:lnTo>
                <a:lnTo>
                  <a:pt x="11153775" y="3454"/>
                </a:lnTo>
                <a:close/>
              </a:path>
              <a:path w="11201400" h="1183005">
                <a:moveTo>
                  <a:pt x="11201400" y="1176528"/>
                </a:moveTo>
                <a:lnTo>
                  <a:pt x="11200943" y="1175410"/>
                </a:lnTo>
                <a:lnTo>
                  <a:pt x="11199076" y="1173543"/>
                </a:lnTo>
                <a:lnTo>
                  <a:pt x="11197958" y="1173086"/>
                </a:lnTo>
                <a:lnTo>
                  <a:pt x="11195329" y="1173086"/>
                </a:lnTo>
                <a:lnTo>
                  <a:pt x="11194199" y="1173543"/>
                </a:lnTo>
                <a:lnTo>
                  <a:pt x="11192345" y="1175410"/>
                </a:lnTo>
                <a:lnTo>
                  <a:pt x="11191875" y="1176528"/>
                </a:lnTo>
                <a:lnTo>
                  <a:pt x="11191875" y="1179156"/>
                </a:lnTo>
                <a:lnTo>
                  <a:pt x="11192345" y="1180287"/>
                </a:lnTo>
                <a:lnTo>
                  <a:pt x="11194199" y="1182141"/>
                </a:lnTo>
                <a:lnTo>
                  <a:pt x="11195329" y="1182611"/>
                </a:lnTo>
                <a:lnTo>
                  <a:pt x="11197958" y="1182611"/>
                </a:lnTo>
                <a:lnTo>
                  <a:pt x="11199076" y="1182141"/>
                </a:lnTo>
                <a:lnTo>
                  <a:pt x="11200943" y="1180287"/>
                </a:lnTo>
                <a:lnTo>
                  <a:pt x="11201400" y="1179156"/>
                </a:lnTo>
                <a:lnTo>
                  <a:pt x="11201400" y="1176528"/>
                </a:lnTo>
                <a:close/>
              </a:path>
              <a:path w="11201400" h="1183005">
                <a:moveTo>
                  <a:pt x="11201400" y="589991"/>
                </a:moveTo>
                <a:lnTo>
                  <a:pt x="11200943" y="588873"/>
                </a:lnTo>
                <a:lnTo>
                  <a:pt x="11199076" y="587006"/>
                </a:lnTo>
                <a:lnTo>
                  <a:pt x="11197958" y="586536"/>
                </a:lnTo>
                <a:lnTo>
                  <a:pt x="11195329" y="586536"/>
                </a:lnTo>
                <a:lnTo>
                  <a:pt x="11194199" y="587006"/>
                </a:lnTo>
                <a:lnTo>
                  <a:pt x="11192345" y="588873"/>
                </a:lnTo>
                <a:lnTo>
                  <a:pt x="11191875" y="589991"/>
                </a:lnTo>
                <a:lnTo>
                  <a:pt x="11191875" y="592620"/>
                </a:lnTo>
                <a:lnTo>
                  <a:pt x="11192345" y="593737"/>
                </a:lnTo>
                <a:lnTo>
                  <a:pt x="11194199" y="595604"/>
                </a:lnTo>
                <a:lnTo>
                  <a:pt x="11195329" y="596061"/>
                </a:lnTo>
                <a:lnTo>
                  <a:pt x="11197958" y="596061"/>
                </a:lnTo>
                <a:lnTo>
                  <a:pt x="11199076" y="595604"/>
                </a:lnTo>
                <a:lnTo>
                  <a:pt x="11200943" y="593737"/>
                </a:lnTo>
                <a:lnTo>
                  <a:pt x="11201400" y="592620"/>
                </a:lnTo>
                <a:lnTo>
                  <a:pt x="11201400" y="589991"/>
                </a:lnTo>
                <a:close/>
              </a:path>
              <a:path w="11201400" h="1183005">
                <a:moveTo>
                  <a:pt x="11201400" y="3454"/>
                </a:moveTo>
                <a:lnTo>
                  <a:pt x="11200943" y="2324"/>
                </a:lnTo>
                <a:lnTo>
                  <a:pt x="11199076" y="469"/>
                </a:lnTo>
                <a:lnTo>
                  <a:pt x="11197958" y="0"/>
                </a:lnTo>
                <a:lnTo>
                  <a:pt x="11195329" y="0"/>
                </a:lnTo>
                <a:lnTo>
                  <a:pt x="11194199" y="469"/>
                </a:lnTo>
                <a:lnTo>
                  <a:pt x="11192345" y="2324"/>
                </a:lnTo>
                <a:lnTo>
                  <a:pt x="11191875" y="3454"/>
                </a:lnTo>
                <a:lnTo>
                  <a:pt x="11191875" y="6083"/>
                </a:lnTo>
                <a:lnTo>
                  <a:pt x="11192345" y="7200"/>
                </a:lnTo>
                <a:lnTo>
                  <a:pt x="11194199" y="9067"/>
                </a:lnTo>
                <a:lnTo>
                  <a:pt x="11195329" y="9525"/>
                </a:lnTo>
                <a:lnTo>
                  <a:pt x="11197958" y="9525"/>
                </a:lnTo>
                <a:lnTo>
                  <a:pt x="11199076" y="9067"/>
                </a:lnTo>
                <a:lnTo>
                  <a:pt x="11200943" y="7200"/>
                </a:lnTo>
                <a:lnTo>
                  <a:pt x="11201400" y="6083"/>
                </a:lnTo>
                <a:lnTo>
                  <a:pt x="11201400" y="3454"/>
                </a:lnTo>
                <a:close/>
              </a:path>
            </a:pathLst>
          </a:custGeom>
          <a:solidFill>
            <a:srgbClr val="605D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6845" y="1925145"/>
            <a:ext cx="310158" cy="141930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844" spc="-19" dirty="0">
                <a:solidFill>
                  <a:srgbClr val="FFFFFF"/>
                </a:solidFill>
                <a:latin typeface="Arial Black"/>
                <a:cs typeface="Arial Black"/>
              </a:rPr>
              <a:t>2022</a:t>
            </a:r>
            <a:endParaRPr sz="844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6845" y="1375265"/>
            <a:ext cx="310158" cy="141930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844" spc="-19" dirty="0">
                <a:solidFill>
                  <a:srgbClr val="FFFFFF"/>
                </a:solidFill>
                <a:latin typeface="Arial Black"/>
                <a:cs typeface="Arial Black"/>
              </a:rPr>
              <a:t>2023</a:t>
            </a:r>
            <a:endParaRPr sz="844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6845" y="825383"/>
            <a:ext cx="310158" cy="141930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844" spc="-19" dirty="0">
                <a:solidFill>
                  <a:srgbClr val="FFFFFF"/>
                </a:solidFill>
                <a:latin typeface="Arial Black"/>
                <a:cs typeface="Arial Black"/>
              </a:rPr>
              <a:t>2024</a:t>
            </a:r>
            <a:endParaRPr sz="844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3938" y="1858785"/>
            <a:ext cx="5445323" cy="207452"/>
          </a:xfrm>
          <a:prstGeom prst="rect">
            <a:avLst/>
          </a:prstGeom>
          <a:solidFill>
            <a:srgbClr val="29B4C6"/>
          </a:solidFill>
        </p:spPr>
        <p:txBody>
          <a:bodyPr vert="horz" wrap="square" lIns="0" tIns="76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844" b="1" spc="-9" dirty="0">
                <a:solidFill>
                  <a:srgbClr val="FFFFFF"/>
                </a:solidFill>
                <a:latin typeface="Verdana"/>
                <a:cs typeface="Verdana"/>
              </a:rPr>
              <a:t>20.6bn</a:t>
            </a:r>
            <a:endParaRPr sz="844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3938" y="759023"/>
            <a:ext cx="10161984" cy="207452"/>
          </a:xfrm>
          <a:prstGeom prst="rect">
            <a:avLst/>
          </a:prstGeom>
          <a:solidFill>
            <a:srgbClr val="29B4C6"/>
          </a:solidFill>
        </p:spPr>
        <p:txBody>
          <a:bodyPr vert="horz" wrap="square" lIns="0" tIns="76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844" b="1" spc="-9" dirty="0">
                <a:solidFill>
                  <a:srgbClr val="FFFFFF"/>
                </a:solidFill>
                <a:latin typeface="Verdana"/>
                <a:cs typeface="Verdana"/>
              </a:rPr>
              <a:t>38.5bn</a:t>
            </a:r>
            <a:endParaRPr sz="844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3938" y="1308904"/>
            <a:ext cx="8450461" cy="207452"/>
          </a:xfrm>
          <a:prstGeom prst="rect">
            <a:avLst/>
          </a:prstGeom>
          <a:solidFill>
            <a:srgbClr val="29B4C6"/>
          </a:solidFill>
        </p:spPr>
        <p:txBody>
          <a:bodyPr vert="horz" wrap="square" lIns="0" tIns="76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844" b="1" spc="-9" dirty="0">
                <a:solidFill>
                  <a:srgbClr val="FFFFFF"/>
                </a:solidFill>
                <a:latin typeface="Verdana"/>
                <a:cs typeface="Verdana"/>
              </a:rPr>
              <a:t>32.0bn</a:t>
            </a:r>
            <a:endParaRPr sz="844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0999" y="2306002"/>
            <a:ext cx="5455444" cy="4342209"/>
            <a:chOff x="228599" y="2459735"/>
            <a:chExt cx="5819140" cy="4631690"/>
          </a:xfrm>
        </p:grpSpPr>
        <p:sp>
          <p:nvSpPr>
            <p:cNvPr id="18" name="object 18"/>
            <p:cNvSpPr/>
            <p:nvPr/>
          </p:nvSpPr>
          <p:spPr>
            <a:xfrm>
              <a:off x="228599" y="2459735"/>
              <a:ext cx="5819140" cy="4627245"/>
            </a:xfrm>
            <a:custGeom>
              <a:avLst/>
              <a:gdLst/>
              <a:ahLst/>
              <a:cxnLst/>
              <a:rect l="l" t="t" r="r" b="b"/>
              <a:pathLst>
                <a:path w="5819140" h="4627245">
                  <a:moveTo>
                    <a:pt x="142874" y="4626863"/>
                  </a:moveTo>
                  <a:lnTo>
                    <a:pt x="0" y="4626863"/>
                  </a:lnTo>
                  <a:lnTo>
                    <a:pt x="0" y="0"/>
                  </a:lnTo>
                  <a:lnTo>
                    <a:pt x="5818631" y="0"/>
                  </a:lnTo>
                  <a:lnTo>
                    <a:pt x="5818631" y="169163"/>
                  </a:lnTo>
                  <a:lnTo>
                    <a:pt x="142874" y="169163"/>
                  </a:lnTo>
                  <a:lnTo>
                    <a:pt x="129738" y="169798"/>
                  </a:lnTo>
                  <a:lnTo>
                    <a:pt x="91844" y="179314"/>
                  </a:lnTo>
                  <a:lnTo>
                    <a:pt x="58319" y="199380"/>
                  </a:lnTo>
                  <a:lnTo>
                    <a:pt x="31977" y="228414"/>
                  </a:lnTo>
                  <a:lnTo>
                    <a:pt x="15234" y="263862"/>
                  </a:lnTo>
                  <a:lnTo>
                    <a:pt x="9524" y="302513"/>
                  </a:lnTo>
                  <a:lnTo>
                    <a:pt x="9524" y="4493513"/>
                  </a:lnTo>
                  <a:lnTo>
                    <a:pt x="15234" y="4532165"/>
                  </a:lnTo>
                  <a:lnTo>
                    <a:pt x="31977" y="4567612"/>
                  </a:lnTo>
                  <a:lnTo>
                    <a:pt x="58319" y="4596646"/>
                  </a:lnTo>
                  <a:lnTo>
                    <a:pt x="91844" y="4616712"/>
                  </a:lnTo>
                  <a:lnTo>
                    <a:pt x="129738" y="4626228"/>
                  </a:lnTo>
                  <a:lnTo>
                    <a:pt x="142874" y="4626863"/>
                  </a:lnTo>
                  <a:close/>
                </a:path>
                <a:path w="5819140" h="4627245">
                  <a:moveTo>
                    <a:pt x="5818631" y="4626863"/>
                  </a:moveTo>
                  <a:lnTo>
                    <a:pt x="5419724" y="4626863"/>
                  </a:lnTo>
                  <a:lnTo>
                    <a:pt x="5432860" y="4626228"/>
                  </a:lnTo>
                  <a:lnTo>
                    <a:pt x="5445744" y="4624325"/>
                  </a:lnTo>
                  <a:lnTo>
                    <a:pt x="5482648" y="4611099"/>
                  </a:lnTo>
                  <a:lnTo>
                    <a:pt x="5514017" y="4587806"/>
                  </a:lnTo>
                  <a:lnTo>
                    <a:pt x="5537310" y="4556437"/>
                  </a:lnTo>
                  <a:lnTo>
                    <a:pt x="5550536" y="4519533"/>
                  </a:lnTo>
                  <a:lnTo>
                    <a:pt x="5553074" y="4493513"/>
                  </a:lnTo>
                  <a:lnTo>
                    <a:pt x="5553074" y="302513"/>
                  </a:lnTo>
                  <a:lnTo>
                    <a:pt x="5547364" y="263862"/>
                  </a:lnTo>
                  <a:lnTo>
                    <a:pt x="5530621" y="228414"/>
                  </a:lnTo>
                  <a:lnTo>
                    <a:pt x="5504279" y="199380"/>
                  </a:lnTo>
                  <a:lnTo>
                    <a:pt x="5470755" y="179314"/>
                  </a:lnTo>
                  <a:lnTo>
                    <a:pt x="5432860" y="169798"/>
                  </a:lnTo>
                  <a:lnTo>
                    <a:pt x="5419724" y="169163"/>
                  </a:lnTo>
                  <a:lnTo>
                    <a:pt x="5818631" y="169163"/>
                  </a:lnTo>
                  <a:lnTo>
                    <a:pt x="5818631" y="4626863"/>
                  </a:lnTo>
                  <a:close/>
                </a:path>
              </a:pathLst>
            </a:custGeom>
            <a:solidFill>
              <a:srgbClr val="0000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3362" y="2624137"/>
              <a:ext cx="5553075" cy="4462780"/>
            </a:xfrm>
            <a:custGeom>
              <a:avLst/>
              <a:gdLst/>
              <a:ahLst/>
              <a:cxnLst/>
              <a:rect l="l" t="t" r="r" b="b"/>
              <a:pathLst>
                <a:path w="5553075" h="4462780">
                  <a:moveTo>
                    <a:pt x="5450774" y="4462462"/>
                  </a:moveTo>
                  <a:lnTo>
                    <a:pt x="102299" y="4462462"/>
                  </a:lnTo>
                  <a:lnTo>
                    <a:pt x="98020" y="4461278"/>
                  </a:lnTo>
                  <a:lnTo>
                    <a:pt x="61381" y="4443947"/>
                  </a:lnTo>
                  <a:lnTo>
                    <a:pt x="31348" y="4416730"/>
                  </a:lnTo>
                  <a:lnTo>
                    <a:pt x="10513" y="4381964"/>
                  </a:lnTo>
                  <a:lnTo>
                    <a:pt x="663" y="4342649"/>
                  </a:lnTo>
                  <a:lnTo>
                    <a:pt x="0" y="4329111"/>
                  </a:lnTo>
                  <a:lnTo>
                    <a:pt x="0" y="138112"/>
                  </a:lnTo>
                  <a:lnTo>
                    <a:pt x="5945" y="98020"/>
                  </a:lnTo>
                  <a:lnTo>
                    <a:pt x="23276" y="61381"/>
                  </a:lnTo>
                  <a:lnTo>
                    <a:pt x="50493" y="31348"/>
                  </a:lnTo>
                  <a:lnTo>
                    <a:pt x="85259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5414961" y="0"/>
                  </a:lnTo>
                  <a:lnTo>
                    <a:pt x="5455053" y="5945"/>
                  </a:lnTo>
                  <a:lnTo>
                    <a:pt x="5491691" y="23276"/>
                  </a:lnTo>
                  <a:lnTo>
                    <a:pt x="5521724" y="50493"/>
                  </a:lnTo>
                  <a:lnTo>
                    <a:pt x="5542560" y="85259"/>
                  </a:lnTo>
                  <a:lnTo>
                    <a:pt x="5552410" y="124574"/>
                  </a:lnTo>
                  <a:lnTo>
                    <a:pt x="5553074" y="138112"/>
                  </a:lnTo>
                  <a:lnTo>
                    <a:pt x="5553074" y="4329111"/>
                  </a:lnTo>
                  <a:lnTo>
                    <a:pt x="5547127" y="4369203"/>
                  </a:lnTo>
                  <a:lnTo>
                    <a:pt x="5529797" y="4405842"/>
                  </a:lnTo>
                  <a:lnTo>
                    <a:pt x="5502579" y="4435875"/>
                  </a:lnTo>
                  <a:lnTo>
                    <a:pt x="5467814" y="4456710"/>
                  </a:lnTo>
                  <a:lnTo>
                    <a:pt x="5450774" y="446246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3362" y="2624137"/>
              <a:ext cx="5553075" cy="4462780"/>
            </a:xfrm>
            <a:custGeom>
              <a:avLst/>
              <a:gdLst/>
              <a:ahLst/>
              <a:cxnLst/>
              <a:rect l="l" t="t" r="r" b="b"/>
              <a:pathLst>
                <a:path w="5553075" h="4462780">
                  <a:moveTo>
                    <a:pt x="102299" y="4462462"/>
                  </a:moveTo>
                  <a:lnTo>
                    <a:pt x="67115" y="4447579"/>
                  </a:lnTo>
                  <a:lnTo>
                    <a:pt x="35771" y="4421856"/>
                  </a:lnTo>
                  <a:lnTo>
                    <a:pt x="13262" y="4388169"/>
                  </a:lnTo>
                  <a:lnTo>
                    <a:pt x="1492" y="4349369"/>
                  </a:lnTo>
                  <a:lnTo>
                    <a:pt x="0" y="4329111"/>
                  </a:lnTo>
                  <a:lnTo>
                    <a:pt x="0" y="138112"/>
                  </a:lnTo>
                  <a:lnTo>
                    <a:pt x="5945" y="98020"/>
                  </a:lnTo>
                  <a:lnTo>
                    <a:pt x="23276" y="61381"/>
                  </a:lnTo>
                  <a:lnTo>
                    <a:pt x="50493" y="31348"/>
                  </a:lnTo>
                  <a:lnTo>
                    <a:pt x="85259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5414961" y="0"/>
                  </a:lnTo>
                  <a:lnTo>
                    <a:pt x="5455053" y="5945"/>
                  </a:lnTo>
                  <a:lnTo>
                    <a:pt x="5491691" y="23276"/>
                  </a:lnTo>
                  <a:lnTo>
                    <a:pt x="5521724" y="50493"/>
                  </a:lnTo>
                  <a:lnTo>
                    <a:pt x="5542560" y="85259"/>
                  </a:lnTo>
                  <a:lnTo>
                    <a:pt x="5552410" y="124574"/>
                  </a:lnTo>
                  <a:lnTo>
                    <a:pt x="5553074" y="138112"/>
                  </a:lnTo>
                  <a:lnTo>
                    <a:pt x="5553074" y="4329111"/>
                  </a:lnTo>
                  <a:lnTo>
                    <a:pt x="5547127" y="4369203"/>
                  </a:lnTo>
                  <a:lnTo>
                    <a:pt x="5529797" y="4405842"/>
                  </a:lnTo>
                  <a:lnTo>
                    <a:pt x="5502579" y="4435875"/>
                  </a:lnTo>
                  <a:lnTo>
                    <a:pt x="5467814" y="4456710"/>
                  </a:lnTo>
                  <a:lnTo>
                    <a:pt x="5450774" y="4462462"/>
                  </a:lnTo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6762" y="6616699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6077" y="9524"/>
                  </a:moveTo>
                  <a:lnTo>
                    <a:pt x="3447" y="9524"/>
                  </a:lnTo>
                  <a:lnTo>
                    <a:pt x="2324" y="9060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4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60"/>
                  </a:lnTo>
                  <a:lnTo>
                    <a:pt x="6077" y="9524"/>
                  </a:lnTo>
                  <a:close/>
                </a:path>
                <a:path w="4914900" h="9525">
                  <a:moveTo>
                    <a:pt x="53702" y="9524"/>
                  </a:moveTo>
                  <a:lnTo>
                    <a:pt x="51072" y="9524"/>
                  </a:lnTo>
                  <a:lnTo>
                    <a:pt x="49949" y="9060"/>
                  </a:lnTo>
                  <a:lnTo>
                    <a:pt x="48089" y="7200"/>
                  </a:lnTo>
                  <a:lnTo>
                    <a:pt x="47624" y="6077"/>
                  </a:lnTo>
                  <a:lnTo>
                    <a:pt x="47624" y="3447"/>
                  </a:lnTo>
                  <a:lnTo>
                    <a:pt x="48089" y="2324"/>
                  </a:lnTo>
                  <a:lnTo>
                    <a:pt x="49949" y="464"/>
                  </a:lnTo>
                  <a:lnTo>
                    <a:pt x="51072" y="0"/>
                  </a:lnTo>
                  <a:lnTo>
                    <a:pt x="53702" y="0"/>
                  </a:lnTo>
                  <a:lnTo>
                    <a:pt x="54825" y="464"/>
                  </a:lnTo>
                  <a:lnTo>
                    <a:pt x="56685" y="2324"/>
                  </a:lnTo>
                  <a:lnTo>
                    <a:pt x="57149" y="3447"/>
                  </a:lnTo>
                  <a:lnTo>
                    <a:pt x="57149" y="6077"/>
                  </a:lnTo>
                  <a:lnTo>
                    <a:pt x="56685" y="7200"/>
                  </a:lnTo>
                  <a:lnTo>
                    <a:pt x="54825" y="9060"/>
                  </a:lnTo>
                  <a:lnTo>
                    <a:pt x="53702" y="9524"/>
                  </a:lnTo>
                  <a:close/>
                </a:path>
                <a:path w="4914900" h="9525">
                  <a:moveTo>
                    <a:pt x="101327" y="9524"/>
                  </a:moveTo>
                  <a:lnTo>
                    <a:pt x="98697" y="9524"/>
                  </a:lnTo>
                  <a:lnTo>
                    <a:pt x="97574" y="9060"/>
                  </a:lnTo>
                  <a:lnTo>
                    <a:pt x="95714" y="7200"/>
                  </a:lnTo>
                  <a:lnTo>
                    <a:pt x="95249" y="6077"/>
                  </a:lnTo>
                  <a:lnTo>
                    <a:pt x="95249" y="3447"/>
                  </a:lnTo>
                  <a:lnTo>
                    <a:pt x="95714" y="2324"/>
                  </a:lnTo>
                  <a:lnTo>
                    <a:pt x="97574" y="464"/>
                  </a:lnTo>
                  <a:lnTo>
                    <a:pt x="98697" y="0"/>
                  </a:lnTo>
                  <a:lnTo>
                    <a:pt x="101327" y="0"/>
                  </a:lnTo>
                  <a:lnTo>
                    <a:pt x="102450" y="464"/>
                  </a:lnTo>
                  <a:lnTo>
                    <a:pt x="104310" y="2324"/>
                  </a:lnTo>
                  <a:lnTo>
                    <a:pt x="104774" y="3447"/>
                  </a:lnTo>
                  <a:lnTo>
                    <a:pt x="104774" y="6077"/>
                  </a:lnTo>
                  <a:lnTo>
                    <a:pt x="104310" y="7200"/>
                  </a:lnTo>
                  <a:lnTo>
                    <a:pt x="102450" y="9060"/>
                  </a:lnTo>
                  <a:lnTo>
                    <a:pt x="101327" y="9524"/>
                  </a:lnTo>
                  <a:close/>
                </a:path>
                <a:path w="4914900" h="9525">
                  <a:moveTo>
                    <a:pt x="148952" y="9524"/>
                  </a:moveTo>
                  <a:lnTo>
                    <a:pt x="146322" y="9524"/>
                  </a:lnTo>
                  <a:lnTo>
                    <a:pt x="145199" y="9060"/>
                  </a:lnTo>
                  <a:lnTo>
                    <a:pt x="143339" y="7200"/>
                  </a:lnTo>
                  <a:lnTo>
                    <a:pt x="142874" y="6077"/>
                  </a:lnTo>
                  <a:lnTo>
                    <a:pt x="142874" y="3447"/>
                  </a:lnTo>
                  <a:lnTo>
                    <a:pt x="143339" y="2324"/>
                  </a:lnTo>
                  <a:lnTo>
                    <a:pt x="145199" y="464"/>
                  </a:lnTo>
                  <a:lnTo>
                    <a:pt x="146322" y="0"/>
                  </a:lnTo>
                  <a:lnTo>
                    <a:pt x="148952" y="0"/>
                  </a:lnTo>
                  <a:lnTo>
                    <a:pt x="150075" y="464"/>
                  </a:lnTo>
                  <a:lnTo>
                    <a:pt x="151935" y="2324"/>
                  </a:lnTo>
                  <a:lnTo>
                    <a:pt x="152399" y="3447"/>
                  </a:lnTo>
                  <a:lnTo>
                    <a:pt x="152399" y="6077"/>
                  </a:lnTo>
                  <a:lnTo>
                    <a:pt x="151935" y="7200"/>
                  </a:lnTo>
                  <a:lnTo>
                    <a:pt x="150075" y="9060"/>
                  </a:lnTo>
                  <a:lnTo>
                    <a:pt x="148952" y="9524"/>
                  </a:lnTo>
                  <a:close/>
                </a:path>
                <a:path w="4914900" h="9525">
                  <a:moveTo>
                    <a:pt x="196577" y="9524"/>
                  </a:moveTo>
                  <a:lnTo>
                    <a:pt x="193947" y="9524"/>
                  </a:lnTo>
                  <a:lnTo>
                    <a:pt x="192824" y="9060"/>
                  </a:lnTo>
                  <a:lnTo>
                    <a:pt x="190964" y="7200"/>
                  </a:lnTo>
                  <a:lnTo>
                    <a:pt x="190499" y="6077"/>
                  </a:lnTo>
                  <a:lnTo>
                    <a:pt x="190499" y="3447"/>
                  </a:lnTo>
                  <a:lnTo>
                    <a:pt x="190964" y="2324"/>
                  </a:lnTo>
                  <a:lnTo>
                    <a:pt x="192824" y="464"/>
                  </a:lnTo>
                  <a:lnTo>
                    <a:pt x="193947" y="0"/>
                  </a:lnTo>
                  <a:lnTo>
                    <a:pt x="196577" y="0"/>
                  </a:lnTo>
                  <a:lnTo>
                    <a:pt x="197700" y="464"/>
                  </a:lnTo>
                  <a:lnTo>
                    <a:pt x="199560" y="2324"/>
                  </a:lnTo>
                  <a:lnTo>
                    <a:pt x="200024" y="3447"/>
                  </a:lnTo>
                  <a:lnTo>
                    <a:pt x="200024" y="6077"/>
                  </a:lnTo>
                  <a:lnTo>
                    <a:pt x="199560" y="7200"/>
                  </a:lnTo>
                  <a:lnTo>
                    <a:pt x="197700" y="9060"/>
                  </a:lnTo>
                  <a:lnTo>
                    <a:pt x="196577" y="9524"/>
                  </a:lnTo>
                  <a:close/>
                </a:path>
                <a:path w="4914900" h="9525">
                  <a:moveTo>
                    <a:pt x="244202" y="9524"/>
                  </a:moveTo>
                  <a:lnTo>
                    <a:pt x="241572" y="9524"/>
                  </a:lnTo>
                  <a:lnTo>
                    <a:pt x="240449" y="9060"/>
                  </a:lnTo>
                  <a:lnTo>
                    <a:pt x="238589" y="7200"/>
                  </a:lnTo>
                  <a:lnTo>
                    <a:pt x="238124" y="6077"/>
                  </a:lnTo>
                  <a:lnTo>
                    <a:pt x="238124" y="3447"/>
                  </a:lnTo>
                  <a:lnTo>
                    <a:pt x="238589" y="2324"/>
                  </a:lnTo>
                  <a:lnTo>
                    <a:pt x="240449" y="464"/>
                  </a:lnTo>
                  <a:lnTo>
                    <a:pt x="241572" y="0"/>
                  </a:lnTo>
                  <a:lnTo>
                    <a:pt x="244202" y="0"/>
                  </a:lnTo>
                  <a:lnTo>
                    <a:pt x="245325" y="464"/>
                  </a:lnTo>
                  <a:lnTo>
                    <a:pt x="247185" y="2324"/>
                  </a:lnTo>
                  <a:lnTo>
                    <a:pt x="247649" y="3447"/>
                  </a:lnTo>
                  <a:lnTo>
                    <a:pt x="247649" y="6077"/>
                  </a:lnTo>
                  <a:lnTo>
                    <a:pt x="247185" y="7200"/>
                  </a:lnTo>
                  <a:lnTo>
                    <a:pt x="245325" y="9060"/>
                  </a:lnTo>
                  <a:lnTo>
                    <a:pt x="244202" y="9524"/>
                  </a:lnTo>
                  <a:close/>
                </a:path>
                <a:path w="4914900" h="9525">
                  <a:moveTo>
                    <a:pt x="291827" y="9524"/>
                  </a:moveTo>
                  <a:lnTo>
                    <a:pt x="289197" y="9524"/>
                  </a:lnTo>
                  <a:lnTo>
                    <a:pt x="288074" y="9060"/>
                  </a:lnTo>
                  <a:lnTo>
                    <a:pt x="286214" y="7200"/>
                  </a:lnTo>
                  <a:lnTo>
                    <a:pt x="285749" y="6077"/>
                  </a:lnTo>
                  <a:lnTo>
                    <a:pt x="285749" y="3447"/>
                  </a:lnTo>
                  <a:lnTo>
                    <a:pt x="286214" y="2324"/>
                  </a:lnTo>
                  <a:lnTo>
                    <a:pt x="288074" y="464"/>
                  </a:lnTo>
                  <a:lnTo>
                    <a:pt x="289197" y="0"/>
                  </a:lnTo>
                  <a:lnTo>
                    <a:pt x="291827" y="0"/>
                  </a:lnTo>
                  <a:lnTo>
                    <a:pt x="292950" y="464"/>
                  </a:lnTo>
                  <a:lnTo>
                    <a:pt x="294810" y="2324"/>
                  </a:lnTo>
                  <a:lnTo>
                    <a:pt x="295274" y="3447"/>
                  </a:lnTo>
                  <a:lnTo>
                    <a:pt x="295274" y="6077"/>
                  </a:lnTo>
                  <a:lnTo>
                    <a:pt x="294810" y="7200"/>
                  </a:lnTo>
                  <a:lnTo>
                    <a:pt x="292950" y="9060"/>
                  </a:lnTo>
                  <a:lnTo>
                    <a:pt x="291827" y="9524"/>
                  </a:lnTo>
                  <a:close/>
                </a:path>
                <a:path w="4914900" h="9525">
                  <a:moveTo>
                    <a:pt x="339452" y="9524"/>
                  </a:moveTo>
                  <a:lnTo>
                    <a:pt x="336822" y="9524"/>
                  </a:lnTo>
                  <a:lnTo>
                    <a:pt x="335699" y="9060"/>
                  </a:lnTo>
                  <a:lnTo>
                    <a:pt x="333839" y="7200"/>
                  </a:lnTo>
                  <a:lnTo>
                    <a:pt x="333374" y="6077"/>
                  </a:lnTo>
                  <a:lnTo>
                    <a:pt x="333374" y="3447"/>
                  </a:lnTo>
                  <a:lnTo>
                    <a:pt x="333839" y="2324"/>
                  </a:lnTo>
                  <a:lnTo>
                    <a:pt x="335699" y="464"/>
                  </a:lnTo>
                  <a:lnTo>
                    <a:pt x="336822" y="0"/>
                  </a:lnTo>
                  <a:lnTo>
                    <a:pt x="339452" y="0"/>
                  </a:lnTo>
                  <a:lnTo>
                    <a:pt x="340575" y="464"/>
                  </a:lnTo>
                  <a:lnTo>
                    <a:pt x="342434" y="2324"/>
                  </a:lnTo>
                  <a:lnTo>
                    <a:pt x="342899" y="3447"/>
                  </a:lnTo>
                  <a:lnTo>
                    <a:pt x="342899" y="6077"/>
                  </a:lnTo>
                  <a:lnTo>
                    <a:pt x="342434" y="7200"/>
                  </a:lnTo>
                  <a:lnTo>
                    <a:pt x="340575" y="9060"/>
                  </a:lnTo>
                  <a:lnTo>
                    <a:pt x="339452" y="9524"/>
                  </a:lnTo>
                  <a:close/>
                </a:path>
                <a:path w="4914900" h="9525">
                  <a:moveTo>
                    <a:pt x="387077" y="9524"/>
                  </a:moveTo>
                  <a:lnTo>
                    <a:pt x="384447" y="9524"/>
                  </a:lnTo>
                  <a:lnTo>
                    <a:pt x="383324" y="9060"/>
                  </a:lnTo>
                  <a:lnTo>
                    <a:pt x="381464" y="7200"/>
                  </a:lnTo>
                  <a:lnTo>
                    <a:pt x="380999" y="6077"/>
                  </a:lnTo>
                  <a:lnTo>
                    <a:pt x="380999" y="3447"/>
                  </a:lnTo>
                  <a:lnTo>
                    <a:pt x="381464" y="2324"/>
                  </a:lnTo>
                  <a:lnTo>
                    <a:pt x="383324" y="464"/>
                  </a:lnTo>
                  <a:lnTo>
                    <a:pt x="384447" y="0"/>
                  </a:lnTo>
                  <a:lnTo>
                    <a:pt x="387077" y="0"/>
                  </a:lnTo>
                  <a:lnTo>
                    <a:pt x="388200" y="464"/>
                  </a:lnTo>
                  <a:lnTo>
                    <a:pt x="390059" y="2324"/>
                  </a:lnTo>
                  <a:lnTo>
                    <a:pt x="390524" y="3447"/>
                  </a:lnTo>
                  <a:lnTo>
                    <a:pt x="390524" y="6077"/>
                  </a:lnTo>
                  <a:lnTo>
                    <a:pt x="390059" y="7200"/>
                  </a:lnTo>
                  <a:lnTo>
                    <a:pt x="388200" y="9060"/>
                  </a:lnTo>
                  <a:lnTo>
                    <a:pt x="387077" y="9524"/>
                  </a:lnTo>
                  <a:close/>
                </a:path>
                <a:path w="4914900" h="9525">
                  <a:moveTo>
                    <a:pt x="434702" y="9524"/>
                  </a:moveTo>
                  <a:lnTo>
                    <a:pt x="432072" y="9524"/>
                  </a:lnTo>
                  <a:lnTo>
                    <a:pt x="430949" y="9060"/>
                  </a:lnTo>
                  <a:lnTo>
                    <a:pt x="429089" y="7200"/>
                  </a:lnTo>
                  <a:lnTo>
                    <a:pt x="428624" y="6077"/>
                  </a:lnTo>
                  <a:lnTo>
                    <a:pt x="428624" y="3447"/>
                  </a:lnTo>
                  <a:lnTo>
                    <a:pt x="429089" y="2324"/>
                  </a:lnTo>
                  <a:lnTo>
                    <a:pt x="430949" y="464"/>
                  </a:lnTo>
                  <a:lnTo>
                    <a:pt x="432072" y="0"/>
                  </a:lnTo>
                  <a:lnTo>
                    <a:pt x="434702" y="0"/>
                  </a:lnTo>
                  <a:lnTo>
                    <a:pt x="435825" y="464"/>
                  </a:lnTo>
                  <a:lnTo>
                    <a:pt x="437684" y="2324"/>
                  </a:lnTo>
                  <a:lnTo>
                    <a:pt x="438149" y="3447"/>
                  </a:lnTo>
                  <a:lnTo>
                    <a:pt x="438149" y="6077"/>
                  </a:lnTo>
                  <a:lnTo>
                    <a:pt x="437684" y="7200"/>
                  </a:lnTo>
                  <a:lnTo>
                    <a:pt x="435825" y="9060"/>
                  </a:lnTo>
                  <a:lnTo>
                    <a:pt x="434702" y="9524"/>
                  </a:lnTo>
                  <a:close/>
                </a:path>
                <a:path w="4914900" h="9525">
                  <a:moveTo>
                    <a:pt x="482327" y="9524"/>
                  </a:moveTo>
                  <a:lnTo>
                    <a:pt x="479697" y="9524"/>
                  </a:lnTo>
                  <a:lnTo>
                    <a:pt x="478574" y="9060"/>
                  </a:lnTo>
                  <a:lnTo>
                    <a:pt x="476714" y="7200"/>
                  </a:lnTo>
                  <a:lnTo>
                    <a:pt x="476249" y="6077"/>
                  </a:lnTo>
                  <a:lnTo>
                    <a:pt x="476249" y="3447"/>
                  </a:lnTo>
                  <a:lnTo>
                    <a:pt x="476714" y="2324"/>
                  </a:lnTo>
                  <a:lnTo>
                    <a:pt x="478574" y="464"/>
                  </a:lnTo>
                  <a:lnTo>
                    <a:pt x="479697" y="0"/>
                  </a:lnTo>
                  <a:lnTo>
                    <a:pt x="482327" y="0"/>
                  </a:lnTo>
                  <a:lnTo>
                    <a:pt x="483450" y="464"/>
                  </a:lnTo>
                  <a:lnTo>
                    <a:pt x="485309" y="2324"/>
                  </a:lnTo>
                  <a:lnTo>
                    <a:pt x="485774" y="3447"/>
                  </a:lnTo>
                  <a:lnTo>
                    <a:pt x="485774" y="6077"/>
                  </a:lnTo>
                  <a:lnTo>
                    <a:pt x="485309" y="7200"/>
                  </a:lnTo>
                  <a:lnTo>
                    <a:pt x="483450" y="9060"/>
                  </a:lnTo>
                  <a:lnTo>
                    <a:pt x="482327" y="9524"/>
                  </a:lnTo>
                  <a:close/>
                </a:path>
                <a:path w="4914900" h="9525">
                  <a:moveTo>
                    <a:pt x="529952" y="9524"/>
                  </a:moveTo>
                  <a:lnTo>
                    <a:pt x="527322" y="9524"/>
                  </a:lnTo>
                  <a:lnTo>
                    <a:pt x="526199" y="9060"/>
                  </a:lnTo>
                  <a:lnTo>
                    <a:pt x="524339" y="7200"/>
                  </a:lnTo>
                  <a:lnTo>
                    <a:pt x="523874" y="6077"/>
                  </a:lnTo>
                  <a:lnTo>
                    <a:pt x="523874" y="3447"/>
                  </a:lnTo>
                  <a:lnTo>
                    <a:pt x="524339" y="2324"/>
                  </a:lnTo>
                  <a:lnTo>
                    <a:pt x="526199" y="464"/>
                  </a:lnTo>
                  <a:lnTo>
                    <a:pt x="527322" y="0"/>
                  </a:lnTo>
                  <a:lnTo>
                    <a:pt x="529952" y="0"/>
                  </a:lnTo>
                  <a:lnTo>
                    <a:pt x="531075" y="464"/>
                  </a:lnTo>
                  <a:lnTo>
                    <a:pt x="532934" y="2324"/>
                  </a:lnTo>
                  <a:lnTo>
                    <a:pt x="533399" y="3447"/>
                  </a:lnTo>
                  <a:lnTo>
                    <a:pt x="533399" y="6077"/>
                  </a:lnTo>
                  <a:lnTo>
                    <a:pt x="532934" y="7200"/>
                  </a:lnTo>
                  <a:lnTo>
                    <a:pt x="531075" y="9060"/>
                  </a:lnTo>
                  <a:lnTo>
                    <a:pt x="529952" y="9524"/>
                  </a:lnTo>
                  <a:close/>
                </a:path>
                <a:path w="4914900" h="9525">
                  <a:moveTo>
                    <a:pt x="577577" y="9524"/>
                  </a:moveTo>
                  <a:lnTo>
                    <a:pt x="574947" y="9524"/>
                  </a:lnTo>
                  <a:lnTo>
                    <a:pt x="573824" y="9060"/>
                  </a:lnTo>
                  <a:lnTo>
                    <a:pt x="571964" y="7200"/>
                  </a:lnTo>
                  <a:lnTo>
                    <a:pt x="571499" y="6077"/>
                  </a:lnTo>
                  <a:lnTo>
                    <a:pt x="571499" y="3447"/>
                  </a:lnTo>
                  <a:lnTo>
                    <a:pt x="571964" y="2324"/>
                  </a:lnTo>
                  <a:lnTo>
                    <a:pt x="573824" y="464"/>
                  </a:lnTo>
                  <a:lnTo>
                    <a:pt x="574947" y="0"/>
                  </a:lnTo>
                  <a:lnTo>
                    <a:pt x="577577" y="0"/>
                  </a:lnTo>
                  <a:lnTo>
                    <a:pt x="578700" y="464"/>
                  </a:lnTo>
                  <a:lnTo>
                    <a:pt x="580559" y="2324"/>
                  </a:lnTo>
                  <a:lnTo>
                    <a:pt x="581024" y="3447"/>
                  </a:lnTo>
                  <a:lnTo>
                    <a:pt x="581024" y="6077"/>
                  </a:lnTo>
                  <a:lnTo>
                    <a:pt x="580559" y="7200"/>
                  </a:lnTo>
                  <a:lnTo>
                    <a:pt x="578700" y="9060"/>
                  </a:lnTo>
                  <a:lnTo>
                    <a:pt x="577577" y="9524"/>
                  </a:lnTo>
                  <a:close/>
                </a:path>
                <a:path w="4914900" h="9525">
                  <a:moveTo>
                    <a:pt x="625202" y="9524"/>
                  </a:moveTo>
                  <a:lnTo>
                    <a:pt x="622572" y="9524"/>
                  </a:lnTo>
                  <a:lnTo>
                    <a:pt x="621449" y="9060"/>
                  </a:lnTo>
                  <a:lnTo>
                    <a:pt x="619589" y="7200"/>
                  </a:lnTo>
                  <a:lnTo>
                    <a:pt x="619124" y="6077"/>
                  </a:lnTo>
                  <a:lnTo>
                    <a:pt x="619124" y="3447"/>
                  </a:lnTo>
                  <a:lnTo>
                    <a:pt x="619589" y="2324"/>
                  </a:lnTo>
                  <a:lnTo>
                    <a:pt x="621449" y="464"/>
                  </a:lnTo>
                  <a:lnTo>
                    <a:pt x="622572" y="0"/>
                  </a:lnTo>
                  <a:lnTo>
                    <a:pt x="625202" y="0"/>
                  </a:lnTo>
                  <a:lnTo>
                    <a:pt x="626325" y="464"/>
                  </a:lnTo>
                  <a:lnTo>
                    <a:pt x="628184" y="2324"/>
                  </a:lnTo>
                  <a:lnTo>
                    <a:pt x="628649" y="3447"/>
                  </a:lnTo>
                  <a:lnTo>
                    <a:pt x="628649" y="6077"/>
                  </a:lnTo>
                  <a:lnTo>
                    <a:pt x="628184" y="7200"/>
                  </a:lnTo>
                  <a:lnTo>
                    <a:pt x="626325" y="9060"/>
                  </a:lnTo>
                  <a:lnTo>
                    <a:pt x="625202" y="9524"/>
                  </a:lnTo>
                  <a:close/>
                </a:path>
                <a:path w="4914900" h="9525">
                  <a:moveTo>
                    <a:pt x="672827" y="9524"/>
                  </a:moveTo>
                  <a:lnTo>
                    <a:pt x="670197" y="9524"/>
                  </a:lnTo>
                  <a:lnTo>
                    <a:pt x="669074" y="9060"/>
                  </a:lnTo>
                  <a:lnTo>
                    <a:pt x="667214" y="7200"/>
                  </a:lnTo>
                  <a:lnTo>
                    <a:pt x="666749" y="6077"/>
                  </a:lnTo>
                  <a:lnTo>
                    <a:pt x="666749" y="3447"/>
                  </a:lnTo>
                  <a:lnTo>
                    <a:pt x="667214" y="2324"/>
                  </a:lnTo>
                  <a:lnTo>
                    <a:pt x="669074" y="464"/>
                  </a:lnTo>
                  <a:lnTo>
                    <a:pt x="670197" y="0"/>
                  </a:lnTo>
                  <a:lnTo>
                    <a:pt x="672827" y="0"/>
                  </a:lnTo>
                  <a:lnTo>
                    <a:pt x="673950" y="464"/>
                  </a:lnTo>
                  <a:lnTo>
                    <a:pt x="675809" y="2324"/>
                  </a:lnTo>
                  <a:lnTo>
                    <a:pt x="676274" y="3447"/>
                  </a:lnTo>
                  <a:lnTo>
                    <a:pt x="676274" y="6077"/>
                  </a:lnTo>
                  <a:lnTo>
                    <a:pt x="675809" y="7200"/>
                  </a:lnTo>
                  <a:lnTo>
                    <a:pt x="673950" y="9060"/>
                  </a:lnTo>
                  <a:lnTo>
                    <a:pt x="672827" y="9524"/>
                  </a:lnTo>
                  <a:close/>
                </a:path>
                <a:path w="4914900" h="9525">
                  <a:moveTo>
                    <a:pt x="720452" y="9524"/>
                  </a:moveTo>
                  <a:lnTo>
                    <a:pt x="717822" y="9524"/>
                  </a:lnTo>
                  <a:lnTo>
                    <a:pt x="716699" y="9060"/>
                  </a:lnTo>
                  <a:lnTo>
                    <a:pt x="714839" y="7200"/>
                  </a:lnTo>
                  <a:lnTo>
                    <a:pt x="714374" y="6077"/>
                  </a:lnTo>
                  <a:lnTo>
                    <a:pt x="714374" y="3447"/>
                  </a:lnTo>
                  <a:lnTo>
                    <a:pt x="714839" y="2324"/>
                  </a:lnTo>
                  <a:lnTo>
                    <a:pt x="716699" y="464"/>
                  </a:lnTo>
                  <a:lnTo>
                    <a:pt x="717822" y="0"/>
                  </a:lnTo>
                  <a:lnTo>
                    <a:pt x="720452" y="0"/>
                  </a:lnTo>
                  <a:lnTo>
                    <a:pt x="721575" y="464"/>
                  </a:lnTo>
                  <a:lnTo>
                    <a:pt x="723435" y="2324"/>
                  </a:lnTo>
                  <a:lnTo>
                    <a:pt x="723899" y="3447"/>
                  </a:lnTo>
                  <a:lnTo>
                    <a:pt x="723899" y="6077"/>
                  </a:lnTo>
                  <a:lnTo>
                    <a:pt x="723435" y="7200"/>
                  </a:lnTo>
                  <a:lnTo>
                    <a:pt x="721575" y="9060"/>
                  </a:lnTo>
                  <a:lnTo>
                    <a:pt x="720452" y="9524"/>
                  </a:lnTo>
                  <a:close/>
                </a:path>
                <a:path w="4914900" h="9525">
                  <a:moveTo>
                    <a:pt x="768077" y="9524"/>
                  </a:moveTo>
                  <a:lnTo>
                    <a:pt x="765447" y="9524"/>
                  </a:lnTo>
                  <a:lnTo>
                    <a:pt x="764324" y="9060"/>
                  </a:lnTo>
                  <a:lnTo>
                    <a:pt x="762464" y="7200"/>
                  </a:lnTo>
                  <a:lnTo>
                    <a:pt x="761999" y="6077"/>
                  </a:lnTo>
                  <a:lnTo>
                    <a:pt x="761999" y="3447"/>
                  </a:lnTo>
                  <a:lnTo>
                    <a:pt x="762464" y="2324"/>
                  </a:lnTo>
                  <a:lnTo>
                    <a:pt x="764324" y="464"/>
                  </a:lnTo>
                  <a:lnTo>
                    <a:pt x="765447" y="0"/>
                  </a:lnTo>
                  <a:lnTo>
                    <a:pt x="768077" y="0"/>
                  </a:lnTo>
                  <a:lnTo>
                    <a:pt x="769200" y="464"/>
                  </a:lnTo>
                  <a:lnTo>
                    <a:pt x="771059" y="2324"/>
                  </a:lnTo>
                  <a:lnTo>
                    <a:pt x="771524" y="3447"/>
                  </a:lnTo>
                  <a:lnTo>
                    <a:pt x="771524" y="6077"/>
                  </a:lnTo>
                  <a:lnTo>
                    <a:pt x="771059" y="7200"/>
                  </a:lnTo>
                  <a:lnTo>
                    <a:pt x="769200" y="9060"/>
                  </a:lnTo>
                  <a:lnTo>
                    <a:pt x="768077" y="9524"/>
                  </a:lnTo>
                  <a:close/>
                </a:path>
                <a:path w="4914900" h="9525">
                  <a:moveTo>
                    <a:pt x="815702" y="9524"/>
                  </a:moveTo>
                  <a:lnTo>
                    <a:pt x="813072" y="9524"/>
                  </a:lnTo>
                  <a:lnTo>
                    <a:pt x="811949" y="9060"/>
                  </a:lnTo>
                  <a:lnTo>
                    <a:pt x="810089" y="7200"/>
                  </a:lnTo>
                  <a:lnTo>
                    <a:pt x="809624" y="6077"/>
                  </a:lnTo>
                  <a:lnTo>
                    <a:pt x="809624" y="3447"/>
                  </a:lnTo>
                  <a:lnTo>
                    <a:pt x="810089" y="2324"/>
                  </a:lnTo>
                  <a:lnTo>
                    <a:pt x="811949" y="464"/>
                  </a:lnTo>
                  <a:lnTo>
                    <a:pt x="813072" y="0"/>
                  </a:lnTo>
                  <a:lnTo>
                    <a:pt x="815702" y="0"/>
                  </a:lnTo>
                  <a:lnTo>
                    <a:pt x="816825" y="464"/>
                  </a:lnTo>
                  <a:lnTo>
                    <a:pt x="818684" y="2324"/>
                  </a:lnTo>
                  <a:lnTo>
                    <a:pt x="819149" y="3447"/>
                  </a:lnTo>
                  <a:lnTo>
                    <a:pt x="819149" y="6077"/>
                  </a:lnTo>
                  <a:lnTo>
                    <a:pt x="818684" y="7200"/>
                  </a:lnTo>
                  <a:lnTo>
                    <a:pt x="816825" y="9060"/>
                  </a:lnTo>
                  <a:lnTo>
                    <a:pt x="815702" y="9524"/>
                  </a:lnTo>
                  <a:close/>
                </a:path>
                <a:path w="4914900" h="9525">
                  <a:moveTo>
                    <a:pt x="863327" y="9524"/>
                  </a:moveTo>
                  <a:lnTo>
                    <a:pt x="860697" y="9524"/>
                  </a:lnTo>
                  <a:lnTo>
                    <a:pt x="859574" y="9060"/>
                  </a:lnTo>
                  <a:lnTo>
                    <a:pt x="857714" y="7200"/>
                  </a:lnTo>
                  <a:lnTo>
                    <a:pt x="857249" y="6077"/>
                  </a:lnTo>
                  <a:lnTo>
                    <a:pt x="857249" y="3447"/>
                  </a:lnTo>
                  <a:lnTo>
                    <a:pt x="857714" y="2324"/>
                  </a:lnTo>
                  <a:lnTo>
                    <a:pt x="859574" y="464"/>
                  </a:lnTo>
                  <a:lnTo>
                    <a:pt x="860697" y="0"/>
                  </a:lnTo>
                  <a:lnTo>
                    <a:pt x="863327" y="0"/>
                  </a:lnTo>
                  <a:lnTo>
                    <a:pt x="864450" y="464"/>
                  </a:lnTo>
                  <a:lnTo>
                    <a:pt x="866309" y="2324"/>
                  </a:lnTo>
                  <a:lnTo>
                    <a:pt x="866774" y="3447"/>
                  </a:lnTo>
                  <a:lnTo>
                    <a:pt x="866774" y="6077"/>
                  </a:lnTo>
                  <a:lnTo>
                    <a:pt x="866309" y="7200"/>
                  </a:lnTo>
                  <a:lnTo>
                    <a:pt x="864450" y="9060"/>
                  </a:lnTo>
                  <a:lnTo>
                    <a:pt x="863327" y="9524"/>
                  </a:lnTo>
                  <a:close/>
                </a:path>
                <a:path w="4914900" h="9525">
                  <a:moveTo>
                    <a:pt x="910952" y="9524"/>
                  </a:moveTo>
                  <a:lnTo>
                    <a:pt x="908322" y="9524"/>
                  </a:lnTo>
                  <a:lnTo>
                    <a:pt x="907199" y="9060"/>
                  </a:lnTo>
                  <a:lnTo>
                    <a:pt x="905339" y="7200"/>
                  </a:lnTo>
                  <a:lnTo>
                    <a:pt x="904874" y="6077"/>
                  </a:lnTo>
                  <a:lnTo>
                    <a:pt x="904874" y="3447"/>
                  </a:lnTo>
                  <a:lnTo>
                    <a:pt x="905339" y="2324"/>
                  </a:lnTo>
                  <a:lnTo>
                    <a:pt x="907199" y="464"/>
                  </a:lnTo>
                  <a:lnTo>
                    <a:pt x="908322" y="0"/>
                  </a:lnTo>
                  <a:lnTo>
                    <a:pt x="910952" y="0"/>
                  </a:lnTo>
                  <a:lnTo>
                    <a:pt x="912074" y="464"/>
                  </a:lnTo>
                  <a:lnTo>
                    <a:pt x="913934" y="2324"/>
                  </a:lnTo>
                  <a:lnTo>
                    <a:pt x="914399" y="3447"/>
                  </a:lnTo>
                  <a:lnTo>
                    <a:pt x="914399" y="6077"/>
                  </a:lnTo>
                  <a:lnTo>
                    <a:pt x="913934" y="7200"/>
                  </a:lnTo>
                  <a:lnTo>
                    <a:pt x="912074" y="9060"/>
                  </a:lnTo>
                  <a:lnTo>
                    <a:pt x="910952" y="9524"/>
                  </a:lnTo>
                  <a:close/>
                </a:path>
                <a:path w="4914900" h="9525">
                  <a:moveTo>
                    <a:pt x="958577" y="9524"/>
                  </a:moveTo>
                  <a:lnTo>
                    <a:pt x="955947" y="9524"/>
                  </a:lnTo>
                  <a:lnTo>
                    <a:pt x="954824" y="9060"/>
                  </a:lnTo>
                  <a:lnTo>
                    <a:pt x="952964" y="7200"/>
                  </a:lnTo>
                  <a:lnTo>
                    <a:pt x="952499" y="6077"/>
                  </a:lnTo>
                  <a:lnTo>
                    <a:pt x="952499" y="3447"/>
                  </a:lnTo>
                  <a:lnTo>
                    <a:pt x="952964" y="2324"/>
                  </a:lnTo>
                  <a:lnTo>
                    <a:pt x="954824" y="464"/>
                  </a:lnTo>
                  <a:lnTo>
                    <a:pt x="955947" y="0"/>
                  </a:lnTo>
                  <a:lnTo>
                    <a:pt x="958577" y="0"/>
                  </a:lnTo>
                  <a:lnTo>
                    <a:pt x="959700" y="464"/>
                  </a:lnTo>
                  <a:lnTo>
                    <a:pt x="961560" y="2324"/>
                  </a:lnTo>
                  <a:lnTo>
                    <a:pt x="962024" y="3447"/>
                  </a:lnTo>
                  <a:lnTo>
                    <a:pt x="962024" y="6077"/>
                  </a:lnTo>
                  <a:lnTo>
                    <a:pt x="961560" y="7200"/>
                  </a:lnTo>
                  <a:lnTo>
                    <a:pt x="959700" y="9060"/>
                  </a:lnTo>
                  <a:lnTo>
                    <a:pt x="958577" y="9524"/>
                  </a:lnTo>
                  <a:close/>
                </a:path>
                <a:path w="4914900" h="9525">
                  <a:moveTo>
                    <a:pt x="1006202" y="9524"/>
                  </a:moveTo>
                  <a:lnTo>
                    <a:pt x="1003572" y="9524"/>
                  </a:lnTo>
                  <a:lnTo>
                    <a:pt x="1002449" y="9060"/>
                  </a:lnTo>
                  <a:lnTo>
                    <a:pt x="1000589" y="7200"/>
                  </a:lnTo>
                  <a:lnTo>
                    <a:pt x="1000124" y="6077"/>
                  </a:lnTo>
                  <a:lnTo>
                    <a:pt x="1000124" y="3447"/>
                  </a:lnTo>
                  <a:lnTo>
                    <a:pt x="1000589" y="2324"/>
                  </a:lnTo>
                  <a:lnTo>
                    <a:pt x="1002449" y="464"/>
                  </a:lnTo>
                  <a:lnTo>
                    <a:pt x="1003572" y="0"/>
                  </a:lnTo>
                  <a:lnTo>
                    <a:pt x="1006202" y="0"/>
                  </a:lnTo>
                  <a:lnTo>
                    <a:pt x="1007325" y="464"/>
                  </a:lnTo>
                  <a:lnTo>
                    <a:pt x="1009184" y="2324"/>
                  </a:lnTo>
                  <a:lnTo>
                    <a:pt x="1009649" y="3447"/>
                  </a:lnTo>
                  <a:lnTo>
                    <a:pt x="1009649" y="6077"/>
                  </a:lnTo>
                  <a:lnTo>
                    <a:pt x="1009184" y="7200"/>
                  </a:lnTo>
                  <a:lnTo>
                    <a:pt x="1007325" y="9060"/>
                  </a:lnTo>
                  <a:lnTo>
                    <a:pt x="1006202" y="9524"/>
                  </a:lnTo>
                  <a:close/>
                </a:path>
                <a:path w="4914900" h="9525">
                  <a:moveTo>
                    <a:pt x="1053827" y="9524"/>
                  </a:moveTo>
                  <a:lnTo>
                    <a:pt x="1051197" y="9524"/>
                  </a:lnTo>
                  <a:lnTo>
                    <a:pt x="1050074" y="9060"/>
                  </a:lnTo>
                  <a:lnTo>
                    <a:pt x="1048214" y="7200"/>
                  </a:lnTo>
                  <a:lnTo>
                    <a:pt x="1047749" y="6077"/>
                  </a:lnTo>
                  <a:lnTo>
                    <a:pt x="1047749" y="3447"/>
                  </a:lnTo>
                  <a:lnTo>
                    <a:pt x="1048214" y="2324"/>
                  </a:lnTo>
                  <a:lnTo>
                    <a:pt x="1050074" y="464"/>
                  </a:lnTo>
                  <a:lnTo>
                    <a:pt x="1051197" y="0"/>
                  </a:lnTo>
                  <a:lnTo>
                    <a:pt x="1053827" y="0"/>
                  </a:lnTo>
                  <a:lnTo>
                    <a:pt x="1054950" y="464"/>
                  </a:lnTo>
                  <a:lnTo>
                    <a:pt x="1056809" y="2324"/>
                  </a:lnTo>
                  <a:lnTo>
                    <a:pt x="1057274" y="3447"/>
                  </a:lnTo>
                  <a:lnTo>
                    <a:pt x="1057274" y="6077"/>
                  </a:lnTo>
                  <a:lnTo>
                    <a:pt x="1056809" y="7200"/>
                  </a:lnTo>
                  <a:lnTo>
                    <a:pt x="1054950" y="9060"/>
                  </a:lnTo>
                  <a:lnTo>
                    <a:pt x="1053827" y="9524"/>
                  </a:lnTo>
                  <a:close/>
                </a:path>
                <a:path w="4914900" h="9525">
                  <a:moveTo>
                    <a:pt x="1101452" y="9524"/>
                  </a:moveTo>
                  <a:lnTo>
                    <a:pt x="1098822" y="9524"/>
                  </a:lnTo>
                  <a:lnTo>
                    <a:pt x="1097699" y="9060"/>
                  </a:lnTo>
                  <a:lnTo>
                    <a:pt x="1095839" y="7200"/>
                  </a:lnTo>
                  <a:lnTo>
                    <a:pt x="1095374" y="6077"/>
                  </a:lnTo>
                  <a:lnTo>
                    <a:pt x="1095374" y="3447"/>
                  </a:lnTo>
                  <a:lnTo>
                    <a:pt x="1095839" y="2324"/>
                  </a:lnTo>
                  <a:lnTo>
                    <a:pt x="1097699" y="464"/>
                  </a:lnTo>
                  <a:lnTo>
                    <a:pt x="1098822" y="0"/>
                  </a:lnTo>
                  <a:lnTo>
                    <a:pt x="1101452" y="0"/>
                  </a:lnTo>
                  <a:lnTo>
                    <a:pt x="1102575" y="464"/>
                  </a:lnTo>
                  <a:lnTo>
                    <a:pt x="1104434" y="2324"/>
                  </a:lnTo>
                  <a:lnTo>
                    <a:pt x="1104899" y="3447"/>
                  </a:lnTo>
                  <a:lnTo>
                    <a:pt x="1104899" y="6077"/>
                  </a:lnTo>
                  <a:lnTo>
                    <a:pt x="1104434" y="7200"/>
                  </a:lnTo>
                  <a:lnTo>
                    <a:pt x="1102575" y="9060"/>
                  </a:lnTo>
                  <a:lnTo>
                    <a:pt x="1101452" y="9524"/>
                  </a:lnTo>
                  <a:close/>
                </a:path>
                <a:path w="4914900" h="9525">
                  <a:moveTo>
                    <a:pt x="1149077" y="9524"/>
                  </a:moveTo>
                  <a:lnTo>
                    <a:pt x="1146447" y="9524"/>
                  </a:lnTo>
                  <a:lnTo>
                    <a:pt x="1145324" y="9060"/>
                  </a:lnTo>
                  <a:lnTo>
                    <a:pt x="1143464" y="7200"/>
                  </a:lnTo>
                  <a:lnTo>
                    <a:pt x="1142999" y="6077"/>
                  </a:lnTo>
                  <a:lnTo>
                    <a:pt x="1142999" y="3447"/>
                  </a:lnTo>
                  <a:lnTo>
                    <a:pt x="1143464" y="2324"/>
                  </a:lnTo>
                  <a:lnTo>
                    <a:pt x="1145324" y="464"/>
                  </a:lnTo>
                  <a:lnTo>
                    <a:pt x="1146447" y="0"/>
                  </a:lnTo>
                  <a:lnTo>
                    <a:pt x="1149077" y="0"/>
                  </a:lnTo>
                  <a:lnTo>
                    <a:pt x="1150199" y="464"/>
                  </a:lnTo>
                  <a:lnTo>
                    <a:pt x="1152059" y="2324"/>
                  </a:lnTo>
                  <a:lnTo>
                    <a:pt x="1152524" y="3447"/>
                  </a:lnTo>
                  <a:lnTo>
                    <a:pt x="1152524" y="6077"/>
                  </a:lnTo>
                  <a:lnTo>
                    <a:pt x="1152059" y="7200"/>
                  </a:lnTo>
                  <a:lnTo>
                    <a:pt x="1150199" y="9060"/>
                  </a:lnTo>
                  <a:lnTo>
                    <a:pt x="1149077" y="9524"/>
                  </a:lnTo>
                  <a:close/>
                </a:path>
                <a:path w="4914900" h="9525">
                  <a:moveTo>
                    <a:pt x="1196702" y="9524"/>
                  </a:moveTo>
                  <a:lnTo>
                    <a:pt x="1194072" y="9524"/>
                  </a:lnTo>
                  <a:lnTo>
                    <a:pt x="1192949" y="9060"/>
                  </a:lnTo>
                  <a:lnTo>
                    <a:pt x="1191089" y="7200"/>
                  </a:lnTo>
                  <a:lnTo>
                    <a:pt x="1190624" y="6077"/>
                  </a:lnTo>
                  <a:lnTo>
                    <a:pt x="1190624" y="3447"/>
                  </a:lnTo>
                  <a:lnTo>
                    <a:pt x="1191089" y="2324"/>
                  </a:lnTo>
                  <a:lnTo>
                    <a:pt x="1192949" y="464"/>
                  </a:lnTo>
                  <a:lnTo>
                    <a:pt x="1194072" y="0"/>
                  </a:lnTo>
                  <a:lnTo>
                    <a:pt x="1196702" y="0"/>
                  </a:lnTo>
                  <a:lnTo>
                    <a:pt x="1197825" y="464"/>
                  </a:lnTo>
                  <a:lnTo>
                    <a:pt x="1199684" y="2324"/>
                  </a:lnTo>
                  <a:lnTo>
                    <a:pt x="1200149" y="3447"/>
                  </a:lnTo>
                  <a:lnTo>
                    <a:pt x="1200149" y="6077"/>
                  </a:lnTo>
                  <a:lnTo>
                    <a:pt x="1199684" y="7200"/>
                  </a:lnTo>
                  <a:lnTo>
                    <a:pt x="1197825" y="9060"/>
                  </a:lnTo>
                  <a:lnTo>
                    <a:pt x="1196702" y="9524"/>
                  </a:lnTo>
                  <a:close/>
                </a:path>
                <a:path w="4914900" h="9525">
                  <a:moveTo>
                    <a:pt x="1244327" y="9524"/>
                  </a:moveTo>
                  <a:lnTo>
                    <a:pt x="1241697" y="9524"/>
                  </a:lnTo>
                  <a:lnTo>
                    <a:pt x="1240574" y="9060"/>
                  </a:lnTo>
                  <a:lnTo>
                    <a:pt x="1238714" y="7200"/>
                  </a:lnTo>
                  <a:lnTo>
                    <a:pt x="1238249" y="6077"/>
                  </a:lnTo>
                  <a:lnTo>
                    <a:pt x="1238249" y="3447"/>
                  </a:lnTo>
                  <a:lnTo>
                    <a:pt x="1238714" y="2324"/>
                  </a:lnTo>
                  <a:lnTo>
                    <a:pt x="1240574" y="464"/>
                  </a:lnTo>
                  <a:lnTo>
                    <a:pt x="1241697" y="0"/>
                  </a:lnTo>
                  <a:lnTo>
                    <a:pt x="1244327" y="0"/>
                  </a:lnTo>
                  <a:lnTo>
                    <a:pt x="1245449" y="464"/>
                  </a:lnTo>
                  <a:lnTo>
                    <a:pt x="1247309" y="2324"/>
                  </a:lnTo>
                  <a:lnTo>
                    <a:pt x="1247774" y="3447"/>
                  </a:lnTo>
                  <a:lnTo>
                    <a:pt x="1247774" y="6077"/>
                  </a:lnTo>
                  <a:lnTo>
                    <a:pt x="1247309" y="7200"/>
                  </a:lnTo>
                  <a:lnTo>
                    <a:pt x="1245449" y="9060"/>
                  </a:lnTo>
                  <a:lnTo>
                    <a:pt x="1244327" y="9524"/>
                  </a:lnTo>
                  <a:close/>
                </a:path>
                <a:path w="4914900" h="9525">
                  <a:moveTo>
                    <a:pt x="1291952" y="9524"/>
                  </a:moveTo>
                  <a:lnTo>
                    <a:pt x="1289322" y="9524"/>
                  </a:lnTo>
                  <a:lnTo>
                    <a:pt x="1288199" y="9060"/>
                  </a:lnTo>
                  <a:lnTo>
                    <a:pt x="1286339" y="7200"/>
                  </a:lnTo>
                  <a:lnTo>
                    <a:pt x="1285874" y="6077"/>
                  </a:lnTo>
                  <a:lnTo>
                    <a:pt x="1285874" y="3447"/>
                  </a:lnTo>
                  <a:lnTo>
                    <a:pt x="1286339" y="2324"/>
                  </a:lnTo>
                  <a:lnTo>
                    <a:pt x="1288199" y="464"/>
                  </a:lnTo>
                  <a:lnTo>
                    <a:pt x="1289322" y="0"/>
                  </a:lnTo>
                  <a:lnTo>
                    <a:pt x="1291952" y="0"/>
                  </a:lnTo>
                  <a:lnTo>
                    <a:pt x="1293074" y="464"/>
                  </a:lnTo>
                  <a:lnTo>
                    <a:pt x="1294934" y="2324"/>
                  </a:lnTo>
                  <a:lnTo>
                    <a:pt x="1295399" y="3447"/>
                  </a:lnTo>
                  <a:lnTo>
                    <a:pt x="1295399" y="6077"/>
                  </a:lnTo>
                  <a:lnTo>
                    <a:pt x="1294934" y="7200"/>
                  </a:lnTo>
                  <a:lnTo>
                    <a:pt x="1293074" y="9060"/>
                  </a:lnTo>
                  <a:lnTo>
                    <a:pt x="1291952" y="9524"/>
                  </a:lnTo>
                  <a:close/>
                </a:path>
                <a:path w="4914900" h="9525">
                  <a:moveTo>
                    <a:pt x="1339577" y="9524"/>
                  </a:moveTo>
                  <a:lnTo>
                    <a:pt x="1336947" y="9524"/>
                  </a:lnTo>
                  <a:lnTo>
                    <a:pt x="1335824" y="9060"/>
                  </a:lnTo>
                  <a:lnTo>
                    <a:pt x="1333964" y="7200"/>
                  </a:lnTo>
                  <a:lnTo>
                    <a:pt x="1333499" y="6077"/>
                  </a:lnTo>
                  <a:lnTo>
                    <a:pt x="1333499" y="3447"/>
                  </a:lnTo>
                  <a:lnTo>
                    <a:pt x="1333964" y="2324"/>
                  </a:lnTo>
                  <a:lnTo>
                    <a:pt x="1335824" y="464"/>
                  </a:lnTo>
                  <a:lnTo>
                    <a:pt x="1336947" y="0"/>
                  </a:lnTo>
                  <a:lnTo>
                    <a:pt x="1339577" y="0"/>
                  </a:lnTo>
                  <a:lnTo>
                    <a:pt x="1340700" y="464"/>
                  </a:lnTo>
                  <a:lnTo>
                    <a:pt x="1342560" y="2324"/>
                  </a:lnTo>
                  <a:lnTo>
                    <a:pt x="1343024" y="3447"/>
                  </a:lnTo>
                  <a:lnTo>
                    <a:pt x="1343024" y="6077"/>
                  </a:lnTo>
                  <a:lnTo>
                    <a:pt x="1342560" y="7200"/>
                  </a:lnTo>
                  <a:lnTo>
                    <a:pt x="1340700" y="9060"/>
                  </a:lnTo>
                  <a:lnTo>
                    <a:pt x="1339577" y="9524"/>
                  </a:lnTo>
                  <a:close/>
                </a:path>
                <a:path w="4914900" h="9525">
                  <a:moveTo>
                    <a:pt x="1387202" y="9524"/>
                  </a:moveTo>
                  <a:lnTo>
                    <a:pt x="1384572" y="9524"/>
                  </a:lnTo>
                  <a:lnTo>
                    <a:pt x="1383449" y="9060"/>
                  </a:lnTo>
                  <a:lnTo>
                    <a:pt x="1381589" y="7200"/>
                  </a:lnTo>
                  <a:lnTo>
                    <a:pt x="1381124" y="6077"/>
                  </a:lnTo>
                  <a:lnTo>
                    <a:pt x="1381124" y="3447"/>
                  </a:lnTo>
                  <a:lnTo>
                    <a:pt x="1381589" y="2324"/>
                  </a:lnTo>
                  <a:lnTo>
                    <a:pt x="1383449" y="464"/>
                  </a:lnTo>
                  <a:lnTo>
                    <a:pt x="1384572" y="0"/>
                  </a:lnTo>
                  <a:lnTo>
                    <a:pt x="1387202" y="0"/>
                  </a:lnTo>
                  <a:lnTo>
                    <a:pt x="1388324" y="464"/>
                  </a:lnTo>
                  <a:lnTo>
                    <a:pt x="1390184" y="2324"/>
                  </a:lnTo>
                  <a:lnTo>
                    <a:pt x="1390649" y="3447"/>
                  </a:lnTo>
                  <a:lnTo>
                    <a:pt x="1390649" y="6077"/>
                  </a:lnTo>
                  <a:lnTo>
                    <a:pt x="1390184" y="7200"/>
                  </a:lnTo>
                  <a:lnTo>
                    <a:pt x="1388324" y="9060"/>
                  </a:lnTo>
                  <a:lnTo>
                    <a:pt x="1387202" y="9524"/>
                  </a:lnTo>
                  <a:close/>
                </a:path>
                <a:path w="4914900" h="9525">
                  <a:moveTo>
                    <a:pt x="1434827" y="9524"/>
                  </a:moveTo>
                  <a:lnTo>
                    <a:pt x="1432197" y="9524"/>
                  </a:lnTo>
                  <a:lnTo>
                    <a:pt x="1431074" y="9060"/>
                  </a:lnTo>
                  <a:lnTo>
                    <a:pt x="1429214" y="7200"/>
                  </a:lnTo>
                  <a:lnTo>
                    <a:pt x="1428749" y="6077"/>
                  </a:lnTo>
                  <a:lnTo>
                    <a:pt x="1428749" y="3447"/>
                  </a:lnTo>
                  <a:lnTo>
                    <a:pt x="1429214" y="2324"/>
                  </a:lnTo>
                  <a:lnTo>
                    <a:pt x="1431074" y="464"/>
                  </a:lnTo>
                  <a:lnTo>
                    <a:pt x="1432197" y="0"/>
                  </a:lnTo>
                  <a:lnTo>
                    <a:pt x="1434827" y="0"/>
                  </a:lnTo>
                  <a:lnTo>
                    <a:pt x="1435949" y="464"/>
                  </a:lnTo>
                  <a:lnTo>
                    <a:pt x="1437809" y="2324"/>
                  </a:lnTo>
                  <a:lnTo>
                    <a:pt x="1438274" y="3447"/>
                  </a:lnTo>
                  <a:lnTo>
                    <a:pt x="1438274" y="6077"/>
                  </a:lnTo>
                  <a:lnTo>
                    <a:pt x="1437809" y="7200"/>
                  </a:lnTo>
                  <a:lnTo>
                    <a:pt x="1435949" y="9060"/>
                  </a:lnTo>
                  <a:lnTo>
                    <a:pt x="1434827" y="9524"/>
                  </a:lnTo>
                  <a:close/>
                </a:path>
                <a:path w="4914900" h="9525">
                  <a:moveTo>
                    <a:pt x="1482452" y="9524"/>
                  </a:moveTo>
                  <a:lnTo>
                    <a:pt x="1479822" y="9524"/>
                  </a:lnTo>
                  <a:lnTo>
                    <a:pt x="1478699" y="9060"/>
                  </a:lnTo>
                  <a:lnTo>
                    <a:pt x="1476839" y="7200"/>
                  </a:lnTo>
                  <a:lnTo>
                    <a:pt x="1476374" y="6077"/>
                  </a:lnTo>
                  <a:lnTo>
                    <a:pt x="1476374" y="3447"/>
                  </a:lnTo>
                  <a:lnTo>
                    <a:pt x="1476839" y="2324"/>
                  </a:lnTo>
                  <a:lnTo>
                    <a:pt x="1478699" y="464"/>
                  </a:lnTo>
                  <a:lnTo>
                    <a:pt x="1479822" y="0"/>
                  </a:lnTo>
                  <a:lnTo>
                    <a:pt x="1482452" y="0"/>
                  </a:lnTo>
                  <a:lnTo>
                    <a:pt x="1483574" y="464"/>
                  </a:lnTo>
                  <a:lnTo>
                    <a:pt x="1485434" y="2324"/>
                  </a:lnTo>
                  <a:lnTo>
                    <a:pt x="1485899" y="3447"/>
                  </a:lnTo>
                  <a:lnTo>
                    <a:pt x="1485899" y="6077"/>
                  </a:lnTo>
                  <a:lnTo>
                    <a:pt x="1485434" y="7200"/>
                  </a:lnTo>
                  <a:lnTo>
                    <a:pt x="1483574" y="9060"/>
                  </a:lnTo>
                  <a:lnTo>
                    <a:pt x="1482452" y="9524"/>
                  </a:lnTo>
                  <a:close/>
                </a:path>
                <a:path w="4914900" h="9525">
                  <a:moveTo>
                    <a:pt x="1530077" y="9524"/>
                  </a:moveTo>
                  <a:lnTo>
                    <a:pt x="1527447" y="9524"/>
                  </a:lnTo>
                  <a:lnTo>
                    <a:pt x="1526324" y="9060"/>
                  </a:lnTo>
                  <a:lnTo>
                    <a:pt x="1524464" y="7200"/>
                  </a:lnTo>
                  <a:lnTo>
                    <a:pt x="1523999" y="6077"/>
                  </a:lnTo>
                  <a:lnTo>
                    <a:pt x="1523999" y="3447"/>
                  </a:lnTo>
                  <a:lnTo>
                    <a:pt x="1524464" y="2324"/>
                  </a:lnTo>
                  <a:lnTo>
                    <a:pt x="1526324" y="464"/>
                  </a:lnTo>
                  <a:lnTo>
                    <a:pt x="1527447" y="0"/>
                  </a:lnTo>
                  <a:lnTo>
                    <a:pt x="1530077" y="0"/>
                  </a:lnTo>
                  <a:lnTo>
                    <a:pt x="1531199" y="464"/>
                  </a:lnTo>
                  <a:lnTo>
                    <a:pt x="1533059" y="2324"/>
                  </a:lnTo>
                  <a:lnTo>
                    <a:pt x="1533524" y="3447"/>
                  </a:lnTo>
                  <a:lnTo>
                    <a:pt x="1533524" y="6077"/>
                  </a:lnTo>
                  <a:lnTo>
                    <a:pt x="1533059" y="7200"/>
                  </a:lnTo>
                  <a:lnTo>
                    <a:pt x="1531199" y="9060"/>
                  </a:lnTo>
                  <a:lnTo>
                    <a:pt x="1530077" y="9524"/>
                  </a:lnTo>
                  <a:close/>
                </a:path>
                <a:path w="4914900" h="9525">
                  <a:moveTo>
                    <a:pt x="1577702" y="9524"/>
                  </a:moveTo>
                  <a:lnTo>
                    <a:pt x="1575072" y="9524"/>
                  </a:lnTo>
                  <a:lnTo>
                    <a:pt x="1573949" y="9060"/>
                  </a:lnTo>
                  <a:lnTo>
                    <a:pt x="1572089" y="7200"/>
                  </a:lnTo>
                  <a:lnTo>
                    <a:pt x="1571624" y="6077"/>
                  </a:lnTo>
                  <a:lnTo>
                    <a:pt x="1571624" y="3447"/>
                  </a:lnTo>
                  <a:lnTo>
                    <a:pt x="1572089" y="2324"/>
                  </a:lnTo>
                  <a:lnTo>
                    <a:pt x="1573949" y="464"/>
                  </a:lnTo>
                  <a:lnTo>
                    <a:pt x="1575072" y="0"/>
                  </a:lnTo>
                  <a:lnTo>
                    <a:pt x="1577702" y="0"/>
                  </a:lnTo>
                  <a:lnTo>
                    <a:pt x="1578825" y="464"/>
                  </a:lnTo>
                  <a:lnTo>
                    <a:pt x="1580684" y="2324"/>
                  </a:lnTo>
                  <a:lnTo>
                    <a:pt x="1581149" y="3447"/>
                  </a:lnTo>
                  <a:lnTo>
                    <a:pt x="1581149" y="6077"/>
                  </a:lnTo>
                  <a:lnTo>
                    <a:pt x="1580684" y="7200"/>
                  </a:lnTo>
                  <a:lnTo>
                    <a:pt x="1578825" y="9060"/>
                  </a:lnTo>
                  <a:lnTo>
                    <a:pt x="1577702" y="9524"/>
                  </a:lnTo>
                  <a:close/>
                </a:path>
                <a:path w="4914900" h="9525">
                  <a:moveTo>
                    <a:pt x="1625327" y="9524"/>
                  </a:moveTo>
                  <a:lnTo>
                    <a:pt x="1622697" y="9524"/>
                  </a:lnTo>
                  <a:lnTo>
                    <a:pt x="1621574" y="9060"/>
                  </a:lnTo>
                  <a:lnTo>
                    <a:pt x="1619714" y="7200"/>
                  </a:lnTo>
                  <a:lnTo>
                    <a:pt x="1619249" y="6077"/>
                  </a:lnTo>
                  <a:lnTo>
                    <a:pt x="1619249" y="3447"/>
                  </a:lnTo>
                  <a:lnTo>
                    <a:pt x="1619714" y="2324"/>
                  </a:lnTo>
                  <a:lnTo>
                    <a:pt x="1621574" y="464"/>
                  </a:lnTo>
                  <a:lnTo>
                    <a:pt x="1622697" y="0"/>
                  </a:lnTo>
                  <a:lnTo>
                    <a:pt x="1625327" y="0"/>
                  </a:lnTo>
                  <a:lnTo>
                    <a:pt x="1626449" y="464"/>
                  </a:lnTo>
                  <a:lnTo>
                    <a:pt x="1628309" y="2324"/>
                  </a:lnTo>
                  <a:lnTo>
                    <a:pt x="1628774" y="3447"/>
                  </a:lnTo>
                  <a:lnTo>
                    <a:pt x="1628774" y="6077"/>
                  </a:lnTo>
                  <a:lnTo>
                    <a:pt x="1628309" y="7200"/>
                  </a:lnTo>
                  <a:lnTo>
                    <a:pt x="1626449" y="9060"/>
                  </a:lnTo>
                  <a:lnTo>
                    <a:pt x="1625327" y="9524"/>
                  </a:lnTo>
                  <a:close/>
                </a:path>
                <a:path w="4914900" h="9525">
                  <a:moveTo>
                    <a:pt x="1672952" y="9524"/>
                  </a:moveTo>
                  <a:lnTo>
                    <a:pt x="1670322" y="9524"/>
                  </a:lnTo>
                  <a:lnTo>
                    <a:pt x="1669199" y="9060"/>
                  </a:lnTo>
                  <a:lnTo>
                    <a:pt x="1667339" y="7200"/>
                  </a:lnTo>
                  <a:lnTo>
                    <a:pt x="1666874" y="6077"/>
                  </a:lnTo>
                  <a:lnTo>
                    <a:pt x="1666874" y="3447"/>
                  </a:lnTo>
                  <a:lnTo>
                    <a:pt x="1667339" y="2324"/>
                  </a:lnTo>
                  <a:lnTo>
                    <a:pt x="1669199" y="464"/>
                  </a:lnTo>
                  <a:lnTo>
                    <a:pt x="1670322" y="0"/>
                  </a:lnTo>
                  <a:lnTo>
                    <a:pt x="1672952" y="0"/>
                  </a:lnTo>
                  <a:lnTo>
                    <a:pt x="1674074" y="464"/>
                  </a:lnTo>
                  <a:lnTo>
                    <a:pt x="1675934" y="2324"/>
                  </a:lnTo>
                  <a:lnTo>
                    <a:pt x="1676399" y="3447"/>
                  </a:lnTo>
                  <a:lnTo>
                    <a:pt x="1676399" y="6077"/>
                  </a:lnTo>
                  <a:lnTo>
                    <a:pt x="1675934" y="7200"/>
                  </a:lnTo>
                  <a:lnTo>
                    <a:pt x="1674074" y="9060"/>
                  </a:lnTo>
                  <a:lnTo>
                    <a:pt x="1672952" y="9524"/>
                  </a:lnTo>
                  <a:close/>
                </a:path>
                <a:path w="4914900" h="9525">
                  <a:moveTo>
                    <a:pt x="1720577" y="9524"/>
                  </a:moveTo>
                  <a:lnTo>
                    <a:pt x="1717947" y="9524"/>
                  </a:lnTo>
                  <a:lnTo>
                    <a:pt x="1716824" y="9060"/>
                  </a:lnTo>
                  <a:lnTo>
                    <a:pt x="1714964" y="7200"/>
                  </a:lnTo>
                  <a:lnTo>
                    <a:pt x="1714499" y="6077"/>
                  </a:lnTo>
                  <a:lnTo>
                    <a:pt x="1714499" y="3447"/>
                  </a:lnTo>
                  <a:lnTo>
                    <a:pt x="1714964" y="2324"/>
                  </a:lnTo>
                  <a:lnTo>
                    <a:pt x="1716824" y="464"/>
                  </a:lnTo>
                  <a:lnTo>
                    <a:pt x="1717947" y="0"/>
                  </a:lnTo>
                  <a:lnTo>
                    <a:pt x="1720577" y="0"/>
                  </a:lnTo>
                  <a:lnTo>
                    <a:pt x="1721700" y="464"/>
                  </a:lnTo>
                  <a:lnTo>
                    <a:pt x="1723560" y="2324"/>
                  </a:lnTo>
                  <a:lnTo>
                    <a:pt x="1724024" y="3447"/>
                  </a:lnTo>
                  <a:lnTo>
                    <a:pt x="1724024" y="6077"/>
                  </a:lnTo>
                  <a:lnTo>
                    <a:pt x="1723560" y="7200"/>
                  </a:lnTo>
                  <a:lnTo>
                    <a:pt x="1721700" y="9060"/>
                  </a:lnTo>
                  <a:lnTo>
                    <a:pt x="1720577" y="9524"/>
                  </a:lnTo>
                  <a:close/>
                </a:path>
                <a:path w="4914900" h="9525">
                  <a:moveTo>
                    <a:pt x="1768202" y="9524"/>
                  </a:moveTo>
                  <a:lnTo>
                    <a:pt x="1765572" y="9524"/>
                  </a:lnTo>
                  <a:lnTo>
                    <a:pt x="1764449" y="9060"/>
                  </a:lnTo>
                  <a:lnTo>
                    <a:pt x="1762589" y="7200"/>
                  </a:lnTo>
                  <a:lnTo>
                    <a:pt x="1762124" y="6077"/>
                  </a:lnTo>
                  <a:lnTo>
                    <a:pt x="1762124" y="3447"/>
                  </a:lnTo>
                  <a:lnTo>
                    <a:pt x="1762589" y="2324"/>
                  </a:lnTo>
                  <a:lnTo>
                    <a:pt x="1764449" y="464"/>
                  </a:lnTo>
                  <a:lnTo>
                    <a:pt x="1765572" y="0"/>
                  </a:lnTo>
                  <a:lnTo>
                    <a:pt x="1768202" y="0"/>
                  </a:lnTo>
                  <a:lnTo>
                    <a:pt x="1769324" y="464"/>
                  </a:lnTo>
                  <a:lnTo>
                    <a:pt x="1771184" y="2324"/>
                  </a:lnTo>
                  <a:lnTo>
                    <a:pt x="1771649" y="3447"/>
                  </a:lnTo>
                  <a:lnTo>
                    <a:pt x="1771649" y="6077"/>
                  </a:lnTo>
                  <a:lnTo>
                    <a:pt x="1771184" y="7200"/>
                  </a:lnTo>
                  <a:lnTo>
                    <a:pt x="1769324" y="9060"/>
                  </a:lnTo>
                  <a:lnTo>
                    <a:pt x="1768202" y="9524"/>
                  </a:lnTo>
                  <a:close/>
                </a:path>
                <a:path w="4914900" h="9525">
                  <a:moveTo>
                    <a:pt x="1815827" y="9524"/>
                  </a:moveTo>
                  <a:lnTo>
                    <a:pt x="1813197" y="9524"/>
                  </a:lnTo>
                  <a:lnTo>
                    <a:pt x="1812074" y="9060"/>
                  </a:lnTo>
                  <a:lnTo>
                    <a:pt x="1810214" y="7200"/>
                  </a:lnTo>
                  <a:lnTo>
                    <a:pt x="1809749" y="6077"/>
                  </a:lnTo>
                  <a:lnTo>
                    <a:pt x="1809749" y="3447"/>
                  </a:lnTo>
                  <a:lnTo>
                    <a:pt x="1810214" y="2324"/>
                  </a:lnTo>
                  <a:lnTo>
                    <a:pt x="1812074" y="464"/>
                  </a:lnTo>
                  <a:lnTo>
                    <a:pt x="1813197" y="0"/>
                  </a:lnTo>
                  <a:lnTo>
                    <a:pt x="1815827" y="0"/>
                  </a:lnTo>
                  <a:lnTo>
                    <a:pt x="1816950" y="464"/>
                  </a:lnTo>
                  <a:lnTo>
                    <a:pt x="1818810" y="2324"/>
                  </a:lnTo>
                  <a:lnTo>
                    <a:pt x="1819274" y="3447"/>
                  </a:lnTo>
                  <a:lnTo>
                    <a:pt x="1819274" y="6077"/>
                  </a:lnTo>
                  <a:lnTo>
                    <a:pt x="1818810" y="7200"/>
                  </a:lnTo>
                  <a:lnTo>
                    <a:pt x="1816950" y="9060"/>
                  </a:lnTo>
                  <a:lnTo>
                    <a:pt x="1815827" y="9524"/>
                  </a:lnTo>
                  <a:close/>
                </a:path>
                <a:path w="4914900" h="9525">
                  <a:moveTo>
                    <a:pt x="1863452" y="9524"/>
                  </a:moveTo>
                  <a:lnTo>
                    <a:pt x="1860822" y="9524"/>
                  </a:lnTo>
                  <a:lnTo>
                    <a:pt x="1859699" y="9060"/>
                  </a:lnTo>
                  <a:lnTo>
                    <a:pt x="1857839" y="7200"/>
                  </a:lnTo>
                  <a:lnTo>
                    <a:pt x="1857374" y="6077"/>
                  </a:lnTo>
                  <a:lnTo>
                    <a:pt x="1857374" y="3447"/>
                  </a:lnTo>
                  <a:lnTo>
                    <a:pt x="1857839" y="2324"/>
                  </a:lnTo>
                  <a:lnTo>
                    <a:pt x="1859699" y="464"/>
                  </a:lnTo>
                  <a:lnTo>
                    <a:pt x="1860822" y="0"/>
                  </a:lnTo>
                  <a:lnTo>
                    <a:pt x="1863452" y="0"/>
                  </a:lnTo>
                  <a:lnTo>
                    <a:pt x="1864574" y="464"/>
                  </a:lnTo>
                  <a:lnTo>
                    <a:pt x="1866434" y="2324"/>
                  </a:lnTo>
                  <a:lnTo>
                    <a:pt x="1866899" y="3447"/>
                  </a:lnTo>
                  <a:lnTo>
                    <a:pt x="1866899" y="6077"/>
                  </a:lnTo>
                  <a:lnTo>
                    <a:pt x="1866434" y="7200"/>
                  </a:lnTo>
                  <a:lnTo>
                    <a:pt x="1864574" y="9060"/>
                  </a:lnTo>
                  <a:lnTo>
                    <a:pt x="1863452" y="9524"/>
                  </a:lnTo>
                  <a:close/>
                </a:path>
                <a:path w="4914900" h="9525">
                  <a:moveTo>
                    <a:pt x="1911077" y="9524"/>
                  </a:moveTo>
                  <a:lnTo>
                    <a:pt x="1908447" y="9524"/>
                  </a:lnTo>
                  <a:lnTo>
                    <a:pt x="1907324" y="9060"/>
                  </a:lnTo>
                  <a:lnTo>
                    <a:pt x="1905464" y="7200"/>
                  </a:lnTo>
                  <a:lnTo>
                    <a:pt x="1904999" y="6077"/>
                  </a:lnTo>
                  <a:lnTo>
                    <a:pt x="1904999" y="3447"/>
                  </a:lnTo>
                  <a:lnTo>
                    <a:pt x="1905464" y="2324"/>
                  </a:lnTo>
                  <a:lnTo>
                    <a:pt x="1907324" y="464"/>
                  </a:lnTo>
                  <a:lnTo>
                    <a:pt x="1908447" y="0"/>
                  </a:lnTo>
                  <a:lnTo>
                    <a:pt x="1911077" y="0"/>
                  </a:lnTo>
                  <a:lnTo>
                    <a:pt x="1912199" y="464"/>
                  </a:lnTo>
                  <a:lnTo>
                    <a:pt x="1914059" y="2324"/>
                  </a:lnTo>
                  <a:lnTo>
                    <a:pt x="1914524" y="3447"/>
                  </a:lnTo>
                  <a:lnTo>
                    <a:pt x="1914524" y="6077"/>
                  </a:lnTo>
                  <a:lnTo>
                    <a:pt x="1914059" y="7200"/>
                  </a:lnTo>
                  <a:lnTo>
                    <a:pt x="1912199" y="9060"/>
                  </a:lnTo>
                  <a:lnTo>
                    <a:pt x="1911077" y="9524"/>
                  </a:lnTo>
                  <a:close/>
                </a:path>
                <a:path w="4914900" h="9525">
                  <a:moveTo>
                    <a:pt x="1958702" y="9524"/>
                  </a:moveTo>
                  <a:lnTo>
                    <a:pt x="1956072" y="9524"/>
                  </a:lnTo>
                  <a:lnTo>
                    <a:pt x="1954949" y="9060"/>
                  </a:lnTo>
                  <a:lnTo>
                    <a:pt x="1953089" y="7200"/>
                  </a:lnTo>
                  <a:lnTo>
                    <a:pt x="1952624" y="6077"/>
                  </a:lnTo>
                  <a:lnTo>
                    <a:pt x="1952624" y="3447"/>
                  </a:lnTo>
                  <a:lnTo>
                    <a:pt x="1953089" y="2324"/>
                  </a:lnTo>
                  <a:lnTo>
                    <a:pt x="1954949" y="464"/>
                  </a:lnTo>
                  <a:lnTo>
                    <a:pt x="1956072" y="0"/>
                  </a:lnTo>
                  <a:lnTo>
                    <a:pt x="1958702" y="0"/>
                  </a:lnTo>
                  <a:lnTo>
                    <a:pt x="1959824" y="464"/>
                  </a:lnTo>
                  <a:lnTo>
                    <a:pt x="1961684" y="2324"/>
                  </a:lnTo>
                  <a:lnTo>
                    <a:pt x="1962149" y="3447"/>
                  </a:lnTo>
                  <a:lnTo>
                    <a:pt x="1962149" y="6077"/>
                  </a:lnTo>
                  <a:lnTo>
                    <a:pt x="1961684" y="7200"/>
                  </a:lnTo>
                  <a:lnTo>
                    <a:pt x="1959824" y="9060"/>
                  </a:lnTo>
                  <a:lnTo>
                    <a:pt x="1958702" y="9524"/>
                  </a:lnTo>
                  <a:close/>
                </a:path>
                <a:path w="4914900" h="9525">
                  <a:moveTo>
                    <a:pt x="2006327" y="9524"/>
                  </a:moveTo>
                  <a:lnTo>
                    <a:pt x="2003697" y="9524"/>
                  </a:lnTo>
                  <a:lnTo>
                    <a:pt x="2002574" y="9060"/>
                  </a:lnTo>
                  <a:lnTo>
                    <a:pt x="2000714" y="7200"/>
                  </a:lnTo>
                  <a:lnTo>
                    <a:pt x="2000249" y="6077"/>
                  </a:lnTo>
                  <a:lnTo>
                    <a:pt x="2000249" y="3447"/>
                  </a:lnTo>
                  <a:lnTo>
                    <a:pt x="2000714" y="2324"/>
                  </a:lnTo>
                  <a:lnTo>
                    <a:pt x="2002574" y="464"/>
                  </a:lnTo>
                  <a:lnTo>
                    <a:pt x="2003697" y="0"/>
                  </a:lnTo>
                  <a:lnTo>
                    <a:pt x="2006327" y="0"/>
                  </a:lnTo>
                  <a:lnTo>
                    <a:pt x="2007449" y="464"/>
                  </a:lnTo>
                  <a:lnTo>
                    <a:pt x="2009309" y="2324"/>
                  </a:lnTo>
                  <a:lnTo>
                    <a:pt x="2009774" y="3447"/>
                  </a:lnTo>
                  <a:lnTo>
                    <a:pt x="2009774" y="6077"/>
                  </a:lnTo>
                  <a:lnTo>
                    <a:pt x="2009309" y="7200"/>
                  </a:lnTo>
                  <a:lnTo>
                    <a:pt x="2007449" y="9060"/>
                  </a:lnTo>
                  <a:lnTo>
                    <a:pt x="2006327" y="9524"/>
                  </a:lnTo>
                  <a:close/>
                </a:path>
                <a:path w="4914900" h="9525">
                  <a:moveTo>
                    <a:pt x="2053952" y="9524"/>
                  </a:moveTo>
                  <a:lnTo>
                    <a:pt x="2051322" y="9524"/>
                  </a:lnTo>
                  <a:lnTo>
                    <a:pt x="2050199" y="9060"/>
                  </a:lnTo>
                  <a:lnTo>
                    <a:pt x="2048339" y="7200"/>
                  </a:lnTo>
                  <a:lnTo>
                    <a:pt x="2047874" y="6077"/>
                  </a:lnTo>
                  <a:lnTo>
                    <a:pt x="2047874" y="3447"/>
                  </a:lnTo>
                  <a:lnTo>
                    <a:pt x="2048339" y="2324"/>
                  </a:lnTo>
                  <a:lnTo>
                    <a:pt x="2050199" y="464"/>
                  </a:lnTo>
                  <a:lnTo>
                    <a:pt x="2051322" y="0"/>
                  </a:lnTo>
                  <a:lnTo>
                    <a:pt x="2053952" y="0"/>
                  </a:lnTo>
                  <a:lnTo>
                    <a:pt x="2055075" y="464"/>
                  </a:lnTo>
                  <a:lnTo>
                    <a:pt x="2056935" y="2324"/>
                  </a:lnTo>
                  <a:lnTo>
                    <a:pt x="2057399" y="3447"/>
                  </a:lnTo>
                  <a:lnTo>
                    <a:pt x="2057399" y="6077"/>
                  </a:lnTo>
                  <a:lnTo>
                    <a:pt x="2056935" y="7200"/>
                  </a:lnTo>
                  <a:lnTo>
                    <a:pt x="2055075" y="9060"/>
                  </a:lnTo>
                  <a:lnTo>
                    <a:pt x="2053952" y="9524"/>
                  </a:lnTo>
                  <a:close/>
                </a:path>
                <a:path w="4914900" h="9525">
                  <a:moveTo>
                    <a:pt x="2101577" y="9524"/>
                  </a:moveTo>
                  <a:lnTo>
                    <a:pt x="2098947" y="9524"/>
                  </a:lnTo>
                  <a:lnTo>
                    <a:pt x="2097824" y="9060"/>
                  </a:lnTo>
                  <a:lnTo>
                    <a:pt x="2095964" y="7200"/>
                  </a:lnTo>
                  <a:lnTo>
                    <a:pt x="2095499" y="6077"/>
                  </a:lnTo>
                  <a:lnTo>
                    <a:pt x="2095499" y="3447"/>
                  </a:lnTo>
                  <a:lnTo>
                    <a:pt x="2095964" y="2324"/>
                  </a:lnTo>
                  <a:lnTo>
                    <a:pt x="2097824" y="464"/>
                  </a:lnTo>
                  <a:lnTo>
                    <a:pt x="2098947" y="0"/>
                  </a:lnTo>
                  <a:lnTo>
                    <a:pt x="2101577" y="0"/>
                  </a:lnTo>
                  <a:lnTo>
                    <a:pt x="2102699" y="464"/>
                  </a:lnTo>
                  <a:lnTo>
                    <a:pt x="2104559" y="2324"/>
                  </a:lnTo>
                  <a:lnTo>
                    <a:pt x="2105024" y="3447"/>
                  </a:lnTo>
                  <a:lnTo>
                    <a:pt x="2105024" y="6077"/>
                  </a:lnTo>
                  <a:lnTo>
                    <a:pt x="2104559" y="7200"/>
                  </a:lnTo>
                  <a:lnTo>
                    <a:pt x="2102699" y="9060"/>
                  </a:lnTo>
                  <a:lnTo>
                    <a:pt x="2101577" y="9524"/>
                  </a:lnTo>
                  <a:close/>
                </a:path>
                <a:path w="4914900" h="9525">
                  <a:moveTo>
                    <a:pt x="2149202" y="9524"/>
                  </a:moveTo>
                  <a:lnTo>
                    <a:pt x="2146572" y="9524"/>
                  </a:lnTo>
                  <a:lnTo>
                    <a:pt x="2145449" y="9060"/>
                  </a:lnTo>
                  <a:lnTo>
                    <a:pt x="2143589" y="7200"/>
                  </a:lnTo>
                  <a:lnTo>
                    <a:pt x="2143124" y="6077"/>
                  </a:lnTo>
                  <a:lnTo>
                    <a:pt x="2143124" y="3447"/>
                  </a:lnTo>
                  <a:lnTo>
                    <a:pt x="2143589" y="2324"/>
                  </a:lnTo>
                  <a:lnTo>
                    <a:pt x="2145449" y="464"/>
                  </a:lnTo>
                  <a:lnTo>
                    <a:pt x="2146572" y="0"/>
                  </a:lnTo>
                  <a:lnTo>
                    <a:pt x="2149202" y="0"/>
                  </a:lnTo>
                  <a:lnTo>
                    <a:pt x="2150324" y="464"/>
                  </a:lnTo>
                  <a:lnTo>
                    <a:pt x="2152184" y="2324"/>
                  </a:lnTo>
                  <a:lnTo>
                    <a:pt x="2152649" y="3447"/>
                  </a:lnTo>
                  <a:lnTo>
                    <a:pt x="2152649" y="6077"/>
                  </a:lnTo>
                  <a:lnTo>
                    <a:pt x="2152184" y="7200"/>
                  </a:lnTo>
                  <a:lnTo>
                    <a:pt x="2150324" y="9060"/>
                  </a:lnTo>
                  <a:lnTo>
                    <a:pt x="2149202" y="9524"/>
                  </a:lnTo>
                  <a:close/>
                </a:path>
                <a:path w="4914900" h="9525">
                  <a:moveTo>
                    <a:pt x="2196827" y="9524"/>
                  </a:moveTo>
                  <a:lnTo>
                    <a:pt x="2194197" y="9524"/>
                  </a:lnTo>
                  <a:lnTo>
                    <a:pt x="2193074" y="9060"/>
                  </a:lnTo>
                  <a:lnTo>
                    <a:pt x="2191214" y="7200"/>
                  </a:lnTo>
                  <a:lnTo>
                    <a:pt x="2190749" y="6077"/>
                  </a:lnTo>
                  <a:lnTo>
                    <a:pt x="2190749" y="3447"/>
                  </a:lnTo>
                  <a:lnTo>
                    <a:pt x="2191214" y="2324"/>
                  </a:lnTo>
                  <a:lnTo>
                    <a:pt x="2193074" y="464"/>
                  </a:lnTo>
                  <a:lnTo>
                    <a:pt x="2194197" y="0"/>
                  </a:lnTo>
                  <a:lnTo>
                    <a:pt x="2196827" y="0"/>
                  </a:lnTo>
                  <a:lnTo>
                    <a:pt x="2197949" y="464"/>
                  </a:lnTo>
                  <a:lnTo>
                    <a:pt x="2199809" y="2324"/>
                  </a:lnTo>
                  <a:lnTo>
                    <a:pt x="2200274" y="3447"/>
                  </a:lnTo>
                  <a:lnTo>
                    <a:pt x="2200274" y="6077"/>
                  </a:lnTo>
                  <a:lnTo>
                    <a:pt x="2199809" y="7200"/>
                  </a:lnTo>
                  <a:lnTo>
                    <a:pt x="2197949" y="9060"/>
                  </a:lnTo>
                  <a:lnTo>
                    <a:pt x="2196827" y="9524"/>
                  </a:lnTo>
                  <a:close/>
                </a:path>
                <a:path w="4914900" h="9525">
                  <a:moveTo>
                    <a:pt x="2244452" y="9524"/>
                  </a:moveTo>
                  <a:lnTo>
                    <a:pt x="2241822" y="9524"/>
                  </a:lnTo>
                  <a:lnTo>
                    <a:pt x="2240699" y="9060"/>
                  </a:lnTo>
                  <a:lnTo>
                    <a:pt x="2238839" y="7200"/>
                  </a:lnTo>
                  <a:lnTo>
                    <a:pt x="2238374" y="6077"/>
                  </a:lnTo>
                  <a:lnTo>
                    <a:pt x="2238374" y="3447"/>
                  </a:lnTo>
                  <a:lnTo>
                    <a:pt x="2238839" y="2324"/>
                  </a:lnTo>
                  <a:lnTo>
                    <a:pt x="2240699" y="464"/>
                  </a:lnTo>
                  <a:lnTo>
                    <a:pt x="2241822" y="0"/>
                  </a:lnTo>
                  <a:lnTo>
                    <a:pt x="2244452" y="0"/>
                  </a:lnTo>
                  <a:lnTo>
                    <a:pt x="2245574" y="464"/>
                  </a:lnTo>
                  <a:lnTo>
                    <a:pt x="2247434" y="2324"/>
                  </a:lnTo>
                  <a:lnTo>
                    <a:pt x="2247899" y="3447"/>
                  </a:lnTo>
                  <a:lnTo>
                    <a:pt x="2247899" y="6077"/>
                  </a:lnTo>
                  <a:lnTo>
                    <a:pt x="2247434" y="7200"/>
                  </a:lnTo>
                  <a:lnTo>
                    <a:pt x="2245574" y="9060"/>
                  </a:lnTo>
                  <a:lnTo>
                    <a:pt x="2244452" y="9524"/>
                  </a:lnTo>
                  <a:close/>
                </a:path>
                <a:path w="4914900" h="9525">
                  <a:moveTo>
                    <a:pt x="2292077" y="9524"/>
                  </a:moveTo>
                  <a:lnTo>
                    <a:pt x="2289447" y="9524"/>
                  </a:lnTo>
                  <a:lnTo>
                    <a:pt x="2288324" y="9060"/>
                  </a:lnTo>
                  <a:lnTo>
                    <a:pt x="2286464" y="7200"/>
                  </a:lnTo>
                  <a:lnTo>
                    <a:pt x="2285999" y="6077"/>
                  </a:lnTo>
                  <a:lnTo>
                    <a:pt x="2285999" y="3447"/>
                  </a:lnTo>
                  <a:lnTo>
                    <a:pt x="2286464" y="2324"/>
                  </a:lnTo>
                  <a:lnTo>
                    <a:pt x="2288324" y="464"/>
                  </a:lnTo>
                  <a:lnTo>
                    <a:pt x="2289447" y="0"/>
                  </a:lnTo>
                  <a:lnTo>
                    <a:pt x="2292077" y="0"/>
                  </a:lnTo>
                  <a:lnTo>
                    <a:pt x="2293199" y="464"/>
                  </a:lnTo>
                  <a:lnTo>
                    <a:pt x="2295059" y="2324"/>
                  </a:lnTo>
                  <a:lnTo>
                    <a:pt x="2295524" y="3447"/>
                  </a:lnTo>
                  <a:lnTo>
                    <a:pt x="2295524" y="6077"/>
                  </a:lnTo>
                  <a:lnTo>
                    <a:pt x="2295059" y="7200"/>
                  </a:lnTo>
                  <a:lnTo>
                    <a:pt x="2293199" y="9060"/>
                  </a:lnTo>
                  <a:lnTo>
                    <a:pt x="2292077" y="9524"/>
                  </a:lnTo>
                  <a:close/>
                </a:path>
                <a:path w="4914900" h="9525">
                  <a:moveTo>
                    <a:pt x="2339702" y="9524"/>
                  </a:moveTo>
                  <a:lnTo>
                    <a:pt x="2337072" y="9524"/>
                  </a:lnTo>
                  <a:lnTo>
                    <a:pt x="2335949" y="9060"/>
                  </a:lnTo>
                  <a:lnTo>
                    <a:pt x="2334089" y="7200"/>
                  </a:lnTo>
                  <a:lnTo>
                    <a:pt x="2333624" y="6077"/>
                  </a:lnTo>
                  <a:lnTo>
                    <a:pt x="2333624" y="3447"/>
                  </a:lnTo>
                  <a:lnTo>
                    <a:pt x="2334089" y="2324"/>
                  </a:lnTo>
                  <a:lnTo>
                    <a:pt x="2335949" y="464"/>
                  </a:lnTo>
                  <a:lnTo>
                    <a:pt x="2337072" y="0"/>
                  </a:lnTo>
                  <a:lnTo>
                    <a:pt x="2339702" y="0"/>
                  </a:lnTo>
                  <a:lnTo>
                    <a:pt x="2340824" y="464"/>
                  </a:lnTo>
                  <a:lnTo>
                    <a:pt x="2342684" y="2324"/>
                  </a:lnTo>
                  <a:lnTo>
                    <a:pt x="2343149" y="3447"/>
                  </a:lnTo>
                  <a:lnTo>
                    <a:pt x="2343149" y="6077"/>
                  </a:lnTo>
                  <a:lnTo>
                    <a:pt x="2342684" y="7200"/>
                  </a:lnTo>
                  <a:lnTo>
                    <a:pt x="2340824" y="9060"/>
                  </a:lnTo>
                  <a:lnTo>
                    <a:pt x="2339702" y="9524"/>
                  </a:lnTo>
                  <a:close/>
                </a:path>
                <a:path w="4914900" h="9525">
                  <a:moveTo>
                    <a:pt x="2387327" y="9524"/>
                  </a:moveTo>
                  <a:lnTo>
                    <a:pt x="2384697" y="9524"/>
                  </a:lnTo>
                  <a:lnTo>
                    <a:pt x="2383574" y="9060"/>
                  </a:lnTo>
                  <a:lnTo>
                    <a:pt x="2381714" y="7200"/>
                  </a:lnTo>
                  <a:lnTo>
                    <a:pt x="2381249" y="6077"/>
                  </a:lnTo>
                  <a:lnTo>
                    <a:pt x="2381249" y="3447"/>
                  </a:lnTo>
                  <a:lnTo>
                    <a:pt x="2381714" y="2324"/>
                  </a:lnTo>
                  <a:lnTo>
                    <a:pt x="2383574" y="464"/>
                  </a:lnTo>
                  <a:lnTo>
                    <a:pt x="2384697" y="0"/>
                  </a:lnTo>
                  <a:lnTo>
                    <a:pt x="2387327" y="0"/>
                  </a:lnTo>
                  <a:lnTo>
                    <a:pt x="2388449" y="464"/>
                  </a:lnTo>
                  <a:lnTo>
                    <a:pt x="2390309" y="2324"/>
                  </a:lnTo>
                  <a:lnTo>
                    <a:pt x="2390774" y="3447"/>
                  </a:lnTo>
                  <a:lnTo>
                    <a:pt x="2390774" y="6077"/>
                  </a:lnTo>
                  <a:lnTo>
                    <a:pt x="2390309" y="7200"/>
                  </a:lnTo>
                  <a:lnTo>
                    <a:pt x="2388449" y="9060"/>
                  </a:lnTo>
                  <a:lnTo>
                    <a:pt x="2387327" y="9524"/>
                  </a:lnTo>
                  <a:close/>
                </a:path>
                <a:path w="4914900" h="9525">
                  <a:moveTo>
                    <a:pt x="2434952" y="9524"/>
                  </a:moveTo>
                  <a:lnTo>
                    <a:pt x="2432322" y="9524"/>
                  </a:lnTo>
                  <a:lnTo>
                    <a:pt x="2431199" y="9060"/>
                  </a:lnTo>
                  <a:lnTo>
                    <a:pt x="2429339" y="7200"/>
                  </a:lnTo>
                  <a:lnTo>
                    <a:pt x="2428874" y="6077"/>
                  </a:lnTo>
                  <a:lnTo>
                    <a:pt x="2428874" y="3447"/>
                  </a:lnTo>
                  <a:lnTo>
                    <a:pt x="2429339" y="2324"/>
                  </a:lnTo>
                  <a:lnTo>
                    <a:pt x="2431199" y="464"/>
                  </a:lnTo>
                  <a:lnTo>
                    <a:pt x="2432322" y="0"/>
                  </a:lnTo>
                  <a:lnTo>
                    <a:pt x="2434952" y="0"/>
                  </a:lnTo>
                  <a:lnTo>
                    <a:pt x="2436074" y="464"/>
                  </a:lnTo>
                  <a:lnTo>
                    <a:pt x="2437934" y="2324"/>
                  </a:lnTo>
                  <a:lnTo>
                    <a:pt x="2438399" y="3447"/>
                  </a:lnTo>
                  <a:lnTo>
                    <a:pt x="2438399" y="6077"/>
                  </a:lnTo>
                  <a:lnTo>
                    <a:pt x="2437934" y="7200"/>
                  </a:lnTo>
                  <a:lnTo>
                    <a:pt x="2436074" y="9060"/>
                  </a:lnTo>
                  <a:lnTo>
                    <a:pt x="2434952" y="9524"/>
                  </a:lnTo>
                  <a:close/>
                </a:path>
                <a:path w="4914900" h="9525">
                  <a:moveTo>
                    <a:pt x="2482577" y="9524"/>
                  </a:moveTo>
                  <a:lnTo>
                    <a:pt x="2479947" y="9524"/>
                  </a:lnTo>
                  <a:lnTo>
                    <a:pt x="2478824" y="9060"/>
                  </a:lnTo>
                  <a:lnTo>
                    <a:pt x="2476964" y="7200"/>
                  </a:lnTo>
                  <a:lnTo>
                    <a:pt x="2476499" y="6077"/>
                  </a:lnTo>
                  <a:lnTo>
                    <a:pt x="2476499" y="3447"/>
                  </a:lnTo>
                  <a:lnTo>
                    <a:pt x="2476964" y="2324"/>
                  </a:lnTo>
                  <a:lnTo>
                    <a:pt x="2478824" y="464"/>
                  </a:lnTo>
                  <a:lnTo>
                    <a:pt x="2479947" y="0"/>
                  </a:lnTo>
                  <a:lnTo>
                    <a:pt x="2482577" y="0"/>
                  </a:lnTo>
                  <a:lnTo>
                    <a:pt x="2483699" y="464"/>
                  </a:lnTo>
                  <a:lnTo>
                    <a:pt x="2485559" y="2324"/>
                  </a:lnTo>
                  <a:lnTo>
                    <a:pt x="2486024" y="3447"/>
                  </a:lnTo>
                  <a:lnTo>
                    <a:pt x="2486024" y="6077"/>
                  </a:lnTo>
                  <a:lnTo>
                    <a:pt x="2485559" y="7200"/>
                  </a:lnTo>
                  <a:lnTo>
                    <a:pt x="2483699" y="9060"/>
                  </a:lnTo>
                  <a:lnTo>
                    <a:pt x="2482577" y="9524"/>
                  </a:lnTo>
                  <a:close/>
                </a:path>
                <a:path w="4914900" h="9525">
                  <a:moveTo>
                    <a:pt x="2530202" y="9524"/>
                  </a:moveTo>
                  <a:lnTo>
                    <a:pt x="2527572" y="9524"/>
                  </a:lnTo>
                  <a:lnTo>
                    <a:pt x="2526449" y="9060"/>
                  </a:lnTo>
                  <a:lnTo>
                    <a:pt x="2524589" y="7200"/>
                  </a:lnTo>
                  <a:lnTo>
                    <a:pt x="2524124" y="6077"/>
                  </a:lnTo>
                  <a:lnTo>
                    <a:pt x="2524124" y="3447"/>
                  </a:lnTo>
                  <a:lnTo>
                    <a:pt x="2524589" y="2324"/>
                  </a:lnTo>
                  <a:lnTo>
                    <a:pt x="2526449" y="464"/>
                  </a:lnTo>
                  <a:lnTo>
                    <a:pt x="2527572" y="0"/>
                  </a:lnTo>
                  <a:lnTo>
                    <a:pt x="2530202" y="0"/>
                  </a:lnTo>
                  <a:lnTo>
                    <a:pt x="2531325" y="464"/>
                  </a:lnTo>
                  <a:lnTo>
                    <a:pt x="2533184" y="2324"/>
                  </a:lnTo>
                  <a:lnTo>
                    <a:pt x="2533649" y="3447"/>
                  </a:lnTo>
                  <a:lnTo>
                    <a:pt x="2533649" y="6077"/>
                  </a:lnTo>
                  <a:lnTo>
                    <a:pt x="2533184" y="7200"/>
                  </a:lnTo>
                  <a:lnTo>
                    <a:pt x="2531325" y="9060"/>
                  </a:lnTo>
                  <a:lnTo>
                    <a:pt x="2530202" y="9524"/>
                  </a:lnTo>
                  <a:close/>
                </a:path>
                <a:path w="4914900" h="9525">
                  <a:moveTo>
                    <a:pt x="2577827" y="9524"/>
                  </a:moveTo>
                  <a:lnTo>
                    <a:pt x="2575197" y="9524"/>
                  </a:lnTo>
                  <a:lnTo>
                    <a:pt x="2574074" y="9060"/>
                  </a:lnTo>
                  <a:lnTo>
                    <a:pt x="2572214" y="7200"/>
                  </a:lnTo>
                  <a:lnTo>
                    <a:pt x="2571749" y="6077"/>
                  </a:lnTo>
                  <a:lnTo>
                    <a:pt x="2571749" y="3447"/>
                  </a:lnTo>
                  <a:lnTo>
                    <a:pt x="2572214" y="2324"/>
                  </a:lnTo>
                  <a:lnTo>
                    <a:pt x="2574074" y="464"/>
                  </a:lnTo>
                  <a:lnTo>
                    <a:pt x="2575197" y="0"/>
                  </a:lnTo>
                  <a:lnTo>
                    <a:pt x="2577827" y="0"/>
                  </a:lnTo>
                  <a:lnTo>
                    <a:pt x="2578950" y="464"/>
                  </a:lnTo>
                  <a:lnTo>
                    <a:pt x="2580809" y="2324"/>
                  </a:lnTo>
                  <a:lnTo>
                    <a:pt x="2581274" y="3447"/>
                  </a:lnTo>
                  <a:lnTo>
                    <a:pt x="2581274" y="6077"/>
                  </a:lnTo>
                  <a:lnTo>
                    <a:pt x="2580809" y="7200"/>
                  </a:lnTo>
                  <a:lnTo>
                    <a:pt x="2578950" y="9060"/>
                  </a:lnTo>
                  <a:lnTo>
                    <a:pt x="2577827" y="9524"/>
                  </a:lnTo>
                  <a:close/>
                </a:path>
                <a:path w="4914900" h="9525">
                  <a:moveTo>
                    <a:pt x="2625452" y="9524"/>
                  </a:moveTo>
                  <a:lnTo>
                    <a:pt x="2622822" y="9524"/>
                  </a:lnTo>
                  <a:lnTo>
                    <a:pt x="2621699" y="9060"/>
                  </a:lnTo>
                  <a:lnTo>
                    <a:pt x="2619840" y="7200"/>
                  </a:lnTo>
                  <a:lnTo>
                    <a:pt x="2619374" y="6077"/>
                  </a:lnTo>
                  <a:lnTo>
                    <a:pt x="2619374" y="3447"/>
                  </a:lnTo>
                  <a:lnTo>
                    <a:pt x="2619840" y="2324"/>
                  </a:lnTo>
                  <a:lnTo>
                    <a:pt x="2621699" y="464"/>
                  </a:lnTo>
                  <a:lnTo>
                    <a:pt x="2622822" y="0"/>
                  </a:lnTo>
                  <a:lnTo>
                    <a:pt x="2625452" y="0"/>
                  </a:lnTo>
                  <a:lnTo>
                    <a:pt x="2626575" y="464"/>
                  </a:lnTo>
                  <a:lnTo>
                    <a:pt x="2628434" y="2324"/>
                  </a:lnTo>
                  <a:lnTo>
                    <a:pt x="2628899" y="3447"/>
                  </a:lnTo>
                  <a:lnTo>
                    <a:pt x="2628899" y="6077"/>
                  </a:lnTo>
                  <a:lnTo>
                    <a:pt x="2628434" y="7200"/>
                  </a:lnTo>
                  <a:lnTo>
                    <a:pt x="2626575" y="9060"/>
                  </a:lnTo>
                  <a:lnTo>
                    <a:pt x="2625452" y="9524"/>
                  </a:lnTo>
                  <a:close/>
                </a:path>
                <a:path w="4914900" h="9525">
                  <a:moveTo>
                    <a:pt x="2673077" y="9524"/>
                  </a:moveTo>
                  <a:lnTo>
                    <a:pt x="2670447" y="9524"/>
                  </a:lnTo>
                  <a:lnTo>
                    <a:pt x="2669324" y="9060"/>
                  </a:lnTo>
                  <a:lnTo>
                    <a:pt x="2667464" y="7200"/>
                  </a:lnTo>
                  <a:lnTo>
                    <a:pt x="2666999" y="6077"/>
                  </a:lnTo>
                  <a:lnTo>
                    <a:pt x="2666999" y="3447"/>
                  </a:lnTo>
                  <a:lnTo>
                    <a:pt x="2667464" y="2324"/>
                  </a:lnTo>
                  <a:lnTo>
                    <a:pt x="2669324" y="464"/>
                  </a:lnTo>
                  <a:lnTo>
                    <a:pt x="2670447" y="0"/>
                  </a:lnTo>
                  <a:lnTo>
                    <a:pt x="2673077" y="0"/>
                  </a:lnTo>
                  <a:lnTo>
                    <a:pt x="2674200" y="464"/>
                  </a:lnTo>
                  <a:lnTo>
                    <a:pt x="2676059" y="2324"/>
                  </a:lnTo>
                  <a:lnTo>
                    <a:pt x="2676524" y="3447"/>
                  </a:lnTo>
                  <a:lnTo>
                    <a:pt x="2676524" y="6077"/>
                  </a:lnTo>
                  <a:lnTo>
                    <a:pt x="2676059" y="7200"/>
                  </a:lnTo>
                  <a:lnTo>
                    <a:pt x="2674200" y="9060"/>
                  </a:lnTo>
                  <a:lnTo>
                    <a:pt x="2673077" y="9524"/>
                  </a:lnTo>
                  <a:close/>
                </a:path>
                <a:path w="4914900" h="9525">
                  <a:moveTo>
                    <a:pt x="2720702" y="9524"/>
                  </a:moveTo>
                  <a:lnTo>
                    <a:pt x="2718072" y="9524"/>
                  </a:lnTo>
                  <a:lnTo>
                    <a:pt x="2716949" y="9060"/>
                  </a:lnTo>
                  <a:lnTo>
                    <a:pt x="2715089" y="7200"/>
                  </a:lnTo>
                  <a:lnTo>
                    <a:pt x="2714624" y="6077"/>
                  </a:lnTo>
                  <a:lnTo>
                    <a:pt x="2714624" y="3447"/>
                  </a:lnTo>
                  <a:lnTo>
                    <a:pt x="2715089" y="2324"/>
                  </a:lnTo>
                  <a:lnTo>
                    <a:pt x="2716949" y="464"/>
                  </a:lnTo>
                  <a:lnTo>
                    <a:pt x="2718072" y="0"/>
                  </a:lnTo>
                  <a:lnTo>
                    <a:pt x="2720702" y="0"/>
                  </a:lnTo>
                  <a:lnTo>
                    <a:pt x="2721824" y="464"/>
                  </a:lnTo>
                  <a:lnTo>
                    <a:pt x="2723684" y="2324"/>
                  </a:lnTo>
                  <a:lnTo>
                    <a:pt x="2724149" y="3447"/>
                  </a:lnTo>
                  <a:lnTo>
                    <a:pt x="2724149" y="6077"/>
                  </a:lnTo>
                  <a:lnTo>
                    <a:pt x="2723684" y="7200"/>
                  </a:lnTo>
                  <a:lnTo>
                    <a:pt x="2721824" y="9060"/>
                  </a:lnTo>
                  <a:lnTo>
                    <a:pt x="2720702" y="9524"/>
                  </a:lnTo>
                  <a:close/>
                </a:path>
                <a:path w="4914900" h="9525">
                  <a:moveTo>
                    <a:pt x="2768327" y="9524"/>
                  </a:moveTo>
                  <a:lnTo>
                    <a:pt x="2765697" y="9524"/>
                  </a:lnTo>
                  <a:lnTo>
                    <a:pt x="2764574" y="9060"/>
                  </a:lnTo>
                  <a:lnTo>
                    <a:pt x="2762714" y="7200"/>
                  </a:lnTo>
                  <a:lnTo>
                    <a:pt x="2762249" y="6077"/>
                  </a:lnTo>
                  <a:lnTo>
                    <a:pt x="2762249" y="3447"/>
                  </a:lnTo>
                  <a:lnTo>
                    <a:pt x="2762714" y="2324"/>
                  </a:lnTo>
                  <a:lnTo>
                    <a:pt x="2764574" y="464"/>
                  </a:lnTo>
                  <a:lnTo>
                    <a:pt x="2765697" y="0"/>
                  </a:lnTo>
                  <a:lnTo>
                    <a:pt x="2768327" y="0"/>
                  </a:lnTo>
                  <a:lnTo>
                    <a:pt x="2769450" y="464"/>
                  </a:lnTo>
                  <a:lnTo>
                    <a:pt x="2771309" y="2324"/>
                  </a:lnTo>
                  <a:lnTo>
                    <a:pt x="2771774" y="3447"/>
                  </a:lnTo>
                  <a:lnTo>
                    <a:pt x="2771774" y="6077"/>
                  </a:lnTo>
                  <a:lnTo>
                    <a:pt x="2771309" y="7200"/>
                  </a:lnTo>
                  <a:lnTo>
                    <a:pt x="2769450" y="9060"/>
                  </a:lnTo>
                  <a:lnTo>
                    <a:pt x="2768327" y="9524"/>
                  </a:lnTo>
                  <a:close/>
                </a:path>
                <a:path w="4914900" h="9525">
                  <a:moveTo>
                    <a:pt x="2815952" y="9524"/>
                  </a:moveTo>
                  <a:lnTo>
                    <a:pt x="2813322" y="9524"/>
                  </a:lnTo>
                  <a:lnTo>
                    <a:pt x="2812199" y="9060"/>
                  </a:lnTo>
                  <a:lnTo>
                    <a:pt x="2810339" y="7200"/>
                  </a:lnTo>
                  <a:lnTo>
                    <a:pt x="2809874" y="6077"/>
                  </a:lnTo>
                  <a:lnTo>
                    <a:pt x="2809874" y="3447"/>
                  </a:lnTo>
                  <a:lnTo>
                    <a:pt x="2810339" y="2324"/>
                  </a:lnTo>
                  <a:lnTo>
                    <a:pt x="2812199" y="464"/>
                  </a:lnTo>
                  <a:lnTo>
                    <a:pt x="2813322" y="0"/>
                  </a:lnTo>
                  <a:lnTo>
                    <a:pt x="2815952" y="0"/>
                  </a:lnTo>
                  <a:lnTo>
                    <a:pt x="2817074" y="464"/>
                  </a:lnTo>
                  <a:lnTo>
                    <a:pt x="2818934" y="2324"/>
                  </a:lnTo>
                  <a:lnTo>
                    <a:pt x="2819399" y="3447"/>
                  </a:lnTo>
                  <a:lnTo>
                    <a:pt x="2819399" y="6077"/>
                  </a:lnTo>
                  <a:lnTo>
                    <a:pt x="2818934" y="7200"/>
                  </a:lnTo>
                  <a:lnTo>
                    <a:pt x="2817074" y="9060"/>
                  </a:lnTo>
                  <a:lnTo>
                    <a:pt x="2815952" y="9524"/>
                  </a:lnTo>
                  <a:close/>
                </a:path>
                <a:path w="4914900" h="9525">
                  <a:moveTo>
                    <a:pt x="2863577" y="9524"/>
                  </a:moveTo>
                  <a:lnTo>
                    <a:pt x="2860947" y="9524"/>
                  </a:lnTo>
                  <a:lnTo>
                    <a:pt x="2859824" y="9060"/>
                  </a:lnTo>
                  <a:lnTo>
                    <a:pt x="2857964" y="7200"/>
                  </a:lnTo>
                  <a:lnTo>
                    <a:pt x="2857499" y="6077"/>
                  </a:lnTo>
                  <a:lnTo>
                    <a:pt x="2857499" y="3447"/>
                  </a:lnTo>
                  <a:lnTo>
                    <a:pt x="2857964" y="2324"/>
                  </a:lnTo>
                  <a:lnTo>
                    <a:pt x="2859824" y="464"/>
                  </a:lnTo>
                  <a:lnTo>
                    <a:pt x="2860947" y="0"/>
                  </a:lnTo>
                  <a:lnTo>
                    <a:pt x="2863577" y="0"/>
                  </a:lnTo>
                  <a:lnTo>
                    <a:pt x="2864700" y="464"/>
                  </a:lnTo>
                  <a:lnTo>
                    <a:pt x="2866559" y="2324"/>
                  </a:lnTo>
                  <a:lnTo>
                    <a:pt x="2867024" y="3447"/>
                  </a:lnTo>
                  <a:lnTo>
                    <a:pt x="2867024" y="6077"/>
                  </a:lnTo>
                  <a:lnTo>
                    <a:pt x="2866559" y="7200"/>
                  </a:lnTo>
                  <a:lnTo>
                    <a:pt x="2864700" y="9060"/>
                  </a:lnTo>
                  <a:lnTo>
                    <a:pt x="2863577" y="9524"/>
                  </a:lnTo>
                  <a:close/>
                </a:path>
                <a:path w="4914900" h="9525">
                  <a:moveTo>
                    <a:pt x="2911202" y="9524"/>
                  </a:moveTo>
                  <a:lnTo>
                    <a:pt x="2908572" y="9524"/>
                  </a:lnTo>
                  <a:lnTo>
                    <a:pt x="2907449" y="9060"/>
                  </a:lnTo>
                  <a:lnTo>
                    <a:pt x="2905589" y="7200"/>
                  </a:lnTo>
                  <a:lnTo>
                    <a:pt x="2905124" y="6077"/>
                  </a:lnTo>
                  <a:lnTo>
                    <a:pt x="2905124" y="3447"/>
                  </a:lnTo>
                  <a:lnTo>
                    <a:pt x="2905589" y="2324"/>
                  </a:lnTo>
                  <a:lnTo>
                    <a:pt x="2907449" y="464"/>
                  </a:lnTo>
                  <a:lnTo>
                    <a:pt x="2908572" y="0"/>
                  </a:lnTo>
                  <a:lnTo>
                    <a:pt x="2911202" y="0"/>
                  </a:lnTo>
                  <a:lnTo>
                    <a:pt x="2912325" y="464"/>
                  </a:lnTo>
                  <a:lnTo>
                    <a:pt x="2914184" y="2324"/>
                  </a:lnTo>
                  <a:lnTo>
                    <a:pt x="2914649" y="3447"/>
                  </a:lnTo>
                  <a:lnTo>
                    <a:pt x="2914649" y="6077"/>
                  </a:lnTo>
                  <a:lnTo>
                    <a:pt x="2914184" y="7200"/>
                  </a:lnTo>
                  <a:lnTo>
                    <a:pt x="2912325" y="9060"/>
                  </a:lnTo>
                  <a:lnTo>
                    <a:pt x="2911202" y="9524"/>
                  </a:lnTo>
                  <a:close/>
                </a:path>
                <a:path w="4914900" h="9525">
                  <a:moveTo>
                    <a:pt x="2958827" y="9524"/>
                  </a:moveTo>
                  <a:lnTo>
                    <a:pt x="2956197" y="9524"/>
                  </a:lnTo>
                  <a:lnTo>
                    <a:pt x="2955074" y="9060"/>
                  </a:lnTo>
                  <a:lnTo>
                    <a:pt x="2953214" y="7200"/>
                  </a:lnTo>
                  <a:lnTo>
                    <a:pt x="2952749" y="6077"/>
                  </a:lnTo>
                  <a:lnTo>
                    <a:pt x="2952749" y="3447"/>
                  </a:lnTo>
                  <a:lnTo>
                    <a:pt x="2953214" y="2324"/>
                  </a:lnTo>
                  <a:lnTo>
                    <a:pt x="2955074" y="464"/>
                  </a:lnTo>
                  <a:lnTo>
                    <a:pt x="2956197" y="0"/>
                  </a:lnTo>
                  <a:lnTo>
                    <a:pt x="2958827" y="0"/>
                  </a:lnTo>
                  <a:lnTo>
                    <a:pt x="2959949" y="464"/>
                  </a:lnTo>
                  <a:lnTo>
                    <a:pt x="2961809" y="2324"/>
                  </a:lnTo>
                  <a:lnTo>
                    <a:pt x="2962274" y="3447"/>
                  </a:lnTo>
                  <a:lnTo>
                    <a:pt x="2962274" y="6077"/>
                  </a:lnTo>
                  <a:lnTo>
                    <a:pt x="2961809" y="7200"/>
                  </a:lnTo>
                  <a:lnTo>
                    <a:pt x="2959949" y="9060"/>
                  </a:lnTo>
                  <a:lnTo>
                    <a:pt x="2958827" y="9524"/>
                  </a:lnTo>
                  <a:close/>
                </a:path>
                <a:path w="4914900" h="9525">
                  <a:moveTo>
                    <a:pt x="3006452" y="9524"/>
                  </a:moveTo>
                  <a:lnTo>
                    <a:pt x="3003822" y="9524"/>
                  </a:lnTo>
                  <a:lnTo>
                    <a:pt x="3002699" y="9060"/>
                  </a:lnTo>
                  <a:lnTo>
                    <a:pt x="3000839" y="7200"/>
                  </a:lnTo>
                  <a:lnTo>
                    <a:pt x="3000374" y="6077"/>
                  </a:lnTo>
                  <a:lnTo>
                    <a:pt x="3000374" y="3447"/>
                  </a:lnTo>
                  <a:lnTo>
                    <a:pt x="3000839" y="2324"/>
                  </a:lnTo>
                  <a:lnTo>
                    <a:pt x="3002699" y="464"/>
                  </a:lnTo>
                  <a:lnTo>
                    <a:pt x="3003822" y="0"/>
                  </a:lnTo>
                  <a:lnTo>
                    <a:pt x="3006452" y="0"/>
                  </a:lnTo>
                  <a:lnTo>
                    <a:pt x="3007574" y="464"/>
                  </a:lnTo>
                  <a:lnTo>
                    <a:pt x="3009434" y="2324"/>
                  </a:lnTo>
                  <a:lnTo>
                    <a:pt x="3009899" y="3447"/>
                  </a:lnTo>
                  <a:lnTo>
                    <a:pt x="3009899" y="6077"/>
                  </a:lnTo>
                  <a:lnTo>
                    <a:pt x="3009434" y="7200"/>
                  </a:lnTo>
                  <a:lnTo>
                    <a:pt x="3007574" y="9060"/>
                  </a:lnTo>
                  <a:lnTo>
                    <a:pt x="3006452" y="9524"/>
                  </a:lnTo>
                  <a:close/>
                </a:path>
                <a:path w="4914900" h="9525">
                  <a:moveTo>
                    <a:pt x="3054077" y="9524"/>
                  </a:moveTo>
                  <a:lnTo>
                    <a:pt x="3051447" y="9524"/>
                  </a:lnTo>
                  <a:lnTo>
                    <a:pt x="3050324" y="9060"/>
                  </a:lnTo>
                  <a:lnTo>
                    <a:pt x="3048464" y="7200"/>
                  </a:lnTo>
                  <a:lnTo>
                    <a:pt x="3047999" y="6077"/>
                  </a:lnTo>
                  <a:lnTo>
                    <a:pt x="3047999" y="3447"/>
                  </a:lnTo>
                  <a:lnTo>
                    <a:pt x="3048464" y="2324"/>
                  </a:lnTo>
                  <a:lnTo>
                    <a:pt x="3050324" y="464"/>
                  </a:lnTo>
                  <a:lnTo>
                    <a:pt x="3051447" y="0"/>
                  </a:lnTo>
                  <a:lnTo>
                    <a:pt x="3054077" y="0"/>
                  </a:lnTo>
                  <a:lnTo>
                    <a:pt x="3055199" y="464"/>
                  </a:lnTo>
                  <a:lnTo>
                    <a:pt x="3057059" y="2324"/>
                  </a:lnTo>
                  <a:lnTo>
                    <a:pt x="3057524" y="3447"/>
                  </a:lnTo>
                  <a:lnTo>
                    <a:pt x="3057524" y="6077"/>
                  </a:lnTo>
                  <a:lnTo>
                    <a:pt x="3057059" y="7200"/>
                  </a:lnTo>
                  <a:lnTo>
                    <a:pt x="3055199" y="9060"/>
                  </a:lnTo>
                  <a:lnTo>
                    <a:pt x="3054077" y="9524"/>
                  </a:lnTo>
                  <a:close/>
                </a:path>
                <a:path w="4914900" h="9525">
                  <a:moveTo>
                    <a:pt x="3101702" y="9524"/>
                  </a:moveTo>
                  <a:lnTo>
                    <a:pt x="3099072" y="9524"/>
                  </a:lnTo>
                  <a:lnTo>
                    <a:pt x="3097949" y="9060"/>
                  </a:lnTo>
                  <a:lnTo>
                    <a:pt x="3096089" y="7200"/>
                  </a:lnTo>
                  <a:lnTo>
                    <a:pt x="3095624" y="6077"/>
                  </a:lnTo>
                  <a:lnTo>
                    <a:pt x="3095624" y="3447"/>
                  </a:lnTo>
                  <a:lnTo>
                    <a:pt x="3096089" y="2324"/>
                  </a:lnTo>
                  <a:lnTo>
                    <a:pt x="3097949" y="464"/>
                  </a:lnTo>
                  <a:lnTo>
                    <a:pt x="3099072" y="0"/>
                  </a:lnTo>
                  <a:lnTo>
                    <a:pt x="3101702" y="0"/>
                  </a:lnTo>
                  <a:lnTo>
                    <a:pt x="3102825" y="464"/>
                  </a:lnTo>
                  <a:lnTo>
                    <a:pt x="3104684" y="2324"/>
                  </a:lnTo>
                  <a:lnTo>
                    <a:pt x="3105149" y="3447"/>
                  </a:lnTo>
                  <a:lnTo>
                    <a:pt x="3105149" y="6077"/>
                  </a:lnTo>
                  <a:lnTo>
                    <a:pt x="3104684" y="7200"/>
                  </a:lnTo>
                  <a:lnTo>
                    <a:pt x="3102825" y="9060"/>
                  </a:lnTo>
                  <a:lnTo>
                    <a:pt x="3101702" y="9524"/>
                  </a:lnTo>
                  <a:close/>
                </a:path>
                <a:path w="4914900" h="9525">
                  <a:moveTo>
                    <a:pt x="3149327" y="9524"/>
                  </a:moveTo>
                  <a:lnTo>
                    <a:pt x="3146697" y="9524"/>
                  </a:lnTo>
                  <a:lnTo>
                    <a:pt x="3145574" y="9060"/>
                  </a:lnTo>
                  <a:lnTo>
                    <a:pt x="3143714" y="7200"/>
                  </a:lnTo>
                  <a:lnTo>
                    <a:pt x="3143249" y="6077"/>
                  </a:lnTo>
                  <a:lnTo>
                    <a:pt x="3143249" y="3447"/>
                  </a:lnTo>
                  <a:lnTo>
                    <a:pt x="3143714" y="2324"/>
                  </a:lnTo>
                  <a:lnTo>
                    <a:pt x="3145574" y="464"/>
                  </a:lnTo>
                  <a:lnTo>
                    <a:pt x="3146697" y="0"/>
                  </a:lnTo>
                  <a:lnTo>
                    <a:pt x="3149327" y="0"/>
                  </a:lnTo>
                  <a:lnTo>
                    <a:pt x="3150450" y="464"/>
                  </a:lnTo>
                  <a:lnTo>
                    <a:pt x="3152309" y="2324"/>
                  </a:lnTo>
                  <a:lnTo>
                    <a:pt x="3152774" y="3447"/>
                  </a:lnTo>
                  <a:lnTo>
                    <a:pt x="3152774" y="6077"/>
                  </a:lnTo>
                  <a:lnTo>
                    <a:pt x="3152309" y="7200"/>
                  </a:lnTo>
                  <a:lnTo>
                    <a:pt x="3150450" y="9060"/>
                  </a:lnTo>
                  <a:lnTo>
                    <a:pt x="3149327" y="9524"/>
                  </a:lnTo>
                  <a:close/>
                </a:path>
                <a:path w="4914900" h="9525">
                  <a:moveTo>
                    <a:pt x="3196952" y="9524"/>
                  </a:moveTo>
                  <a:lnTo>
                    <a:pt x="3194322" y="9524"/>
                  </a:lnTo>
                  <a:lnTo>
                    <a:pt x="3193199" y="9060"/>
                  </a:lnTo>
                  <a:lnTo>
                    <a:pt x="3191339" y="7200"/>
                  </a:lnTo>
                  <a:lnTo>
                    <a:pt x="3190874" y="6077"/>
                  </a:lnTo>
                  <a:lnTo>
                    <a:pt x="3190874" y="3447"/>
                  </a:lnTo>
                  <a:lnTo>
                    <a:pt x="3191339" y="2324"/>
                  </a:lnTo>
                  <a:lnTo>
                    <a:pt x="3193199" y="464"/>
                  </a:lnTo>
                  <a:lnTo>
                    <a:pt x="3194322" y="0"/>
                  </a:lnTo>
                  <a:lnTo>
                    <a:pt x="3196952" y="0"/>
                  </a:lnTo>
                  <a:lnTo>
                    <a:pt x="3198074" y="464"/>
                  </a:lnTo>
                  <a:lnTo>
                    <a:pt x="3199934" y="2324"/>
                  </a:lnTo>
                  <a:lnTo>
                    <a:pt x="3200399" y="3447"/>
                  </a:lnTo>
                  <a:lnTo>
                    <a:pt x="3200399" y="6077"/>
                  </a:lnTo>
                  <a:lnTo>
                    <a:pt x="3199934" y="7200"/>
                  </a:lnTo>
                  <a:lnTo>
                    <a:pt x="3198074" y="9060"/>
                  </a:lnTo>
                  <a:lnTo>
                    <a:pt x="3196952" y="9524"/>
                  </a:lnTo>
                  <a:close/>
                </a:path>
                <a:path w="4914900" h="9525">
                  <a:moveTo>
                    <a:pt x="3244577" y="9524"/>
                  </a:moveTo>
                  <a:lnTo>
                    <a:pt x="3241947" y="9524"/>
                  </a:lnTo>
                  <a:lnTo>
                    <a:pt x="3240824" y="9060"/>
                  </a:lnTo>
                  <a:lnTo>
                    <a:pt x="3238964" y="7200"/>
                  </a:lnTo>
                  <a:lnTo>
                    <a:pt x="3238499" y="6077"/>
                  </a:lnTo>
                  <a:lnTo>
                    <a:pt x="3238499" y="3447"/>
                  </a:lnTo>
                  <a:lnTo>
                    <a:pt x="3238964" y="2324"/>
                  </a:lnTo>
                  <a:lnTo>
                    <a:pt x="3240824" y="464"/>
                  </a:lnTo>
                  <a:lnTo>
                    <a:pt x="3241947" y="0"/>
                  </a:lnTo>
                  <a:lnTo>
                    <a:pt x="3244577" y="0"/>
                  </a:lnTo>
                  <a:lnTo>
                    <a:pt x="3245699" y="464"/>
                  </a:lnTo>
                  <a:lnTo>
                    <a:pt x="3247559" y="2324"/>
                  </a:lnTo>
                  <a:lnTo>
                    <a:pt x="3248024" y="3447"/>
                  </a:lnTo>
                  <a:lnTo>
                    <a:pt x="3248024" y="6077"/>
                  </a:lnTo>
                  <a:lnTo>
                    <a:pt x="3247559" y="7200"/>
                  </a:lnTo>
                  <a:lnTo>
                    <a:pt x="3245699" y="9060"/>
                  </a:lnTo>
                  <a:lnTo>
                    <a:pt x="3244577" y="9524"/>
                  </a:lnTo>
                  <a:close/>
                </a:path>
                <a:path w="4914900" h="9525">
                  <a:moveTo>
                    <a:pt x="3292202" y="9524"/>
                  </a:moveTo>
                  <a:lnTo>
                    <a:pt x="3289572" y="9524"/>
                  </a:lnTo>
                  <a:lnTo>
                    <a:pt x="3288449" y="9060"/>
                  </a:lnTo>
                  <a:lnTo>
                    <a:pt x="3286589" y="7200"/>
                  </a:lnTo>
                  <a:lnTo>
                    <a:pt x="3286124" y="6077"/>
                  </a:lnTo>
                  <a:lnTo>
                    <a:pt x="3286124" y="3447"/>
                  </a:lnTo>
                  <a:lnTo>
                    <a:pt x="3286589" y="2324"/>
                  </a:lnTo>
                  <a:lnTo>
                    <a:pt x="3288449" y="464"/>
                  </a:lnTo>
                  <a:lnTo>
                    <a:pt x="3289572" y="0"/>
                  </a:lnTo>
                  <a:lnTo>
                    <a:pt x="3292202" y="0"/>
                  </a:lnTo>
                  <a:lnTo>
                    <a:pt x="3293325" y="464"/>
                  </a:lnTo>
                  <a:lnTo>
                    <a:pt x="3295184" y="2324"/>
                  </a:lnTo>
                  <a:lnTo>
                    <a:pt x="3295649" y="3447"/>
                  </a:lnTo>
                  <a:lnTo>
                    <a:pt x="3295649" y="6077"/>
                  </a:lnTo>
                  <a:lnTo>
                    <a:pt x="3295184" y="7200"/>
                  </a:lnTo>
                  <a:lnTo>
                    <a:pt x="3293325" y="9060"/>
                  </a:lnTo>
                  <a:lnTo>
                    <a:pt x="3292202" y="9524"/>
                  </a:lnTo>
                  <a:close/>
                </a:path>
                <a:path w="4914900" h="9525">
                  <a:moveTo>
                    <a:pt x="3339827" y="9524"/>
                  </a:moveTo>
                  <a:lnTo>
                    <a:pt x="3337197" y="9524"/>
                  </a:lnTo>
                  <a:lnTo>
                    <a:pt x="3336074" y="9060"/>
                  </a:lnTo>
                  <a:lnTo>
                    <a:pt x="3334214" y="7200"/>
                  </a:lnTo>
                  <a:lnTo>
                    <a:pt x="3333749" y="6077"/>
                  </a:lnTo>
                  <a:lnTo>
                    <a:pt x="3333749" y="3447"/>
                  </a:lnTo>
                  <a:lnTo>
                    <a:pt x="3334214" y="2324"/>
                  </a:lnTo>
                  <a:lnTo>
                    <a:pt x="3336074" y="464"/>
                  </a:lnTo>
                  <a:lnTo>
                    <a:pt x="3337197" y="0"/>
                  </a:lnTo>
                  <a:lnTo>
                    <a:pt x="3339827" y="0"/>
                  </a:lnTo>
                  <a:lnTo>
                    <a:pt x="3340950" y="464"/>
                  </a:lnTo>
                  <a:lnTo>
                    <a:pt x="3342809" y="2324"/>
                  </a:lnTo>
                  <a:lnTo>
                    <a:pt x="3343274" y="3447"/>
                  </a:lnTo>
                  <a:lnTo>
                    <a:pt x="3343274" y="6077"/>
                  </a:lnTo>
                  <a:lnTo>
                    <a:pt x="3342809" y="7200"/>
                  </a:lnTo>
                  <a:lnTo>
                    <a:pt x="3340950" y="9060"/>
                  </a:lnTo>
                  <a:lnTo>
                    <a:pt x="3339827" y="9524"/>
                  </a:lnTo>
                  <a:close/>
                </a:path>
                <a:path w="4914900" h="9525">
                  <a:moveTo>
                    <a:pt x="3387452" y="9524"/>
                  </a:moveTo>
                  <a:lnTo>
                    <a:pt x="3384822" y="9524"/>
                  </a:lnTo>
                  <a:lnTo>
                    <a:pt x="3383699" y="9060"/>
                  </a:lnTo>
                  <a:lnTo>
                    <a:pt x="3381839" y="7200"/>
                  </a:lnTo>
                  <a:lnTo>
                    <a:pt x="3381374" y="6077"/>
                  </a:lnTo>
                  <a:lnTo>
                    <a:pt x="3381374" y="3447"/>
                  </a:lnTo>
                  <a:lnTo>
                    <a:pt x="3381839" y="2324"/>
                  </a:lnTo>
                  <a:lnTo>
                    <a:pt x="3383699" y="464"/>
                  </a:lnTo>
                  <a:lnTo>
                    <a:pt x="3384822" y="0"/>
                  </a:lnTo>
                  <a:lnTo>
                    <a:pt x="3387452" y="0"/>
                  </a:lnTo>
                  <a:lnTo>
                    <a:pt x="3388575" y="464"/>
                  </a:lnTo>
                  <a:lnTo>
                    <a:pt x="3390434" y="2324"/>
                  </a:lnTo>
                  <a:lnTo>
                    <a:pt x="3390899" y="3447"/>
                  </a:lnTo>
                  <a:lnTo>
                    <a:pt x="3390899" y="6077"/>
                  </a:lnTo>
                  <a:lnTo>
                    <a:pt x="3390434" y="7200"/>
                  </a:lnTo>
                  <a:lnTo>
                    <a:pt x="3388575" y="9060"/>
                  </a:lnTo>
                  <a:lnTo>
                    <a:pt x="3387452" y="9524"/>
                  </a:lnTo>
                  <a:close/>
                </a:path>
                <a:path w="4914900" h="9525">
                  <a:moveTo>
                    <a:pt x="3435077" y="9524"/>
                  </a:moveTo>
                  <a:lnTo>
                    <a:pt x="3432447" y="9524"/>
                  </a:lnTo>
                  <a:lnTo>
                    <a:pt x="3431324" y="9060"/>
                  </a:lnTo>
                  <a:lnTo>
                    <a:pt x="3429464" y="7200"/>
                  </a:lnTo>
                  <a:lnTo>
                    <a:pt x="3428999" y="6077"/>
                  </a:lnTo>
                  <a:lnTo>
                    <a:pt x="3428999" y="3447"/>
                  </a:lnTo>
                  <a:lnTo>
                    <a:pt x="3429464" y="2324"/>
                  </a:lnTo>
                  <a:lnTo>
                    <a:pt x="3431324" y="464"/>
                  </a:lnTo>
                  <a:lnTo>
                    <a:pt x="3432447" y="0"/>
                  </a:lnTo>
                  <a:lnTo>
                    <a:pt x="3435077" y="0"/>
                  </a:lnTo>
                  <a:lnTo>
                    <a:pt x="3436199" y="464"/>
                  </a:lnTo>
                  <a:lnTo>
                    <a:pt x="3438059" y="2324"/>
                  </a:lnTo>
                  <a:lnTo>
                    <a:pt x="3438524" y="3447"/>
                  </a:lnTo>
                  <a:lnTo>
                    <a:pt x="3438524" y="6077"/>
                  </a:lnTo>
                  <a:lnTo>
                    <a:pt x="3438059" y="7200"/>
                  </a:lnTo>
                  <a:lnTo>
                    <a:pt x="3436199" y="9060"/>
                  </a:lnTo>
                  <a:lnTo>
                    <a:pt x="3435077" y="9524"/>
                  </a:lnTo>
                  <a:close/>
                </a:path>
                <a:path w="4914900" h="9525">
                  <a:moveTo>
                    <a:pt x="3482702" y="9524"/>
                  </a:moveTo>
                  <a:lnTo>
                    <a:pt x="3480072" y="9524"/>
                  </a:lnTo>
                  <a:lnTo>
                    <a:pt x="3478949" y="9060"/>
                  </a:lnTo>
                  <a:lnTo>
                    <a:pt x="3477089" y="7200"/>
                  </a:lnTo>
                  <a:lnTo>
                    <a:pt x="3476624" y="6077"/>
                  </a:lnTo>
                  <a:lnTo>
                    <a:pt x="3476624" y="3447"/>
                  </a:lnTo>
                  <a:lnTo>
                    <a:pt x="3477089" y="2324"/>
                  </a:lnTo>
                  <a:lnTo>
                    <a:pt x="3478949" y="464"/>
                  </a:lnTo>
                  <a:lnTo>
                    <a:pt x="3480072" y="0"/>
                  </a:lnTo>
                  <a:lnTo>
                    <a:pt x="3482702" y="0"/>
                  </a:lnTo>
                  <a:lnTo>
                    <a:pt x="3483824" y="464"/>
                  </a:lnTo>
                  <a:lnTo>
                    <a:pt x="3485684" y="2324"/>
                  </a:lnTo>
                  <a:lnTo>
                    <a:pt x="3486149" y="3447"/>
                  </a:lnTo>
                  <a:lnTo>
                    <a:pt x="3486149" y="6077"/>
                  </a:lnTo>
                  <a:lnTo>
                    <a:pt x="3485684" y="7200"/>
                  </a:lnTo>
                  <a:lnTo>
                    <a:pt x="3483824" y="9060"/>
                  </a:lnTo>
                  <a:lnTo>
                    <a:pt x="3482702" y="9524"/>
                  </a:lnTo>
                  <a:close/>
                </a:path>
                <a:path w="4914900" h="9525">
                  <a:moveTo>
                    <a:pt x="3530327" y="9524"/>
                  </a:moveTo>
                  <a:lnTo>
                    <a:pt x="3527697" y="9524"/>
                  </a:lnTo>
                  <a:lnTo>
                    <a:pt x="3526574" y="9060"/>
                  </a:lnTo>
                  <a:lnTo>
                    <a:pt x="3524714" y="7200"/>
                  </a:lnTo>
                  <a:lnTo>
                    <a:pt x="3524249" y="6077"/>
                  </a:lnTo>
                  <a:lnTo>
                    <a:pt x="3524249" y="3447"/>
                  </a:lnTo>
                  <a:lnTo>
                    <a:pt x="3524714" y="2324"/>
                  </a:lnTo>
                  <a:lnTo>
                    <a:pt x="3526574" y="464"/>
                  </a:lnTo>
                  <a:lnTo>
                    <a:pt x="3527697" y="0"/>
                  </a:lnTo>
                  <a:lnTo>
                    <a:pt x="3530327" y="0"/>
                  </a:lnTo>
                  <a:lnTo>
                    <a:pt x="3531449" y="464"/>
                  </a:lnTo>
                  <a:lnTo>
                    <a:pt x="3533309" y="2324"/>
                  </a:lnTo>
                  <a:lnTo>
                    <a:pt x="3533774" y="3447"/>
                  </a:lnTo>
                  <a:lnTo>
                    <a:pt x="3533774" y="6077"/>
                  </a:lnTo>
                  <a:lnTo>
                    <a:pt x="3533309" y="7200"/>
                  </a:lnTo>
                  <a:lnTo>
                    <a:pt x="3531449" y="9060"/>
                  </a:lnTo>
                  <a:lnTo>
                    <a:pt x="3530327" y="9524"/>
                  </a:lnTo>
                  <a:close/>
                </a:path>
                <a:path w="4914900" h="9525">
                  <a:moveTo>
                    <a:pt x="3577952" y="9524"/>
                  </a:moveTo>
                  <a:lnTo>
                    <a:pt x="3575322" y="9524"/>
                  </a:lnTo>
                  <a:lnTo>
                    <a:pt x="3574199" y="9060"/>
                  </a:lnTo>
                  <a:lnTo>
                    <a:pt x="3572339" y="7200"/>
                  </a:lnTo>
                  <a:lnTo>
                    <a:pt x="3571874" y="6077"/>
                  </a:lnTo>
                  <a:lnTo>
                    <a:pt x="3571874" y="3447"/>
                  </a:lnTo>
                  <a:lnTo>
                    <a:pt x="3572339" y="2324"/>
                  </a:lnTo>
                  <a:lnTo>
                    <a:pt x="3574199" y="464"/>
                  </a:lnTo>
                  <a:lnTo>
                    <a:pt x="3575322" y="0"/>
                  </a:lnTo>
                  <a:lnTo>
                    <a:pt x="3577952" y="0"/>
                  </a:lnTo>
                  <a:lnTo>
                    <a:pt x="3579074" y="464"/>
                  </a:lnTo>
                  <a:lnTo>
                    <a:pt x="3580934" y="2324"/>
                  </a:lnTo>
                  <a:lnTo>
                    <a:pt x="3581399" y="3447"/>
                  </a:lnTo>
                  <a:lnTo>
                    <a:pt x="3581399" y="6077"/>
                  </a:lnTo>
                  <a:lnTo>
                    <a:pt x="3580934" y="7200"/>
                  </a:lnTo>
                  <a:lnTo>
                    <a:pt x="3579074" y="9060"/>
                  </a:lnTo>
                  <a:lnTo>
                    <a:pt x="3577952" y="9524"/>
                  </a:lnTo>
                  <a:close/>
                </a:path>
                <a:path w="4914900" h="9525">
                  <a:moveTo>
                    <a:pt x="3625577" y="9524"/>
                  </a:moveTo>
                  <a:lnTo>
                    <a:pt x="3622947" y="9524"/>
                  </a:lnTo>
                  <a:lnTo>
                    <a:pt x="3621824" y="9060"/>
                  </a:lnTo>
                  <a:lnTo>
                    <a:pt x="3619964" y="7200"/>
                  </a:lnTo>
                  <a:lnTo>
                    <a:pt x="3619499" y="6077"/>
                  </a:lnTo>
                  <a:lnTo>
                    <a:pt x="3619499" y="3447"/>
                  </a:lnTo>
                  <a:lnTo>
                    <a:pt x="3619964" y="2324"/>
                  </a:lnTo>
                  <a:lnTo>
                    <a:pt x="3621824" y="464"/>
                  </a:lnTo>
                  <a:lnTo>
                    <a:pt x="3622947" y="0"/>
                  </a:lnTo>
                  <a:lnTo>
                    <a:pt x="3625577" y="0"/>
                  </a:lnTo>
                  <a:lnTo>
                    <a:pt x="3626699" y="464"/>
                  </a:lnTo>
                  <a:lnTo>
                    <a:pt x="3628559" y="2324"/>
                  </a:lnTo>
                  <a:lnTo>
                    <a:pt x="3629024" y="3447"/>
                  </a:lnTo>
                  <a:lnTo>
                    <a:pt x="3629024" y="6077"/>
                  </a:lnTo>
                  <a:lnTo>
                    <a:pt x="3628559" y="7200"/>
                  </a:lnTo>
                  <a:lnTo>
                    <a:pt x="3626699" y="9060"/>
                  </a:lnTo>
                  <a:lnTo>
                    <a:pt x="3625577" y="9524"/>
                  </a:lnTo>
                  <a:close/>
                </a:path>
                <a:path w="4914900" h="9525">
                  <a:moveTo>
                    <a:pt x="3673202" y="9524"/>
                  </a:moveTo>
                  <a:lnTo>
                    <a:pt x="3670572" y="9524"/>
                  </a:lnTo>
                  <a:lnTo>
                    <a:pt x="3669449" y="9060"/>
                  </a:lnTo>
                  <a:lnTo>
                    <a:pt x="3667589" y="7200"/>
                  </a:lnTo>
                  <a:lnTo>
                    <a:pt x="3667124" y="6077"/>
                  </a:lnTo>
                  <a:lnTo>
                    <a:pt x="3667124" y="3447"/>
                  </a:lnTo>
                  <a:lnTo>
                    <a:pt x="3667589" y="2324"/>
                  </a:lnTo>
                  <a:lnTo>
                    <a:pt x="3669449" y="464"/>
                  </a:lnTo>
                  <a:lnTo>
                    <a:pt x="3670572" y="0"/>
                  </a:lnTo>
                  <a:lnTo>
                    <a:pt x="3673202" y="0"/>
                  </a:lnTo>
                  <a:lnTo>
                    <a:pt x="3674324" y="464"/>
                  </a:lnTo>
                  <a:lnTo>
                    <a:pt x="3676184" y="2324"/>
                  </a:lnTo>
                  <a:lnTo>
                    <a:pt x="3676649" y="3447"/>
                  </a:lnTo>
                  <a:lnTo>
                    <a:pt x="3676649" y="6077"/>
                  </a:lnTo>
                  <a:lnTo>
                    <a:pt x="3676184" y="7200"/>
                  </a:lnTo>
                  <a:lnTo>
                    <a:pt x="3674324" y="9060"/>
                  </a:lnTo>
                  <a:lnTo>
                    <a:pt x="3673202" y="9524"/>
                  </a:lnTo>
                  <a:close/>
                </a:path>
                <a:path w="4914900" h="9525">
                  <a:moveTo>
                    <a:pt x="3720827" y="9524"/>
                  </a:moveTo>
                  <a:lnTo>
                    <a:pt x="3718197" y="9524"/>
                  </a:lnTo>
                  <a:lnTo>
                    <a:pt x="3717074" y="9060"/>
                  </a:lnTo>
                  <a:lnTo>
                    <a:pt x="3715214" y="7200"/>
                  </a:lnTo>
                  <a:lnTo>
                    <a:pt x="3714749" y="6077"/>
                  </a:lnTo>
                  <a:lnTo>
                    <a:pt x="3714749" y="3447"/>
                  </a:lnTo>
                  <a:lnTo>
                    <a:pt x="3715214" y="2324"/>
                  </a:lnTo>
                  <a:lnTo>
                    <a:pt x="3717074" y="464"/>
                  </a:lnTo>
                  <a:lnTo>
                    <a:pt x="3718197" y="0"/>
                  </a:lnTo>
                  <a:lnTo>
                    <a:pt x="3720827" y="0"/>
                  </a:lnTo>
                  <a:lnTo>
                    <a:pt x="3721949" y="464"/>
                  </a:lnTo>
                  <a:lnTo>
                    <a:pt x="3723809" y="2324"/>
                  </a:lnTo>
                  <a:lnTo>
                    <a:pt x="3724274" y="3447"/>
                  </a:lnTo>
                  <a:lnTo>
                    <a:pt x="3724274" y="6077"/>
                  </a:lnTo>
                  <a:lnTo>
                    <a:pt x="3723809" y="7200"/>
                  </a:lnTo>
                  <a:lnTo>
                    <a:pt x="3721949" y="9060"/>
                  </a:lnTo>
                  <a:lnTo>
                    <a:pt x="3720827" y="9524"/>
                  </a:lnTo>
                  <a:close/>
                </a:path>
                <a:path w="4914900" h="9525">
                  <a:moveTo>
                    <a:pt x="3768452" y="9524"/>
                  </a:moveTo>
                  <a:lnTo>
                    <a:pt x="3765822" y="9524"/>
                  </a:lnTo>
                  <a:lnTo>
                    <a:pt x="3764699" y="9060"/>
                  </a:lnTo>
                  <a:lnTo>
                    <a:pt x="3762839" y="7200"/>
                  </a:lnTo>
                  <a:lnTo>
                    <a:pt x="3762374" y="6077"/>
                  </a:lnTo>
                  <a:lnTo>
                    <a:pt x="3762374" y="3447"/>
                  </a:lnTo>
                  <a:lnTo>
                    <a:pt x="3762839" y="2324"/>
                  </a:lnTo>
                  <a:lnTo>
                    <a:pt x="3764699" y="464"/>
                  </a:lnTo>
                  <a:lnTo>
                    <a:pt x="3765822" y="0"/>
                  </a:lnTo>
                  <a:lnTo>
                    <a:pt x="3768452" y="0"/>
                  </a:lnTo>
                  <a:lnTo>
                    <a:pt x="3769574" y="464"/>
                  </a:lnTo>
                  <a:lnTo>
                    <a:pt x="3771434" y="2324"/>
                  </a:lnTo>
                  <a:lnTo>
                    <a:pt x="3771899" y="3447"/>
                  </a:lnTo>
                  <a:lnTo>
                    <a:pt x="3771899" y="6077"/>
                  </a:lnTo>
                  <a:lnTo>
                    <a:pt x="3771434" y="7200"/>
                  </a:lnTo>
                  <a:lnTo>
                    <a:pt x="3769574" y="9060"/>
                  </a:lnTo>
                  <a:lnTo>
                    <a:pt x="3768452" y="9524"/>
                  </a:lnTo>
                  <a:close/>
                </a:path>
                <a:path w="4914900" h="9525">
                  <a:moveTo>
                    <a:pt x="3816077" y="9524"/>
                  </a:moveTo>
                  <a:lnTo>
                    <a:pt x="3813447" y="9524"/>
                  </a:lnTo>
                  <a:lnTo>
                    <a:pt x="3812324" y="9060"/>
                  </a:lnTo>
                  <a:lnTo>
                    <a:pt x="3810464" y="7200"/>
                  </a:lnTo>
                  <a:lnTo>
                    <a:pt x="3809999" y="6077"/>
                  </a:lnTo>
                  <a:lnTo>
                    <a:pt x="3809999" y="3447"/>
                  </a:lnTo>
                  <a:lnTo>
                    <a:pt x="3810464" y="2324"/>
                  </a:lnTo>
                  <a:lnTo>
                    <a:pt x="3812324" y="464"/>
                  </a:lnTo>
                  <a:lnTo>
                    <a:pt x="3813447" y="0"/>
                  </a:lnTo>
                  <a:lnTo>
                    <a:pt x="3816077" y="0"/>
                  </a:lnTo>
                  <a:lnTo>
                    <a:pt x="3817199" y="464"/>
                  </a:lnTo>
                  <a:lnTo>
                    <a:pt x="3819059" y="2324"/>
                  </a:lnTo>
                  <a:lnTo>
                    <a:pt x="3819524" y="3447"/>
                  </a:lnTo>
                  <a:lnTo>
                    <a:pt x="3819524" y="6077"/>
                  </a:lnTo>
                  <a:lnTo>
                    <a:pt x="3819059" y="7200"/>
                  </a:lnTo>
                  <a:lnTo>
                    <a:pt x="3817199" y="9060"/>
                  </a:lnTo>
                  <a:lnTo>
                    <a:pt x="3816077" y="9524"/>
                  </a:lnTo>
                  <a:close/>
                </a:path>
                <a:path w="4914900" h="9525">
                  <a:moveTo>
                    <a:pt x="3863702" y="9524"/>
                  </a:moveTo>
                  <a:lnTo>
                    <a:pt x="3861072" y="9524"/>
                  </a:lnTo>
                  <a:lnTo>
                    <a:pt x="3859949" y="9060"/>
                  </a:lnTo>
                  <a:lnTo>
                    <a:pt x="3858089" y="7200"/>
                  </a:lnTo>
                  <a:lnTo>
                    <a:pt x="3857624" y="6077"/>
                  </a:lnTo>
                  <a:lnTo>
                    <a:pt x="3857624" y="3447"/>
                  </a:lnTo>
                  <a:lnTo>
                    <a:pt x="3858089" y="2324"/>
                  </a:lnTo>
                  <a:lnTo>
                    <a:pt x="3859949" y="464"/>
                  </a:lnTo>
                  <a:lnTo>
                    <a:pt x="3861072" y="0"/>
                  </a:lnTo>
                  <a:lnTo>
                    <a:pt x="3863702" y="0"/>
                  </a:lnTo>
                  <a:lnTo>
                    <a:pt x="3864824" y="464"/>
                  </a:lnTo>
                  <a:lnTo>
                    <a:pt x="3866684" y="2324"/>
                  </a:lnTo>
                  <a:lnTo>
                    <a:pt x="3867149" y="3447"/>
                  </a:lnTo>
                  <a:lnTo>
                    <a:pt x="3867149" y="6077"/>
                  </a:lnTo>
                  <a:lnTo>
                    <a:pt x="3866684" y="7200"/>
                  </a:lnTo>
                  <a:lnTo>
                    <a:pt x="3864824" y="9060"/>
                  </a:lnTo>
                  <a:lnTo>
                    <a:pt x="3863702" y="9524"/>
                  </a:lnTo>
                  <a:close/>
                </a:path>
                <a:path w="4914900" h="9525">
                  <a:moveTo>
                    <a:pt x="3911327" y="9524"/>
                  </a:moveTo>
                  <a:lnTo>
                    <a:pt x="3908697" y="9524"/>
                  </a:lnTo>
                  <a:lnTo>
                    <a:pt x="3907574" y="9060"/>
                  </a:lnTo>
                  <a:lnTo>
                    <a:pt x="3905714" y="7200"/>
                  </a:lnTo>
                  <a:lnTo>
                    <a:pt x="3905249" y="6077"/>
                  </a:lnTo>
                  <a:lnTo>
                    <a:pt x="3905249" y="3447"/>
                  </a:lnTo>
                  <a:lnTo>
                    <a:pt x="3905714" y="2324"/>
                  </a:lnTo>
                  <a:lnTo>
                    <a:pt x="3907574" y="464"/>
                  </a:lnTo>
                  <a:lnTo>
                    <a:pt x="3908697" y="0"/>
                  </a:lnTo>
                  <a:lnTo>
                    <a:pt x="3911327" y="0"/>
                  </a:lnTo>
                  <a:lnTo>
                    <a:pt x="3912449" y="464"/>
                  </a:lnTo>
                  <a:lnTo>
                    <a:pt x="3914309" y="2324"/>
                  </a:lnTo>
                  <a:lnTo>
                    <a:pt x="3914774" y="3447"/>
                  </a:lnTo>
                  <a:lnTo>
                    <a:pt x="3914774" y="6077"/>
                  </a:lnTo>
                  <a:lnTo>
                    <a:pt x="3914309" y="7200"/>
                  </a:lnTo>
                  <a:lnTo>
                    <a:pt x="3912449" y="9060"/>
                  </a:lnTo>
                  <a:lnTo>
                    <a:pt x="3911327" y="9524"/>
                  </a:lnTo>
                  <a:close/>
                </a:path>
                <a:path w="4914900" h="9525">
                  <a:moveTo>
                    <a:pt x="3958952" y="9524"/>
                  </a:moveTo>
                  <a:lnTo>
                    <a:pt x="3956322" y="9524"/>
                  </a:lnTo>
                  <a:lnTo>
                    <a:pt x="3955199" y="9060"/>
                  </a:lnTo>
                  <a:lnTo>
                    <a:pt x="3953339" y="7200"/>
                  </a:lnTo>
                  <a:lnTo>
                    <a:pt x="3952874" y="6077"/>
                  </a:lnTo>
                  <a:lnTo>
                    <a:pt x="3952874" y="3447"/>
                  </a:lnTo>
                  <a:lnTo>
                    <a:pt x="3953339" y="2324"/>
                  </a:lnTo>
                  <a:lnTo>
                    <a:pt x="3955199" y="464"/>
                  </a:lnTo>
                  <a:lnTo>
                    <a:pt x="3956322" y="0"/>
                  </a:lnTo>
                  <a:lnTo>
                    <a:pt x="3958952" y="0"/>
                  </a:lnTo>
                  <a:lnTo>
                    <a:pt x="3960074" y="464"/>
                  </a:lnTo>
                  <a:lnTo>
                    <a:pt x="3961934" y="2324"/>
                  </a:lnTo>
                  <a:lnTo>
                    <a:pt x="3962399" y="3447"/>
                  </a:lnTo>
                  <a:lnTo>
                    <a:pt x="3962399" y="6077"/>
                  </a:lnTo>
                  <a:lnTo>
                    <a:pt x="3961934" y="7200"/>
                  </a:lnTo>
                  <a:lnTo>
                    <a:pt x="3960074" y="9060"/>
                  </a:lnTo>
                  <a:lnTo>
                    <a:pt x="3958952" y="9524"/>
                  </a:lnTo>
                  <a:close/>
                </a:path>
                <a:path w="4914900" h="9525">
                  <a:moveTo>
                    <a:pt x="4006577" y="9524"/>
                  </a:moveTo>
                  <a:lnTo>
                    <a:pt x="4003947" y="9524"/>
                  </a:lnTo>
                  <a:lnTo>
                    <a:pt x="4002824" y="9060"/>
                  </a:lnTo>
                  <a:lnTo>
                    <a:pt x="4000964" y="7200"/>
                  </a:lnTo>
                  <a:lnTo>
                    <a:pt x="4000499" y="6077"/>
                  </a:lnTo>
                  <a:lnTo>
                    <a:pt x="4000499" y="3447"/>
                  </a:lnTo>
                  <a:lnTo>
                    <a:pt x="4000964" y="2324"/>
                  </a:lnTo>
                  <a:lnTo>
                    <a:pt x="4002824" y="464"/>
                  </a:lnTo>
                  <a:lnTo>
                    <a:pt x="4003947" y="0"/>
                  </a:lnTo>
                  <a:lnTo>
                    <a:pt x="4006577" y="0"/>
                  </a:lnTo>
                  <a:lnTo>
                    <a:pt x="4007699" y="464"/>
                  </a:lnTo>
                  <a:lnTo>
                    <a:pt x="4009559" y="2324"/>
                  </a:lnTo>
                  <a:lnTo>
                    <a:pt x="4010024" y="3447"/>
                  </a:lnTo>
                  <a:lnTo>
                    <a:pt x="4010024" y="6077"/>
                  </a:lnTo>
                  <a:lnTo>
                    <a:pt x="4009559" y="7200"/>
                  </a:lnTo>
                  <a:lnTo>
                    <a:pt x="4007699" y="9060"/>
                  </a:lnTo>
                  <a:lnTo>
                    <a:pt x="4006577" y="9524"/>
                  </a:lnTo>
                  <a:close/>
                </a:path>
                <a:path w="4914900" h="9525">
                  <a:moveTo>
                    <a:pt x="4054202" y="9524"/>
                  </a:moveTo>
                  <a:lnTo>
                    <a:pt x="4051572" y="9524"/>
                  </a:lnTo>
                  <a:lnTo>
                    <a:pt x="4050449" y="9060"/>
                  </a:lnTo>
                  <a:lnTo>
                    <a:pt x="4048589" y="7200"/>
                  </a:lnTo>
                  <a:lnTo>
                    <a:pt x="4048124" y="6077"/>
                  </a:lnTo>
                  <a:lnTo>
                    <a:pt x="4048124" y="3447"/>
                  </a:lnTo>
                  <a:lnTo>
                    <a:pt x="4048589" y="2324"/>
                  </a:lnTo>
                  <a:lnTo>
                    <a:pt x="4050449" y="464"/>
                  </a:lnTo>
                  <a:lnTo>
                    <a:pt x="4051572" y="0"/>
                  </a:lnTo>
                  <a:lnTo>
                    <a:pt x="4054202" y="0"/>
                  </a:lnTo>
                  <a:lnTo>
                    <a:pt x="4055324" y="464"/>
                  </a:lnTo>
                  <a:lnTo>
                    <a:pt x="4057184" y="2324"/>
                  </a:lnTo>
                  <a:lnTo>
                    <a:pt x="4057649" y="3447"/>
                  </a:lnTo>
                  <a:lnTo>
                    <a:pt x="4057649" y="6077"/>
                  </a:lnTo>
                  <a:lnTo>
                    <a:pt x="4057184" y="7200"/>
                  </a:lnTo>
                  <a:lnTo>
                    <a:pt x="4055324" y="9060"/>
                  </a:lnTo>
                  <a:lnTo>
                    <a:pt x="4054202" y="9524"/>
                  </a:lnTo>
                  <a:close/>
                </a:path>
                <a:path w="4914900" h="9525">
                  <a:moveTo>
                    <a:pt x="4101827" y="9524"/>
                  </a:moveTo>
                  <a:lnTo>
                    <a:pt x="4099197" y="9524"/>
                  </a:lnTo>
                  <a:lnTo>
                    <a:pt x="4098074" y="9060"/>
                  </a:lnTo>
                  <a:lnTo>
                    <a:pt x="4096214" y="7200"/>
                  </a:lnTo>
                  <a:lnTo>
                    <a:pt x="4095749" y="6077"/>
                  </a:lnTo>
                  <a:lnTo>
                    <a:pt x="4095749" y="3447"/>
                  </a:lnTo>
                  <a:lnTo>
                    <a:pt x="4096214" y="2324"/>
                  </a:lnTo>
                  <a:lnTo>
                    <a:pt x="4098074" y="464"/>
                  </a:lnTo>
                  <a:lnTo>
                    <a:pt x="4099197" y="0"/>
                  </a:lnTo>
                  <a:lnTo>
                    <a:pt x="4101827" y="0"/>
                  </a:lnTo>
                  <a:lnTo>
                    <a:pt x="4102949" y="464"/>
                  </a:lnTo>
                  <a:lnTo>
                    <a:pt x="4104809" y="2324"/>
                  </a:lnTo>
                  <a:lnTo>
                    <a:pt x="4105274" y="3447"/>
                  </a:lnTo>
                  <a:lnTo>
                    <a:pt x="4105274" y="6077"/>
                  </a:lnTo>
                  <a:lnTo>
                    <a:pt x="4104809" y="7200"/>
                  </a:lnTo>
                  <a:lnTo>
                    <a:pt x="4102949" y="9060"/>
                  </a:lnTo>
                  <a:lnTo>
                    <a:pt x="4101827" y="9524"/>
                  </a:lnTo>
                  <a:close/>
                </a:path>
                <a:path w="4914900" h="9525">
                  <a:moveTo>
                    <a:pt x="4149452" y="9524"/>
                  </a:moveTo>
                  <a:lnTo>
                    <a:pt x="4146822" y="9524"/>
                  </a:lnTo>
                  <a:lnTo>
                    <a:pt x="4145699" y="9060"/>
                  </a:lnTo>
                  <a:lnTo>
                    <a:pt x="4143839" y="7200"/>
                  </a:lnTo>
                  <a:lnTo>
                    <a:pt x="4143374" y="6077"/>
                  </a:lnTo>
                  <a:lnTo>
                    <a:pt x="4143374" y="3447"/>
                  </a:lnTo>
                  <a:lnTo>
                    <a:pt x="4143839" y="2324"/>
                  </a:lnTo>
                  <a:lnTo>
                    <a:pt x="4145699" y="464"/>
                  </a:lnTo>
                  <a:lnTo>
                    <a:pt x="4146822" y="0"/>
                  </a:lnTo>
                  <a:lnTo>
                    <a:pt x="4149452" y="0"/>
                  </a:lnTo>
                  <a:lnTo>
                    <a:pt x="4150574" y="464"/>
                  </a:lnTo>
                  <a:lnTo>
                    <a:pt x="4152434" y="2324"/>
                  </a:lnTo>
                  <a:lnTo>
                    <a:pt x="4152899" y="3447"/>
                  </a:lnTo>
                  <a:lnTo>
                    <a:pt x="4152899" y="6077"/>
                  </a:lnTo>
                  <a:lnTo>
                    <a:pt x="4152434" y="7200"/>
                  </a:lnTo>
                  <a:lnTo>
                    <a:pt x="4150574" y="9060"/>
                  </a:lnTo>
                  <a:lnTo>
                    <a:pt x="4149452" y="9524"/>
                  </a:lnTo>
                  <a:close/>
                </a:path>
                <a:path w="4914900" h="9525">
                  <a:moveTo>
                    <a:pt x="4197077" y="9524"/>
                  </a:moveTo>
                  <a:lnTo>
                    <a:pt x="4194447" y="9524"/>
                  </a:lnTo>
                  <a:lnTo>
                    <a:pt x="4193324" y="9060"/>
                  </a:lnTo>
                  <a:lnTo>
                    <a:pt x="4191464" y="7200"/>
                  </a:lnTo>
                  <a:lnTo>
                    <a:pt x="4190999" y="6077"/>
                  </a:lnTo>
                  <a:lnTo>
                    <a:pt x="4190999" y="3447"/>
                  </a:lnTo>
                  <a:lnTo>
                    <a:pt x="4191464" y="2324"/>
                  </a:lnTo>
                  <a:lnTo>
                    <a:pt x="4193324" y="464"/>
                  </a:lnTo>
                  <a:lnTo>
                    <a:pt x="4194447" y="0"/>
                  </a:lnTo>
                  <a:lnTo>
                    <a:pt x="4197077" y="0"/>
                  </a:lnTo>
                  <a:lnTo>
                    <a:pt x="4198199" y="464"/>
                  </a:lnTo>
                  <a:lnTo>
                    <a:pt x="4200059" y="2324"/>
                  </a:lnTo>
                  <a:lnTo>
                    <a:pt x="4200524" y="3447"/>
                  </a:lnTo>
                  <a:lnTo>
                    <a:pt x="4200524" y="6077"/>
                  </a:lnTo>
                  <a:lnTo>
                    <a:pt x="4200059" y="7200"/>
                  </a:lnTo>
                  <a:lnTo>
                    <a:pt x="4198199" y="9060"/>
                  </a:lnTo>
                  <a:lnTo>
                    <a:pt x="4197077" y="9524"/>
                  </a:lnTo>
                  <a:close/>
                </a:path>
                <a:path w="4914900" h="9525">
                  <a:moveTo>
                    <a:pt x="4244702" y="9524"/>
                  </a:moveTo>
                  <a:lnTo>
                    <a:pt x="4242072" y="9524"/>
                  </a:lnTo>
                  <a:lnTo>
                    <a:pt x="4240949" y="9060"/>
                  </a:lnTo>
                  <a:lnTo>
                    <a:pt x="4239089" y="7200"/>
                  </a:lnTo>
                  <a:lnTo>
                    <a:pt x="4238624" y="6077"/>
                  </a:lnTo>
                  <a:lnTo>
                    <a:pt x="4238624" y="3447"/>
                  </a:lnTo>
                  <a:lnTo>
                    <a:pt x="4239089" y="2324"/>
                  </a:lnTo>
                  <a:lnTo>
                    <a:pt x="4240949" y="464"/>
                  </a:lnTo>
                  <a:lnTo>
                    <a:pt x="4242072" y="0"/>
                  </a:lnTo>
                  <a:lnTo>
                    <a:pt x="4244702" y="0"/>
                  </a:lnTo>
                  <a:lnTo>
                    <a:pt x="4245824" y="464"/>
                  </a:lnTo>
                  <a:lnTo>
                    <a:pt x="4247684" y="2324"/>
                  </a:lnTo>
                  <a:lnTo>
                    <a:pt x="4248149" y="3447"/>
                  </a:lnTo>
                  <a:lnTo>
                    <a:pt x="4248149" y="6077"/>
                  </a:lnTo>
                  <a:lnTo>
                    <a:pt x="4247684" y="7200"/>
                  </a:lnTo>
                  <a:lnTo>
                    <a:pt x="4245824" y="9060"/>
                  </a:lnTo>
                  <a:lnTo>
                    <a:pt x="4244702" y="9524"/>
                  </a:lnTo>
                  <a:close/>
                </a:path>
                <a:path w="4914900" h="9525">
                  <a:moveTo>
                    <a:pt x="4292327" y="9524"/>
                  </a:moveTo>
                  <a:lnTo>
                    <a:pt x="4289697" y="9524"/>
                  </a:lnTo>
                  <a:lnTo>
                    <a:pt x="4288574" y="9060"/>
                  </a:lnTo>
                  <a:lnTo>
                    <a:pt x="4286714" y="7200"/>
                  </a:lnTo>
                  <a:lnTo>
                    <a:pt x="4286249" y="6077"/>
                  </a:lnTo>
                  <a:lnTo>
                    <a:pt x="4286249" y="3447"/>
                  </a:lnTo>
                  <a:lnTo>
                    <a:pt x="4286714" y="2324"/>
                  </a:lnTo>
                  <a:lnTo>
                    <a:pt x="4288574" y="464"/>
                  </a:lnTo>
                  <a:lnTo>
                    <a:pt x="4289697" y="0"/>
                  </a:lnTo>
                  <a:lnTo>
                    <a:pt x="4292327" y="0"/>
                  </a:lnTo>
                  <a:lnTo>
                    <a:pt x="4293449" y="464"/>
                  </a:lnTo>
                  <a:lnTo>
                    <a:pt x="4295309" y="2324"/>
                  </a:lnTo>
                  <a:lnTo>
                    <a:pt x="4295774" y="3447"/>
                  </a:lnTo>
                  <a:lnTo>
                    <a:pt x="4295774" y="6077"/>
                  </a:lnTo>
                  <a:lnTo>
                    <a:pt x="4295309" y="7200"/>
                  </a:lnTo>
                  <a:lnTo>
                    <a:pt x="4293449" y="9060"/>
                  </a:lnTo>
                  <a:lnTo>
                    <a:pt x="4292327" y="9524"/>
                  </a:lnTo>
                  <a:close/>
                </a:path>
                <a:path w="4914900" h="9525">
                  <a:moveTo>
                    <a:pt x="4339952" y="9524"/>
                  </a:moveTo>
                  <a:lnTo>
                    <a:pt x="4337322" y="9524"/>
                  </a:lnTo>
                  <a:lnTo>
                    <a:pt x="4336199" y="9060"/>
                  </a:lnTo>
                  <a:lnTo>
                    <a:pt x="4334339" y="7200"/>
                  </a:lnTo>
                  <a:lnTo>
                    <a:pt x="4333874" y="6077"/>
                  </a:lnTo>
                  <a:lnTo>
                    <a:pt x="4333874" y="3447"/>
                  </a:lnTo>
                  <a:lnTo>
                    <a:pt x="4334339" y="2324"/>
                  </a:lnTo>
                  <a:lnTo>
                    <a:pt x="4336199" y="464"/>
                  </a:lnTo>
                  <a:lnTo>
                    <a:pt x="4337322" y="0"/>
                  </a:lnTo>
                  <a:lnTo>
                    <a:pt x="4339952" y="0"/>
                  </a:lnTo>
                  <a:lnTo>
                    <a:pt x="4341074" y="464"/>
                  </a:lnTo>
                  <a:lnTo>
                    <a:pt x="4342934" y="2324"/>
                  </a:lnTo>
                  <a:lnTo>
                    <a:pt x="4343399" y="3447"/>
                  </a:lnTo>
                  <a:lnTo>
                    <a:pt x="4343399" y="6077"/>
                  </a:lnTo>
                  <a:lnTo>
                    <a:pt x="4342934" y="7200"/>
                  </a:lnTo>
                  <a:lnTo>
                    <a:pt x="4341074" y="9060"/>
                  </a:lnTo>
                  <a:lnTo>
                    <a:pt x="4339952" y="9524"/>
                  </a:lnTo>
                  <a:close/>
                </a:path>
                <a:path w="4914900" h="9525">
                  <a:moveTo>
                    <a:pt x="4387577" y="9524"/>
                  </a:moveTo>
                  <a:lnTo>
                    <a:pt x="4384947" y="9524"/>
                  </a:lnTo>
                  <a:lnTo>
                    <a:pt x="4383824" y="9060"/>
                  </a:lnTo>
                  <a:lnTo>
                    <a:pt x="4381964" y="7200"/>
                  </a:lnTo>
                  <a:lnTo>
                    <a:pt x="4381499" y="6077"/>
                  </a:lnTo>
                  <a:lnTo>
                    <a:pt x="4381499" y="3447"/>
                  </a:lnTo>
                  <a:lnTo>
                    <a:pt x="4381964" y="2324"/>
                  </a:lnTo>
                  <a:lnTo>
                    <a:pt x="4383824" y="464"/>
                  </a:lnTo>
                  <a:lnTo>
                    <a:pt x="4384947" y="0"/>
                  </a:lnTo>
                  <a:lnTo>
                    <a:pt x="4387577" y="0"/>
                  </a:lnTo>
                  <a:lnTo>
                    <a:pt x="4388699" y="464"/>
                  </a:lnTo>
                  <a:lnTo>
                    <a:pt x="4390559" y="2324"/>
                  </a:lnTo>
                  <a:lnTo>
                    <a:pt x="4391024" y="3447"/>
                  </a:lnTo>
                  <a:lnTo>
                    <a:pt x="4391024" y="6077"/>
                  </a:lnTo>
                  <a:lnTo>
                    <a:pt x="4390559" y="7200"/>
                  </a:lnTo>
                  <a:lnTo>
                    <a:pt x="4388699" y="9060"/>
                  </a:lnTo>
                  <a:lnTo>
                    <a:pt x="4387577" y="9524"/>
                  </a:lnTo>
                  <a:close/>
                </a:path>
                <a:path w="4914900" h="9525">
                  <a:moveTo>
                    <a:pt x="4435202" y="9524"/>
                  </a:moveTo>
                  <a:lnTo>
                    <a:pt x="4432572" y="9524"/>
                  </a:lnTo>
                  <a:lnTo>
                    <a:pt x="4431449" y="9060"/>
                  </a:lnTo>
                  <a:lnTo>
                    <a:pt x="4429589" y="7200"/>
                  </a:lnTo>
                  <a:lnTo>
                    <a:pt x="4429124" y="6077"/>
                  </a:lnTo>
                  <a:lnTo>
                    <a:pt x="4429124" y="3447"/>
                  </a:lnTo>
                  <a:lnTo>
                    <a:pt x="4429589" y="2324"/>
                  </a:lnTo>
                  <a:lnTo>
                    <a:pt x="4431449" y="464"/>
                  </a:lnTo>
                  <a:lnTo>
                    <a:pt x="4432572" y="0"/>
                  </a:lnTo>
                  <a:lnTo>
                    <a:pt x="4435202" y="0"/>
                  </a:lnTo>
                  <a:lnTo>
                    <a:pt x="4436324" y="464"/>
                  </a:lnTo>
                  <a:lnTo>
                    <a:pt x="4438184" y="2324"/>
                  </a:lnTo>
                  <a:lnTo>
                    <a:pt x="4438649" y="3447"/>
                  </a:lnTo>
                  <a:lnTo>
                    <a:pt x="4438649" y="6077"/>
                  </a:lnTo>
                  <a:lnTo>
                    <a:pt x="4438184" y="7200"/>
                  </a:lnTo>
                  <a:lnTo>
                    <a:pt x="4436324" y="9060"/>
                  </a:lnTo>
                  <a:lnTo>
                    <a:pt x="4435202" y="9524"/>
                  </a:lnTo>
                  <a:close/>
                </a:path>
                <a:path w="4914900" h="9525">
                  <a:moveTo>
                    <a:pt x="4482827" y="9524"/>
                  </a:moveTo>
                  <a:lnTo>
                    <a:pt x="4480197" y="9524"/>
                  </a:lnTo>
                  <a:lnTo>
                    <a:pt x="4479074" y="9060"/>
                  </a:lnTo>
                  <a:lnTo>
                    <a:pt x="4477214" y="7200"/>
                  </a:lnTo>
                  <a:lnTo>
                    <a:pt x="4476749" y="6077"/>
                  </a:lnTo>
                  <a:lnTo>
                    <a:pt x="4476749" y="3447"/>
                  </a:lnTo>
                  <a:lnTo>
                    <a:pt x="4477214" y="2324"/>
                  </a:lnTo>
                  <a:lnTo>
                    <a:pt x="4479074" y="464"/>
                  </a:lnTo>
                  <a:lnTo>
                    <a:pt x="4480197" y="0"/>
                  </a:lnTo>
                  <a:lnTo>
                    <a:pt x="4482827" y="0"/>
                  </a:lnTo>
                  <a:lnTo>
                    <a:pt x="4483949" y="464"/>
                  </a:lnTo>
                  <a:lnTo>
                    <a:pt x="4485809" y="2324"/>
                  </a:lnTo>
                  <a:lnTo>
                    <a:pt x="4486274" y="3447"/>
                  </a:lnTo>
                  <a:lnTo>
                    <a:pt x="4486274" y="6077"/>
                  </a:lnTo>
                  <a:lnTo>
                    <a:pt x="4485809" y="7200"/>
                  </a:lnTo>
                  <a:lnTo>
                    <a:pt x="4483949" y="9060"/>
                  </a:lnTo>
                  <a:lnTo>
                    <a:pt x="4482827" y="9524"/>
                  </a:lnTo>
                  <a:close/>
                </a:path>
                <a:path w="4914900" h="9525">
                  <a:moveTo>
                    <a:pt x="4530452" y="9524"/>
                  </a:moveTo>
                  <a:lnTo>
                    <a:pt x="4527822" y="9524"/>
                  </a:lnTo>
                  <a:lnTo>
                    <a:pt x="4526699" y="9060"/>
                  </a:lnTo>
                  <a:lnTo>
                    <a:pt x="4524839" y="7200"/>
                  </a:lnTo>
                  <a:lnTo>
                    <a:pt x="4524374" y="6077"/>
                  </a:lnTo>
                  <a:lnTo>
                    <a:pt x="4524374" y="3447"/>
                  </a:lnTo>
                  <a:lnTo>
                    <a:pt x="4524839" y="2324"/>
                  </a:lnTo>
                  <a:lnTo>
                    <a:pt x="4526699" y="464"/>
                  </a:lnTo>
                  <a:lnTo>
                    <a:pt x="4527822" y="0"/>
                  </a:lnTo>
                  <a:lnTo>
                    <a:pt x="4530452" y="0"/>
                  </a:lnTo>
                  <a:lnTo>
                    <a:pt x="4531574" y="464"/>
                  </a:lnTo>
                  <a:lnTo>
                    <a:pt x="4533434" y="2324"/>
                  </a:lnTo>
                  <a:lnTo>
                    <a:pt x="4533899" y="3447"/>
                  </a:lnTo>
                  <a:lnTo>
                    <a:pt x="4533899" y="6077"/>
                  </a:lnTo>
                  <a:lnTo>
                    <a:pt x="4533434" y="7200"/>
                  </a:lnTo>
                  <a:lnTo>
                    <a:pt x="4531574" y="9060"/>
                  </a:lnTo>
                  <a:lnTo>
                    <a:pt x="4530452" y="9524"/>
                  </a:lnTo>
                  <a:close/>
                </a:path>
                <a:path w="4914900" h="9525">
                  <a:moveTo>
                    <a:pt x="4578077" y="9524"/>
                  </a:moveTo>
                  <a:lnTo>
                    <a:pt x="4575447" y="9524"/>
                  </a:lnTo>
                  <a:lnTo>
                    <a:pt x="4574324" y="9060"/>
                  </a:lnTo>
                  <a:lnTo>
                    <a:pt x="4572464" y="7200"/>
                  </a:lnTo>
                  <a:lnTo>
                    <a:pt x="4571999" y="6077"/>
                  </a:lnTo>
                  <a:lnTo>
                    <a:pt x="4571999" y="3447"/>
                  </a:lnTo>
                  <a:lnTo>
                    <a:pt x="4572464" y="2324"/>
                  </a:lnTo>
                  <a:lnTo>
                    <a:pt x="4574324" y="464"/>
                  </a:lnTo>
                  <a:lnTo>
                    <a:pt x="4575447" y="0"/>
                  </a:lnTo>
                  <a:lnTo>
                    <a:pt x="4578077" y="0"/>
                  </a:lnTo>
                  <a:lnTo>
                    <a:pt x="4579199" y="464"/>
                  </a:lnTo>
                  <a:lnTo>
                    <a:pt x="4581059" y="2324"/>
                  </a:lnTo>
                  <a:lnTo>
                    <a:pt x="4581524" y="3447"/>
                  </a:lnTo>
                  <a:lnTo>
                    <a:pt x="4581524" y="6077"/>
                  </a:lnTo>
                  <a:lnTo>
                    <a:pt x="4581059" y="7200"/>
                  </a:lnTo>
                  <a:lnTo>
                    <a:pt x="4579199" y="9060"/>
                  </a:lnTo>
                  <a:lnTo>
                    <a:pt x="4578077" y="9524"/>
                  </a:lnTo>
                  <a:close/>
                </a:path>
                <a:path w="4914900" h="9525">
                  <a:moveTo>
                    <a:pt x="4625702" y="9524"/>
                  </a:moveTo>
                  <a:lnTo>
                    <a:pt x="4623072" y="9524"/>
                  </a:lnTo>
                  <a:lnTo>
                    <a:pt x="4621949" y="9060"/>
                  </a:lnTo>
                  <a:lnTo>
                    <a:pt x="4620089" y="7200"/>
                  </a:lnTo>
                  <a:lnTo>
                    <a:pt x="4619624" y="6077"/>
                  </a:lnTo>
                  <a:lnTo>
                    <a:pt x="4619624" y="3447"/>
                  </a:lnTo>
                  <a:lnTo>
                    <a:pt x="4620089" y="2324"/>
                  </a:lnTo>
                  <a:lnTo>
                    <a:pt x="4621949" y="464"/>
                  </a:lnTo>
                  <a:lnTo>
                    <a:pt x="4623072" y="0"/>
                  </a:lnTo>
                  <a:lnTo>
                    <a:pt x="4625702" y="0"/>
                  </a:lnTo>
                  <a:lnTo>
                    <a:pt x="4626824" y="464"/>
                  </a:lnTo>
                  <a:lnTo>
                    <a:pt x="4628684" y="2324"/>
                  </a:lnTo>
                  <a:lnTo>
                    <a:pt x="4629149" y="3447"/>
                  </a:lnTo>
                  <a:lnTo>
                    <a:pt x="4629149" y="6077"/>
                  </a:lnTo>
                  <a:lnTo>
                    <a:pt x="4628684" y="7200"/>
                  </a:lnTo>
                  <a:lnTo>
                    <a:pt x="4626824" y="9060"/>
                  </a:lnTo>
                  <a:lnTo>
                    <a:pt x="4625702" y="9524"/>
                  </a:lnTo>
                  <a:close/>
                </a:path>
                <a:path w="4914900" h="9525">
                  <a:moveTo>
                    <a:pt x="4673327" y="9524"/>
                  </a:moveTo>
                  <a:lnTo>
                    <a:pt x="4670697" y="9524"/>
                  </a:lnTo>
                  <a:lnTo>
                    <a:pt x="4669574" y="9060"/>
                  </a:lnTo>
                  <a:lnTo>
                    <a:pt x="4667714" y="7200"/>
                  </a:lnTo>
                  <a:lnTo>
                    <a:pt x="4667249" y="6077"/>
                  </a:lnTo>
                  <a:lnTo>
                    <a:pt x="4667249" y="3447"/>
                  </a:lnTo>
                  <a:lnTo>
                    <a:pt x="4667714" y="2324"/>
                  </a:lnTo>
                  <a:lnTo>
                    <a:pt x="4669574" y="464"/>
                  </a:lnTo>
                  <a:lnTo>
                    <a:pt x="4670697" y="0"/>
                  </a:lnTo>
                  <a:lnTo>
                    <a:pt x="4673327" y="0"/>
                  </a:lnTo>
                  <a:lnTo>
                    <a:pt x="4674449" y="464"/>
                  </a:lnTo>
                  <a:lnTo>
                    <a:pt x="4676309" y="2324"/>
                  </a:lnTo>
                  <a:lnTo>
                    <a:pt x="4676774" y="3447"/>
                  </a:lnTo>
                  <a:lnTo>
                    <a:pt x="4676774" y="6077"/>
                  </a:lnTo>
                  <a:lnTo>
                    <a:pt x="4676309" y="7200"/>
                  </a:lnTo>
                  <a:lnTo>
                    <a:pt x="4674449" y="9060"/>
                  </a:lnTo>
                  <a:lnTo>
                    <a:pt x="4673327" y="9524"/>
                  </a:lnTo>
                  <a:close/>
                </a:path>
                <a:path w="4914900" h="9525">
                  <a:moveTo>
                    <a:pt x="4720952" y="9524"/>
                  </a:moveTo>
                  <a:lnTo>
                    <a:pt x="4718322" y="9524"/>
                  </a:lnTo>
                  <a:lnTo>
                    <a:pt x="4717199" y="9060"/>
                  </a:lnTo>
                  <a:lnTo>
                    <a:pt x="4715339" y="7200"/>
                  </a:lnTo>
                  <a:lnTo>
                    <a:pt x="4714874" y="6077"/>
                  </a:lnTo>
                  <a:lnTo>
                    <a:pt x="4714874" y="3447"/>
                  </a:lnTo>
                  <a:lnTo>
                    <a:pt x="4715339" y="2324"/>
                  </a:lnTo>
                  <a:lnTo>
                    <a:pt x="4717199" y="464"/>
                  </a:lnTo>
                  <a:lnTo>
                    <a:pt x="4718322" y="0"/>
                  </a:lnTo>
                  <a:lnTo>
                    <a:pt x="4720952" y="0"/>
                  </a:lnTo>
                  <a:lnTo>
                    <a:pt x="4722074" y="464"/>
                  </a:lnTo>
                  <a:lnTo>
                    <a:pt x="4723934" y="2324"/>
                  </a:lnTo>
                  <a:lnTo>
                    <a:pt x="4724399" y="3447"/>
                  </a:lnTo>
                  <a:lnTo>
                    <a:pt x="4724399" y="6077"/>
                  </a:lnTo>
                  <a:lnTo>
                    <a:pt x="4723934" y="7200"/>
                  </a:lnTo>
                  <a:lnTo>
                    <a:pt x="4722074" y="9060"/>
                  </a:lnTo>
                  <a:lnTo>
                    <a:pt x="4720952" y="9524"/>
                  </a:lnTo>
                  <a:close/>
                </a:path>
                <a:path w="4914900" h="9525">
                  <a:moveTo>
                    <a:pt x="4768577" y="9524"/>
                  </a:moveTo>
                  <a:lnTo>
                    <a:pt x="4765947" y="9524"/>
                  </a:lnTo>
                  <a:lnTo>
                    <a:pt x="4764824" y="9060"/>
                  </a:lnTo>
                  <a:lnTo>
                    <a:pt x="4762964" y="7200"/>
                  </a:lnTo>
                  <a:lnTo>
                    <a:pt x="4762499" y="6077"/>
                  </a:lnTo>
                  <a:lnTo>
                    <a:pt x="4762499" y="3447"/>
                  </a:lnTo>
                  <a:lnTo>
                    <a:pt x="4762964" y="2324"/>
                  </a:lnTo>
                  <a:lnTo>
                    <a:pt x="4764824" y="464"/>
                  </a:lnTo>
                  <a:lnTo>
                    <a:pt x="4765947" y="0"/>
                  </a:lnTo>
                  <a:lnTo>
                    <a:pt x="4768577" y="0"/>
                  </a:lnTo>
                  <a:lnTo>
                    <a:pt x="4769699" y="464"/>
                  </a:lnTo>
                  <a:lnTo>
                    <a:pt x="4771559" y="2324"/>
                  </a:lnTo>
                  <a:lnTo>
                    <a:pt x="4772024" y="3447"/>
                  </a:lnTo>
                  <a:lnTo>
                    <a:pt x="4772024" y="6077"/>
                  </a:lnTo>
                  <a:lnTo>
                    <a:pt x="4771559" y="7200"/>
                  </a:lnTo>
                  <a:lnTo>
                    <a:pt x="4769699" y="9060"/>
                  </a:lnTo>
                  <a:lnTo>
                    <a:pt x="4768577" y="9524"/>
                  </a:lnTo>
                  <a:close/>
                </a:path>
                <a:path w="4914900" h="9525">
                  <a:moveTo>
                    <a:pt x="4816202" y="9524"/>
                  </a:moveTo>
                  <a:lnTo>
                    <a:pt x="4813572" y="9524"/>
                  </a:lnTo>
                  <a:lnTo>
                    <a:pt x="4812449" y="9060"/>
                  </a:lnTo>
                  <a:lnTo>
                    <a:pt x="4810589" y="7200"/>
                  </a:lnTo>
                  <a:lnTo>
                    <a:pt x="4810124" y="6077"/>
                  </a:lnTo>
                  <a:lnTo>
                    <a:pt x="4810124" y="3447"/>
                  </a:lnTo>
                  <a:lnTo>
                    <a:pt x="4810589" y="2324"/>
                  </a:lnTo>
                  <a:lnTo>
                    <a:pt x="4812449" y="464"/>
                  </a:lnTo>
                  <a:lnTo>
                    <a:pt x="4813572" y="0"/>
                  </a:lnTo>
                  <a:lnTo>
                    <a:pt x="4816202" y="0"/>
                  </a:lnTo>
                  <a:lnTo>
                    <a:pt x="4817324" y="464"/>
                  </a:lnTo>
                  <a:lnTo>
                    <a:pt x="4819184" y="2324"/>
                  </a:lnTo>
                  <a:lnTo>
                    <a:pt x="4819649" y="3447"/>
                  </a:lnTo>
                  <a:lnTo>
                    <a:pt x="4819649" y="6077"/>
                  </a:lnTo>
                  <a:lnTo>
                    <a:pt x="4819184" y="7200"/>
                  </a:lnTo>
                  <a:lnTo>
                    <a:pt x="4817324" y="9060"/>
                  </a:lnTo>
                  <a:lnTo>
                    <a:pt x="4816202" y="9524"/>
                  </a:lnTo>
                  <a:close/>
                </a:path>
                <a:path w="4914900" h="9525">
                  <a:moveTo>
                    <a:pt x="4863827" y="9524"/>
                  </a:moveTo>
                  <a:lnTo>
                    <a:pt x="4861196" y="9524"/>
                  </a:lnTo>
                  <a:lnTo>
                    <a:pt x="4860074" y="9060"/>
                  </a:lnTo>
                  <a:lnTo>
                    <a:pt x="4858214" y="7200"/>
                  </a:lnTo>
                  <a:lnTo>
                    <a:pt x="4857749" y="6077"/>
                  </a:lnTo>
                  <a:lnTo>
                    <a:pt x="4857749" y="3447"/>
                  </a:lnTo>
                  <a:lnTo>
                    <a:pt x="4858214" y="2324"/>
                  </a:lnTo>
                  <a:lnTo>
                    <a:pt x="4860074" y="464"/>
                  </a:lnTo>
                  <a:lnTo>
                    <a:pt x="4861196" y="0"/>
                  </a:lnTo>
                  <a:lnTo>
                    <a:pt x="4863827" y="0"/>
                  </a:lnTo>
                  <a:lnTo>
                    <a:pt x="4864949" y="464"/>
                  </a:lnTo>
                  <a:lnTo>
                    <a:pt x="4866809" y="2324"/>
                  </a:lnTo>
                  <a:lnTo>
                    <a:pt x="4867274" y="3447"/>
                  </a:lnTo>
                  <a:lnTo>
                    <a:pt x="4867274" y="6077"/>
                  </a:lnTo>
                  <a:lnTo>
                    <a:pt x="4866809" y="7200"/>
                  </a:lnTo>
                  <a:lnTo>
                    <a:pt x="4864949" y="9060"/>
                  </a:lnTo>
                  <a:lnTo>
                    <a:pt x="4863827" y="9524"/>
                  </a:lnTo>
                  <a:close/>
                </a:path>
                <a:path w="4914900" h="9525">
                  <a:moveTo>
                    <a:pt x="4911452" y="9524"/>
                  </a:moveTo>
                  <a:lnTo>
                    <a:pt x="4908821" y="9524"/>
                  </a:lnTo>
                  <a:lnTo>
                    <a:pt x="4907699" y="9060"/>
                  </a:lnTo>
                  <a:lnTo>
                    <a:pt x="4905839" y="7200"/>
                  </a:lnTo>
                  <a:lnTo>
                    <a:pt x="4905374" y="6077"/>
                  </a:lnTo>
                  <a:lnTo>
                    <a:pt x="4905374" y="3447"/>
                  </a:lnTo>
                  <a:lnTo>
                    <a:pt x="4905839" y="2324"/>
                  </a:lnTo>
                  <a:lnTo>
                    <a:pt x="4907699" y="464"/>
                  </a:lnTo>
                  <a:lnTo>
                    <a:pt x="4908821" y="0"/>
                  </a:lnTo>
                  <a:lnTo>
                    <a:pt x="4911452" y="0"/>
                  </a:lnTo>
                  <a:lnTo>
                    <a:pt x="4912574" y="464"/>
                  </a:lnTo>
                  <a:lnTo>
                    <a:pt x="4914434" y="2324"/>
                  </a:lnTo>
                  <a:lnTo>
                    <a:pt x="4914899" y="3447"/>
                  </a:lnTo>
                  <a:lnTo>
                    <a:pt x="4914899" y="6077"/>
                  </a:lnTo>
                  <a:lnTo>
                    <a:pt x="4914434" y="7200"/>
                  </a:lnTo>
                  <a:lnTo>
                    <a:pt x="4912574" y="9060"/>
                  </a:lnTo>
                  <a:lnTo>
                    <a:pt x="4911452" y="9524"/>
                  </a:lnTo>
                  <a:close/>
                </a:path>
              </a:pathLst>
            </a:custGeom>
            <a:solidFill>
              <a:srgbClr val="605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0478" y="6114911"/>
            <a:ext cx="262533" cy="15635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938" spc="-23" dirty="0">
                <a:solidFill>
                  <a:srgbClr val="D1D0CD"/>
                </a:solidFill>
                <a:latin typeface="Arial Black"/>
                <a:cs typeface="Arial Black"/>
              </a:rPr>
              <a:t>0bn</a:t>
            </a:r>
            <a:endParaRPr sz="938">
              <a:latin typeface="Arial Black"/>
              <a:cs typeface="Arial Black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85515" y="3241477"/>
            <a:ext cx="4607719" cy="2975372"/>
          </a:xfrm>
          <a:custGeom>
            <a:avLst/>
            <a:gdLst/>
            <a:ahLst/>
            <a:cxnLst/>
            <a:rect l="l" t="t" r="r" b="b"/>
            <a:pathLst>
              <a:path w="4914900" h="3173729">
                <a:moveTo>
                  <a:pt x="9525" y="2530754"/>
                </a:moveTo>
                <a:lnTo>
                  <a:pt x="9067" y="2529636"/>
                </a:lnTo>
                <a:lnTo>
                  <a:pt x="7200" y="2527770"/>
                </a:lnTo>
                <a:lnTo>
                  <a:pt x="6083" y="2527300"/>
                </a:lnTo>
                <a:lnTo>
                  <a:pt x="3454" y="2527300"/>
                </a:lnTo>
                <a:lnTo>
                  <a:pt x="2336" y="2527770"/>
                </a:lnTo>
                <a:lnTo>
                  <a:pt x="469" y="2529636"/>
                </a:lnTo>
                <a:lnTo>
                  <a:pt x="0" y="2530754"/>
                </a:lnTo>
                <a:lnTo>
                  <a:pt x="0" y="2533383"/>
                </a:lnTo>
                <a:lnTo>
                  <a:pt x="469" y="2534501"/>
                </a:lnTo>
                <a:lnTo>
                  <a:pt x="2336" y="2536367"/>
                </a:lnTo>
                <a:lnTo>
                  <a:pt x="3454" y="2536825"/>
                </a:lnTo>
                <a:lnTo>
                  <a:pt x="6083" y="2536825"/>
                </a:lnTo>
                <a:lnTo>
                  <a:pt x="7200" y="2536367"/>
                </a:lnTo>
                <a:lnTo>
                  <a:pt x="9067" y="2534501"/>
                </a:lnTo>
                <a:lnTo>
                  <a:pt x="9525" y="2533383"/>
                </a:lnTo>
                <a:lnTo>
                  <a:pt x="9525" y="2530754"/>
                </a:lnTo>
                <a:close/>
              </a:path>
              <a:path w="4914900" h="3173729">
                <a:moveTo>
                  <a:pt x="9525" y="1898929"/>
                </a:moveTo>
                <a:lnTo>
                  <a:pt x="9067" y="1897811"/>
                </a:lnTo>
                <a:lnTo>
                  <a:pt x="7200" y="1895944"/>
                </a:lnTo>
                <a:lnTo>
                  <a:pt x="6083" y="1895475"/>
                </a:lnTo>
                <a:lnTo>
                  <a:pt x="3454" y="1895475"/>
                </a:lnTo>
                <a:lnTo>
                  <a:pt x="2336" y="1895944"/>
                </a:lnTo>
                <a:lnTo>
                  <a:pt x="469" y="1897811"/>
                </a:lnTo>
                <a:lnTo>
                  <a:pt x="0" y="1898929"/>
                </a:lnTo>
                <a:lnTo>
                  <a:pt x="0" y="1901558"/>
                </a:lnTo>
                <a:lnTo>
                  <a:pt x="469" y="1902675"/>
                </a:lnTo>
                <a:lnTo>
                  <a:pt x="2336" y="1904542"/>
                </a:lnTo>
                <a:lnTo>
                  <a:pt x="3454" y="1905000"/>
                </a:lnTo>
                <a:lnTo>
                  <a:pt x="6083" y="1905000"/>
                </a:lnTo>
                <a:lnTo>
                  <a:pt x="7200" y="1904542"/>
                </a:lnTo>
                <a:lnTo>
                  <a:pt x="9067" y="1902675"/>
                </a:lnTo>
                <a:lnTo>
                  <a:pt x="9525" y="1901558"/>
                </a:lnTo>
                <a:lnTo>
                  <a:pt x="9525" y="1898929"/>
                </a:lnTo>
                <a:close/>
              </a:path>
              <a:path w="4914900" h="3173729">
                <a:moveTo>
                  <a:pt x="9525" y="1267104"/>
                </a:moveTo>
                <a:lnTo>
                  <a:pt x="9067" y="1265986"/>
                </a:lnTo>
                <a:lnTo>
                  <a:pt x="7200" y="1264119"/>
                </a:lnTo>
                <a:lnTo>
                  <a:pt x="6083" y="1263650"/>
                </a:lnTo>
                <a:lnTo>
                  <a:pt x="3454" y="1263650"/>
                </a:lnTo>
                <a:lnTo>
                  <a:pt x="2336" y="1264119"/>
                </a:lnTo>
                <a:lnTo>
                  <a:pt x="469" y="1265986"/>
                </a:lnTo>
                <a:lnTo>
                  <a:pt x="0" y="1267104"/>
                </a:lnTo>
                <a:lnTo>
                  <a:pt x="0" y="1269733"/>
                </a:lnTo>
                <a:lnTo>
                  <a:pt x="469" y="1270850"/>
                </a:lnTo>
                <a:lnTo>
                  <a:pt x="2336" y="1272717"/>
                </a:lnTo>
                <a:lnTo>
                  <a:pt x="3454" y="1273175"/>
                </a:lnTo>
                <a:lnTo>
                  <a:pt x="6083" y="1273175"/>
                </a:lnTo>
                <a:lnTo>
                  <a:pt x="7200" y="1272717"/>
                </a:lnTo>
                <a:lnTo>
                  <a:pt x="9067" y="1270850"/>
                </a:lnTo>
                <a:lnTo>
                  <a:pt x="9525" y="1269733"/>
                </a:lnTo>
                <a:lnTo>
                  <a:pt x="9525" y="1267104"/>
                </a:lnTo>
                <a:close/>
              </a:path>
              <a:path w="4914900" h="3173729">
                <a:moveTo>
                  <a:pt x="9525" y="635279"/>
                </a:moveTo>
                <a:lnTo>
                  <a:pt x="9067" y="634161"/>
                </a:lnTo>
                <a:lnTo>
                  <a:pt x="7200" y="632294"/>
                </a:lnTo>
                <a:lnTo>
                  <a:pt x="6083" y="631837"/>
                </a:lnTo>
                <a:lnTo>
                  <a:pt x="3454" y="631837"/>
                </a:lnTo>
                <a:lnTo>
                  <a:pt x="2336" y="632294"/>
                </a:lnTo>
                <a:lnTo>
                  <a:pt x="469" y="634161"/>
                </a:lnTo>
                <a:lnTo>
                  <a:pt x="0" y="635279"/>
                </a:lnTo>
                <a:lnTo>
                  <a:pt x="0" y="637908"/>
                </a:lnTo>
                <a:lnTo>
                  <a:pt x="469" y="639025"/>
                </a:lnTo>
                <a:lnTo>
                  <a:pt x="2336" y="640892"/>
                </a:lnTo>
                <a:lnTo>
                  <a:pt x="3454" y="641362"/>
                </a:lnTo>
                <a:lnTo>
                  <a:pt x="6083" y="641362"/>
                </a:lnTo>
                <a:lnTo>
                  <a:pt x="7200" y="640892"/>
                </a:lnTo>
                <a:lnTo>
                  <a:pt x="9067" y="639025"/>
                </a:lnTo>
                <a:lnTo>
                  <a:pt x="9525" y="637908"/>
                </a:lnTo>
                <a:lnTo>
                  <a:pt x="9525" y="635279"/>
                </a:lnTo>
                <a:close/>
              </a:path>
              <a:path w="4914900" h="3173729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4914900" h="3173729">
                <a:moveTo>
                  <a:pt x="57150" y="2530754"/>
                </a:moveTo>
                <a:lnTo>
                  <a:pt x="56692" y="2529636"/>
                </a:lnTo>
                <a:lnTo>
                  <a:pt x="54825" y="2527770"/>
                </a:lnTo>
                <a:lnTo>
                  <a:pt x="53708" y="2527300"/>
                </a:lnTo>
                <a:lnTo>
                  <a:pt x="51079" y="2527300"/>
                </a:lnTo>
                <a:lnTo>
                  <a:pt x="49961" y="2527770"/>
                </a:lnTo>
                <a:lnTo>
                  <a:pt x="48094" y="2529636"/>
                </a:lnTo>
                <a:lnTo>
                  <a:pt x="47625" y="2530754"/>
                </a:lnTo>
                <a:lnTo>
                  <a:pt x="47625" y="2533383"/>
                </a:lnTo>
                <a:lnTo>
                  <a:pt x="48094" y="2534501"/>
                </a:lnTo>
                <a:lnTo>
                  <a:pt x="49961" y="2536367"/>
                </a:lnTo>
                <a:lnTo>
                  <a:pt x="51079" y="2536825"/>
                </a:lnTo>
                <a:lnTo>
                  <a:pt x="53708" y="2536825"/>
                </a:lnTo>
                <a:lnTo>
                  <a:pt x="54825" y="2536367"/>
                </a:lnTo>
                <a:lnTo>
                  <a:pt x="56692" y="2534501"/>
                </a:lnTo>
                <a:lnTo>
                  <a:pt x="57150" y="2533383"/>
                </a:lnTo>
                <a:lnTo>
                  <a:pt x="57150" y="2530754"/>
                </a:lnTo>
                <a:close/>
              </a:path>
              <a:path w="4914900" h="3173729">
                <a:moveTo>
                  <a:pt x="57150" y="1898929"/>
                </a:moveTo>
                <a:lnTo>
                  <a:pt x="56692" y="1897811"/>
                </a:lnTo>
                <a:lnTo>
                  <a:pt x="54825" y="1895944"/>
                </a:lnTo>
                <a:lnTo>
                  <a:pt x="53708" y="1895475"/>
                </a:lnTo>
                <a:lnTo>
                  <a:pt x="51079" y="1895475"/>
                </a:lnTo>
                <a:lnTo>
                  <a:pt x="49961" y="1895944"/>
                </a:lnTo>
                <a:lnTo>
                  <a:pt x="48094" y="1897811"/>
                </a:lnTo>
                <a:lnTo>
                  <a:pt x="47625" y="1898929"/>
                </a:lnTo>
                <a:lnTo>
                  <a:pt x="47625" y="1901558"/>
                </a:lnTo>
                <a:lnTo>
                  <a:pt x="48094" y="1902675"/>
                </a:lnTo>
                <a:lnTo>
                  <a:pt x="49961" y="1904542"/>
                </a:lnTo>
                <a:lnTo>
                  <a:pt x="51079" y="1905000"/>
                </a:lnTo>
                <a:lnTo>
                  <a:pt x="53708" y="1905000"/>
                </a:lnTo>
                <a:lnTo>
                  <a:pt x="54825" y="1904542"/>
                </a:lnTo>
                <a:lnTo>
                  <a:pt x="56692" y="1902675"/>
                </a:lnTo>
                <a:lnTo>
                  <a:pt x="57150" y="1901558"/>
                </a:lnTo>
                <a:lnTo>
                  <a:pt x="57150" y="1898929"/>
                </a:lnTo>
                <a:close/>
              </a:path>
              <a:path w="4914900" h="3173729">
                <a:moveTo>
                  <a:pt x="57150" y="1267104"/>
                </a:moveTo>
                <a:lnTo>
                  <a:pt x="56692" y="1265986"/>
                </a:lnTo>
                <a:lnTo>
                  <a:pt x="54825" y="1264119"/>
                </a:lnTo>
                <a:lnTo>
                  <a:pt x="53708" y="1263650"/>
                </a:lnTo>
                <a:lnTo>
                  <a:pt x="51079" y="1263650"/>
                </a:lnTo>
                <a:lnTo>
                  <a:pt x="49961" y="1264119"/>
                </a:lnTo>
                <a:lnTo>
                  <a:pt x="48094" y="1265986"/>
                </a:lnTo>
                <a:lnTo>
                  <a:pt x="47625" y="1267104"/>
                </a:lnTo>
                <a:lnTo>
                  <a:pt x="47625" y="1269733"/>
                </a:lnTo>
                <a:lnTo>
                  <a:pt x="48094" y="1270850"/>
                </a:lnTo>
                <a:lnTo>
                  <a:pt x="49961" y="1272717"/>
                </a:lnTo>
                <a:lnTo>
                  <a:pt x="51079" y="1273175"/>
                </a:lnTo>
                <a:lnTo>
                  <a:pt x="53708" y="1273175"/>
                </a:lnTo>
                <a:lnTo>
                  <a:pt x="54825" y="1272717"/>
                </a:lnTo>
                <a:lnTo>
                  <a:pt x="56692" y="1270850"/>
                </a:lnTo>
                <a:lnTo>
                  <a:pt x="57150" y="1269733"/>
                </a:lnTo>
                <a:lnTo>
                  <a:pt x="57150" y="1267104"/>
                </a:lnTo>
                <a:close/>
              </a:path>
              <a:path w="4914900" h="3173729">
                <a:moveTo>
                  <a:pt x="57150" y="635279"/>
                </a:moveTo>
                <a:lnTo>
                  <a:pt x="56692" y="634161"/>
                </a:lnTo>
                <a:lnTo>
                  <a:pt x="54825" y="632294"/>
                </a:lnTo>
                <a:lnTo>
                  <a:pt x="53708" y="631837"/>
                </a:lnTo>
                <a:lnTo>
                  <a:pt x="51079" y="631837"/>
                </a:lnTo>
                <a:lnTo>
                  <a:pt x="49961" y="632294"/>
                </a:lnTo>
                <a:lnTo>
                  <a:pt x="48094" y="634161"/>
                </a:lnTo>
                <a:lnTo>
                  <a:pt x="47625" y="635279"/>
                </a:lnTo>
                <a:lnTo>
                  <a:pt x="47625" y="637908"/>
                </a:lnTo>
                <a:lnTo>
                  <a:pt x="48094" y="639025"/>
                </a:lnTo>
                <a:lnTo>
                  <a:pt x="49961" y="640892"/>
                </a:lnTo>
                <a:lnTo>
                  <a:pt x="51079" y="641362"/>
                </a:lnTo>
                <a:lnTo>
                  <a:pt x="53708" y="641362"/>
                </a:lnTo>
                <a:lnTo>
                  <a:pt x="54825" y="640892"/>
                </a:lnTo>
                <a:lnTo>
                  <a:pt x="56692" y="639025"/>
                </a:lnTo>
                <a:lnTo>
                  <a:pt x="57150" y="637908"/>
                </a:lnTo>
                <a:lnTo>
                  <a:pt x="57150" y="635279"/>
                </a:lnTo>
                <a:close/>
              </a:path>
              <a:path w="4914900" h="3173729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4914900" h="3173729">
                <a:moveTo>
                  <a:pt x="104775" y="2530754"/>
                </a:moveTo>
                <a:lnTo>
                  <a:pt x="104317" y="2529636"/>
                </a:lnTo>
                <a:lnTo>
                  <a:pt x="102450" y="2527770"/>
                </a:lnTo>
                <a:lnTo>
                  <a:pt x="101333" y="2527300"/>
                </a:lnTo>
                <a:lnTo>
                  <a:pt x="98704" y="2527300"/>
                </a:lnTo>
                <a:lnTo>
                  <a:pt x="97586" y="2527770"/>
                </a:lnTo>
                <a:lnTo>
                  <a:pt x="95719" y="2529636"/>
                </a:lnTo>
                <a:lnTo>
                  <a:pt x="95250" y="2530754"/>
                </a:lnTo>
                <a:lnTo>
                  <a:pt x="95250" y="2533383"/>
                </a:lnTo>
                <a:lnTo>
                  <a:pt x="95719" y="2534501"/>
                </a:lnTo>
                <a:lnTo>
                  <a:pt x="97586" y="2536367"/>
                </a:lnTo>
                <a:lnTo>
                  <a:pt x="98704" y="2536825"/>
                </a:lnTo>
                <a:lnTo>
                  <a:pt x="101333" y="2536825"/>
                </a:lnTo>
                <a:lnTo>
                  <a:pt x="102450" y="2536367"/>
                </a:lnTo>
                <a:lnTo>
                  <a:pt x="104317" y="2534501"/>
                </a:lnTo>
                <a:lnTo>
                  <a:pt x="104775" y="2533383"/>
                </a:lnTo>
                <a:lnTo>
                  <a:pt x="104775" y="2530754"/>
                </a:lnTo>
                <a:close/>
              </a:path>
              <a:path w="4914900" h="3173729">
                <a:moveTo>
                  <a:pt x="104775" y="1898929"/>
                </a:moveTo>
                <a:lnTo>
                  <a:pt x="104317" y="1897811"/>
                </a:lnTo>
                <a:lnTo>
                  <a:pt x="102450" y="1895944"/>
                </a:lnTo>
                <a:lnTo>
                  <a:pt x="101333" y="1895475"/>
                </a:lnTo>
                <a:lnTo>
                  <a:pt x="98704" y="1895475"/>
                </a:lnTo>
                <a:lnTo>
                  <a:pt x="97586" y="1895944"/>
                </a:lnTo>
                <a:lnTo>
                  <a:pt x="95719" y="1897811"/>
                </a:lnTo>
                <a:lnTo>
                  <a:pt x="95250" y="1898929"/>
                </a:lnTo>
                <a:lnTo>
                  <a:pt x="95250" y="1901558"/>
                </a:lnTo>
                <a:lnTo>
                  <a:pt x="95719" y="1902675"/>
                </a:lnTo>
                <a:lnTo>
                  <a:pt x="97586" y="1904542"/>
                </a:lnTo>
                <a:lnTo>
                  <a:pt x="98704" y="1905000"/>
                </a:lnTo>
                <a:lnTo>
                  <a:pt x="101333" y="1905000"/>
                </a:lnTo>
                <a:lnTo>
                  <a:pt x="102450" y="1904542"/>
                </a:lnTo>
                <a:lnTo>
                  <a:pt x="104317" y="1902675"/>
                </a:lnTo>
                <a:lnTo>
                  <a:pt x="104775" y="1901558"/>
                </a:lnTo>
                <a:lnTo>
                  <a:pt x="104775" y="1898929"/>
                </a:lnTo>
                <a:close/>
              </a:path>
              <a:path w="4914900" h="3173729">
                <a:moveTo>
                  <a:pt x="104775" y="1267104"/>
                </a:moveTo>
                <a:lnTo>
                  <a:pt x="104317" y="1265986"/>
                </a:lnTo>
                <a:lnTo>
                  <a:pt x="102450" y="1264119"/>
                </a:lnTo>
                <a:lnTo>
                  <a:pt x="101333" y="1263650"/>
                </a:lnTo>
                <a:lnTo>
                  <a:pt x="98704" y="1263650"/>
                </a:lnTo>
                <a:lnTo>
                  <a:pt x="97586" y="1264119"/>
                </a:lnTo>
                <a:lnTo>
                  <a:pt x="95719" y="1265986"/>
                </a:lnTo>
                <a:lnTo>
                  <a:pt x="95250" y="1267104"/>
                </a:lnTo>
                <a:lnTo>
                  <a:pt x="95250" y="1269733"/>
                </a:lnTo>
                <a:lnTo>
                  <a:pt x="95719" y="1270850"/>
                </a:lnTo>
                <a:lnTo>
                  <a:pt x="97586" y="1272717"/>
                </a:lnTo>
                <a:lnTo>
                  <a:pt x="98704" y="1273175"/>
                </a:lnTo>
                <a:lnTo>
                  <a:pt x="101333" y="1273175"/>
                </a:lnTo>
                <a:lnTo>
                  <a:pt x="102450" y="1272717"/>
                </a:lnTo>
                <a:lnTo>
                  <a:pt x="104317" y="1270850"/>
                </a:lnTo>
                <a:lnTo>
                  <a:pt x="104775" y="1269733"/>
                </a:lnTo>
                <a:lnTo>
                  <a:pt x="104775" y="1267104"/>
                </a:lnTo>
                <a:close/>
              </a:path>
              <a:path w="4914900" h="3173729">
                <a:moveTo>
                  <a:pt x="104775" y="635279"/>
                </a:moveTo>
                <a:lnTo>
                  <a:pt x="104317" y="634161"/>
                </a:lnTo>
                <a:lnTo>
                  <a:pt x="102450" y="632294"/>
                </a:lnTo>
                <a:lnTo>
                  <a:pt x="101333" y="631837"/>
                </a:lnTo>
                <a:lnTo>
                  <a:pt x="98704" y="631837"/>
                </a:lnTo>
                <a:lnTo>
                  <a:pt x="97586" y="632294"/>
                </a:lnTo>
                <a:lnTo>
                  <a:pt x="95719" y="634161"/>
                </a:lnTo>
                <a:lnTo>
                  <a:pt x="95250" y="635279"/>
                </a:lnTo>
                <a:lnTo>
                  <a:pt x="95250" y="637908"/>
                </a:lnTo>
                <a:lnTo>
                  <a:pt x="95719" y="639025"/>
                </a:lnTo>
                <a:lnTo>
                  <a:pt x="97586" y="640892"/>
                </a:lnTo>
                <a:lnTo>
                  <a:pt x="98704" y="641362"/>
                </a:lnTo>
                <a:lnTo>
                  <a:pt x="101333" y="641362"/>
                </a:lnTo>
                <a:lnTo>
                  <a:pt x="102450" y="640892"/>
                </a:lnTo>
                <a:lnTo>
                  <a:pt x="104317" y="639025"/>
                </a:lnTo>
                <a:lnTo>
                  <a:pt x="104775" y="637908"/>
                </a:lnTo>
                <a:lnTo>
                  <a:pt x="104775" y="635279"/>
                </a:lnTo>
                <a:close/>
              </a:path>
              <a:path w="4914900" h="3173729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4914900" h="3173729">
                <a:moveTo>
                  <a:pt x="152400" y="2530754"/>
                </a:moveTo>
                <a:lnTo>
                  <a:pt x="151942" y="2529636"/>
                </a:lnTo>
                <a:lnTo>
                  <a:pt x="150075" y="2527770"/>
                </a:lnTo>
                <a:lnTo>
                  <a:pt x="148958" y="2527300"/>
                </a:lnTo>
                <a:lnTo>
                  <a:pt x="146329" y="2527300"/>
                </a:lnTo>
                <a:lnTo>
                  <a:pt x="145211" y="2527770"/>
                </a:lnTo>
                <a:lnTo>
                  <a:pt x="143344" y="2529636"/>
                </a:lnTo>
                <a:lnTo>
                  <a:pt x="142875" y="2530754"/>
                </a:lnTo>
                <a:lnTo>
                  <a:pt x="142875" y="2533383"/>
                </a:lnTo>
                <a:lnTo>
                  <a:pt x="143344" y="2534501"/>
                </a:lnTo>
                <a:lnTo>
                  <a:pt x="145211" y="2536367"/>
                </a:lnTo>
                <a:lnTo>
                  <a:pt x="146329" y="2536825"/>
                </a:lnTo>
                <a:lnTo>
                  <a:pt x="148958" y="2536825"/>
                </a:lnTo>
                <a:lnTo>
                  <a:pt x="150075" y="2536367"/>
                </a:lnTo>
                <a:lnTo>
                  <a:pt x="151942" y="2534501"/>
                </a:lnTo>
                <a:lnTo>
                  <a:pt x="152400" y="2533383"/>
                </a:lnTo>
                <a:lnTo>
                  <a:pt x="152400" y="2530754"/>
                </a:lnTo>
                <a:close/>
              </a:path>
              <a:path w="4914900" h="3173729">
                <a:moveTo>
                  <a:pt x="152400" y="1898929"/>
                </a:moveTo>
                <a:lnTo>
                  <a:pt x="151942" y="1897811"/>
                </a:lnTo>
                <a:lnTo>
                  <a:pt x="150075" y="1895944"/>
                </a:lnTo>
                <a:lnTo>
                  <a:pt x="148958" y="1895475"/>
                </a:lnTo>
                <a:lnTo>
                  <a:pt x="146329" y="1895475"/>
                </a:lnTo>
                <a:lnTo>
                  <a:pt x="145211" y="1895944"/>
                </a:lnTo>
                <a:lnTo>
                  <a:pt x="143344" y="1897811"/>
                </a:lnTo>
                <a:lnTo>
                  <a:pt x="142875" y="1898929"/>
                </a:lnTo>
                <a:lnTo>
                  <a:pt x="142875" y="1901558"/>
                </a:lnTo>
                <a:lnTo>
                  <a:pt x="143344" y="1902675"/>
                </a:lnTo>
                <a:lnTo>
                  <a:pt x="145211" y="1904542"/>
                </a:lnTo>
                <a:lnTo>
                  <a:pt x="146329" y="1905000"/>
                </a:lnTo>
                <a:lnTo>
                  <a:pt x="148958" y="1905000"/>
                </a:lnTo>
                <a:lnTo>
                  <a:pt x="150075" y="1904542"/>
                </a:lnTo>
                <a:lnTo>
                  <a:pt x="151942" y="1902675"/>
                </a:lnTo>
                <a:lnTo>
                  <a:pt x="152400" y="1901558"/>
                </a:lnTo>
                <a:lnTo>
                  <a:pt x="152400" y="1898929"/>
                </a:lnTo>
                <a:close/>
              </a:path>
              <a:path w="4914900" h="3173729">
                <a:moveTo>
                  <a:pt x="152400" y="1267104"/>
                </a:moveTo>
                <a:lnTo>
                  <a:pt x="151942" y="1265986"/>
                </a:lnTo>
                <a:lnTo>
                  <a:pt x="150075" y="1264119"/>
                </a:lnTo>
                <a:lnTo>
                  <a:pt x="148958" y="1263650"/>
                </a:lnTo>
                <a:lnTo>
                  <a:pt x="146329" y="1263650"/>
                </a:lnTo>
                <a:lnTo>
                  <a:pt x="145211" y="1264119"/>
                </a:lnTo>
                <a:lnTo>
                  <a:pt x="143344" y="1265986"/>
                </a:lnTo>
                <a:lnTo>
                  <a:pt x="142875" y="1267104"/>
                </a:lnTo>
                <a:lnTo>
                  <a:pt x="142875" y="1269733"/>
                </a:lnTo>
                <a:lnTo>
                  <a:pt x="143344" y="1270850"/>
                </a:lnTo>
                <a:lnTo>
                  <a:pt x="145211" y="1272717"/>
                </a:lnTo>
                <a:lnTo>
                  <a:pt x="146329" y="1273175"/>
                </a:lnTo>
                <a:lnTo>
                  <a:pt x="148958" y="1273175"/>
                </a:lnTo>
                <a:lnTo>
                  <a:pt x="150075" y="1272717"/>
                </a:lnTo>
                <a:lnTo>
                  <a:pt x="151942" y="1270850"/>
                </a:lnTo>
                <a:lnTo>
                  <a:pt x="152400" y="1269733"/>
                </a:lnTo>
                <a:lnTo>
                  <a:pt x="152400" y="1267104"/>
                </a:lnTo>
                <a:close/>
              </a:path>
              <a:path w="4914900" h="3173729">
                <a:moveTo>
                  <a:pt x="152400" y="635279"/>
                </a:moveTo>
                <a:lnTo>
                  <a:pt x="151942" y="634161"/>
                </a:lnTo>
                <a:lnTo>
                  <a:pt x="150075" y="632294"/>
                </a:lnTo>
                <a:lnTo>
                  <a:pt x="148958" y="631837"/>
                </a:lnTo>
                <a:lnTo>
                  <a:pt x="146329" y="631837"/>
                </a:lnTo>
                <a:lnTo>
                  <a:pt x="145211" y="632294"/>
                </a:lnTo>
                <a:lnTo>
                  <a:pt x="143344" y="634161"/>
                </a:lnTo>
                <a:lnTo>
                  <a:pt x="142875" y="635279"/>
                </a:lnTo>
                <a:lnTo>
                  <a:pt x="142875" y="637908"/>
                </a:lnTo>
                <a:lnTo>
                  <a:pt x="143344" y="639025"/>
                </a:lnTo>
                <a:lnTo>
                  <a:pt x="145211" y="640892"/>
                </a:lnTo>
                <a:lnTo>
                  <a:pt x="146329" y="641362"/>
                </a:lnTo>
                <a:lnTo>
                  <a:pt x="148958" y="641362"/>
                </a:lnTo>
                <a:lnTo>
                  <a:pt x="150075" y="640892"/>
                </a:lnTo>
                <a:lnTo>
                  <a:pt x="151942" y="639025"/>
                </a:lnTo>
                <a:lnTo>
                  <a:pt x="152400" y="637908"/>
                </a:lnTo>
                <a:lnTo>
                  <a:pt x="152400" y="635279"/>
                </a:lnTo>
                <a:close/>
              </a:path>
              <a:path w="4914900" h="3173729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4914900" h="3173729">
                <a:moveTo>
                  <a:pt x="200025" y="2530754"/>
                </a:moveTo>
                <a:lnTo>
                  <a:pt x="199567" y="2529636"/>
                </a:lnTo>
                <a:lnTo>
                  <a:pt x="197700" y="2527770"/>
                </a:lnTo>
                <a:lnTo>
                  <a:pt x="196583" y="2527300"/>
                </a:lnTo>
                <a:lnTo>
                  <a:pt x="193954" y="2527300"/>
                </a:lnTo>
                <a:lnTo>
                  <a:pt x="192836" y="2527770"/>
                </a:lnTo>
                <a:lnTo>
                  <a:pt x="190969" y="2529636"/>
                </a:lnTo>
                <a:lnTo>
                  <a:pt x="190500" y="2530754"/>
                </a:lnTo>
                <a:lnTo>
                  <a:pt x="190500" y="2533383"/>
                </a:lnTo>
                <a:lnTo>
                  <a:pt x="190969" y="2534501"/>
                </a:lnTo>
                <a:lnTo>
                  <a:pt x="192836" y="2536367"/>
                </a:lnTo>
                <a:lnTo>
                  <a:pt x="193954" y="2536825"/>
                </a:lnTo>
                <a:lnTo>
                  <a:pt x="196583" y="2536825"/>
                </a:lnTo>
                <a:lnTo>
                  <a:pt x="197700" y="2536367"/>
                </a:lnTo>
                <a:lnTo>
                  <a:pt x="199567" y="2534501"/>
                </a:lnTo>
                <a:lnTo>
                  <a:pt x="200025" y="2533383"/>
                </a:lnTo>
                <a:lnTo>
                  <a:pt x="200025" y="2530754"/>
                </a:lnTo>
                <a:close/>
              </a:path>
              <a:path w="4914900" h="3173729">
                <a:moveTo>
                  <a:pt x="200025" y="1898929"/>
                </a:moveTo>
                <a:lnTo>
                  <a:pt x="199567" y="1897811"/>
                </a:lnTo>
                <a:lnTo>
                  <a:pt x="197700" y="1895944"/>
                </a:lnTo>
                <a:lnTo>
                  <a:pt x="196583" y="1895475"/>
                </a:lnTo>
                <a:lnTo>
                  <a:pt x="193954" y="1895475"/>
                </a:lnTo>
                <a:lnTo>
                  <a:pt x="192836" y="1895944"/>
                </a:lnTo>
                <a:lnTo>
                  <a:pt x="190969" y="1897811"/>
                </a:lnTo>
                <a:lnTo>
                  <a:pt x="190500" y="1898929"/>
                </a:lnTo>
                <a:lnTo>
                  <a:pt x="190500" y="1901558"/>
                </a:lnTo>
                <a:lnTo>
                  <a:pt x="190969" y="1902675"/>
                </a:lnTo>
                <a:lnTo>
                  <a:pt x="192836" y="1904542"/>
                </a:lnTo>
                <a:lnTo>
                  <a:pt x="193954" y="1905000"/>
                </a:lnTo>
                <a:lnTo>
                  <a:pt x="196583" y="1905000"/>
                </a:lnTo>
                <a:lnTo>
                  <a:pt x="197700" y="1904542"/>
                </a:lnTo>
                <a:lnTo>
                  <a:pt x="199567" y="1902675"/>
                </a:lnTo>
                <a:lnTo>
                  <a:pt x="200025" y="1901558"/>
                </a:lnTo>
                <a:lnTo>
                  <a:pt x="200025" y="1898929"/>
                </a:lnTo>
                <a:close/>
              </a:path>
              <a:path w="4914900" h="3173729">
                <a:moveTo>
                  <a:pt x="200025" y="1267104"/>
                </a:moveTo>
                <a:lnTo>
                  <a:pt x="199567" y="1265986"/>
                </a:lnTo>
                <a:lnTo>
                  <a:pt x="197700" y="1264119"/>
                </a:lnTo>
                <a:lnTo>
                  <a:pt x="196583" y="1263650"/>
                </a:lnTo>
                <a:lnTo>
                  <a:pt x="193954" y="1263650"/>
                </a:lnTo>
                <a:lnTo>
                  <a:pt x="192836" y="1264119"/>
                </a:lnTo>
                <a:lnTo>
                  <a:pt x="190969" y="1265986"/>
                </a:lnTo>
                <a:lnTo>
                  <a:pt x="190500" y="1267104"/>
                </a:lnTo>
                <a:lnTo>
                  <a:pt x="190500" y="1269733"/>
                </a:lnTo>
                <a:lnTo>
                  <a:pt x="190969" y="1270850"/>
                </a:lnTo>
                <a:lnTo>
                  <a:pt x="192836" y="1272717"/>
                </a:lnTo>
                <a:lnTo>
                  <a:pt x="193954" y="1273175"/>
                </a:lnTo>
                <a:lnTo>
                  <a:pt x="196583" y="1273175"/>
                </a:lnTo>
                <a:lnTo>
                  <a:pt x="197700" y="1272717"/>
                </a:lnTo>
                <a:lnTo>
                  <a:pt x="199567" y="1270850"/>
                </a:lnTo>
                <a:lnTo>
                  <a:pt x="200025" y="1269733"/>
                </a:lnTo>
                <a:lnTo>
                  <a:pt x="200025" y="1267104"/>
                </a:lnTo>
                <a:close/>
              </a:path>
              <a:path w="4914900" h="3173729">
                <a:moveTo>
                  <a:pt x="200025" y="635279"/>
                </a:moveTo>
                <a:lnTo>
                  <a:pt x="199567" y="634161"/>
                </a:lnTo>
                <a:lnTo>
                  <a:pt x="197700" y="632294"/>
                </a:lnTo>
                <a:lnTo>
                  <a:pt x="196583" y="631837"/>
                </a:lnTo>
                <a:lnTo>
                  <a:pt x="193954" y="631837"/>
                </a:lnTo>
                <a:lnTo>
                  <a:pt x="192836" y="632294"/>
                </a:lnTo>
                <a:lnTo>
                  <a:pt x="190969" y="634161"/>
                </a:lnTo>
                <a:lnTo>
                  <a:pt x="190500" y="635279"/>
                </a:lnTo>
                <a:lnTo>
                  <a:pt x="190500" y="637908"/>
                </a:lnTo>
                <a:lnTo>
                  <a:pt x="190969" y="639025"/>
                </a:lnTo>
                <a:lnTo>
                  <a:pt x="192836" y="640892"/>
                </a:lnTo>
                <a:lnTo>
                  <a:pt x="193954" y="641362"/>
                </a:lnTo>
                <a:lnTo>
                  <a:pt x="196583" y="641362"/>
                </a:lnTo>
                <a:lnTo>
                  <a:pt x="197700" y="640892"/>
                </a:lnTo>
                <a:lnTo>
                  <a:pt x="199567" y="639025"/>
                </a:lnTo>
                <a:lnTo>
                  <a:pt x="200025" y="637908"/>
                </a:lnTo>
                <a:lnTo>
                  <a:pt x="200025" y="635279"/>
                </a:lnTo>
                <a:close/>
              </a:path>
              <a:path w="4914900" h="3173729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4914900" h="3173729">
                <a:moveTo>
                  <a:pt x="247650" y="2530754"/>
                </a:moveTo>
                <a:lnTo>
                  <a:pt x="247192" y="2529636"/>
                </a:lnTo>
                <a:lnTo>
                  <a:pt x="245325" y="2527770"/>
                </a:lnTo>
                <a:lnTo>
                  <a:pt x="244208" y="2527300"/>
                </a:lnTo>
                <a:lnTo>
                  <a:pt x="241579" y="2527300"/>
                </a:lnTo>
                <a:lnTo>
                  <a:pt x="240461" y="2527770"/>
                </a:lnTo>
                <a:lnTo>
                  <a:pt x="238594" y="2529636"/>
                </a:lnTo>
                <a:lnTo>
                  <a:pt x="238125" y="2530754"/>
                </a:lnTo>
                <a:lnTo>
                  <a:pt x="238125" y="2533383"/>
                </a:lnTo>
                <a:lnTo>
                  <a:pt x="238594" y="2534501"/>
                </a:lnTo>
                <a:lnTo>
                  <a:pt x="240461" y="2536367"/>
                </a:lnTo>
                <a:lnTo>
                  <a:pt x="241579" y="2536825"/>
                </a:lnTo>
                <a:lnTo>
                  <a:pt x="244208" y="2536825"/>
                </a:lnTo>
                <a:lnTo>
                  <a:pt x="245325" y="2536367"/>
                </a:lnTo>
                <a:lnTo>
                  <a:pt x="247192" y="2534501"/>
                </a:lnTo>
                <a:lnTo>
                  <a:pt x="247650" y="2533383"/>
                </a:lnTo>
                <a:lnTo>
                  <a:pt x="247650" y="2530754"/>
                </a:lnTo>
                <a:close/>
              </a:path>
              <a:path w="4914900" h="3173729">
                <a:moveTo>
                  <a:pt x="247650" y="1898929"/>
                </a:moveTo>
                <a:lnTo>
                  <a:pt x="247192" y="1897811"/>
                </a:lnTo>
                <a:lnTo>
                  <a:pt x="245325" y="1895944"/>
                </a:lnTo>
                <a:lnTo>
                  <a:pt x="244208" y="1895475"/>
                </a:lnTo>
                <a:lnTo>
                  <a:pt x="241579" y="1895475"/>
                </a:lnTo>
                <a:lnTo>
                  <a:pt x="240461" y="1895944"/>
                </a:lnTo>
                <a:lnTo>
                  <a:pt x="238594" y="1897811"/>
                </a:lnTo>
                <a:lnTo>
                  <a:pt x="238125" y="1898929"/>
                </a:lnTo>
                <a:lnTo>
                  <a:pt x="238125" y="1901558"/>
                </a:lnTo>
                <a:lnTo>
                  <a:pt x="238594" y="1902675"/>
                </a:lnTo>
                <a:lnTo>
                  <a:pt x="240461" y="1904542"/>
                </a:lnTo>
                <a:lnTo>
                  <a:pt x="241579" y="1905000"/>
                </a:lnTo>
                <a:lnTo>
                  <a:pt x="244208" y="1905000"/>
                </a:lnTo>
                <a:lnTo>
                  <a:pt x="245325" y="1904542"/>
                </a:lnTo>
                <a:lnTo>
                  <a:pt x="247192" y="1902675"/>
                </a:lnTo>
                <a:lnTo>
                  <a:pt x="247650" y="1901558"/>
                </a:lnTo>
                <a:lnTo>
                  <a:pt x="247650" y="1898929"/>
                </a:lnTo>
                <a:close/>
              </a:path>
              <a:path w="4914900" h="3173729">
                <a:moveTo>
                  <a:pt x="247650" y="1267104"/>
                </a:moveTo>
                <a:lnTo>
                  <a:pt x="247192" y="1265986"/>
                </a:lnTo>
                <a:lnTo>
                  <a:pt x="245325" y="1264119"/>
                </a:lnTo>
                <a:lnTo>
                  <a:pt x="244208" y="1263650"/>
                </a:lnTo>
                <a:lnTo>
                  <a:pt x="241579" y="1263650"/>
                </a:lnTo>
                <a:lnTo>
                  <a:pt x="240461" y="1264119"/>
                </a:lnTo>
                <a:lnTo>
                  <a:pt x="238594" y="1265986"/>
                </a:lnTo>
                <a:lnTo>
                  <a:pt x="238125" y="1267104"/>
                </a:lnTo>
                <a:lnTo>
                  <a:pt x="238125" y="1269733"/>
                </a:lnTo>
                <a:lnTo>
                  <a:pt x="238594" y="1270850"/>
                </a:lnTo>
                <a:lnTo>
                  <a:pt x="240461" y="1272717"/>
                </a:lnTo>
                <a:lnTo>
                  <a:pt x="241579" y="1273175"/>
                </a:lnTo>
                <a:lnTo>
                  <a:pt x="244208" y="1273175"/>
                </a:lnTo>
                <a:lnTo>
                  <a:pt x="245325" y="1272717"/>
                </a:lnTo>
                <a:lnTo>
                  <a:pt x="247192" y="1270850"/>
                </a:lnTo>
                <a:lnTo>
                  <a:pt x="247650" y="1269733"/>
                </a:lnTo>
                <a:lnTo>
                  <a:pt x="247650" y="1267104"/>
                </a:lnTo>
                <a:close/>
              </a:path>
              <a:path w="4914900" h="3173729">
                <a:moveTo>
                  <a:pt x="247650" y="635279"/>
                </a:moveTo>
                <a:lnTo>
                  <a:pt x="247192" y="634161"/>
                </a:lnTo>
                <a:lnTo>
                  <a:pt x="245325" y="632294"/>
                </a:lnTo>
                <a:lnTo>
                  <a:pt x="244208" y="631837"/>
                </a:lnTo>
                <a:lnTo>
                  <a:pt x="241579" y="631837"/>
                </a:lnTo>
                <a:lnTo>
                  <a:pt x="240461" y="632294"/>
                </a:lnTo>
                <a:lnTo>
                  <a:pt x="238594" y="634161"/>
                </a:lnTo>
                <a:lnTo>
                  <a:pt x="238125" y="635279"/>
                </a:lnTo>
                <a:lnTo>
                  <a:pt x="238125" y="637908"/>
                </a:lnTo>
                <a:lnTo>
                  <a:pt x="238594" y="639025"/>
                </a:lnTo>
                <a:lnTo>
                  <a:pt x="240461" y="640892"/>
                </a:lnTo>
                <a:lnTo>
                  <a:pt x="241579" y="641362"/>
                </a:lnTo>
                <a:lnTo>
                  <a:pt x="244208" y="641362"/>
                </a:lnTo>
                <a:lnTo>
                  <a:pt x="245325" y="640892"/>
                </a:lnTo>
                <a:lnTo>
                  <a:pt x="247192" y="639025"/>
                </a:lnTo>
                <a:lnTo>
                  <a:pt x="247650" y="637908"/>
                </a:lnTo>
                <a:lnTo>
                  <a:pt x="247650" y="635279"/>
                </a:lnTo>
                <a:close/>
              </a:path>
              <a:path w="4914900" h="3173729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4914900" h="3173729">
                <a:moveTo>
                  <a:pt x="295275" y="2530754"/>
                </a:moveTo>
                <a:lnTo>
                  <a:pt x="294817" y="2529636"/>
                </a:lnTo>
                <a:lnTo>
                  <a:pt x="292950" y="2527770"/>
                </a:lnTo>
                <a:lnTo>
                  <a:pt x="291833" y="2527300"/>
                </a:lnTo>
                <a:lnTo>
                  <a:pt x="289204" y="2527300"/>
                </a:lnTo>
                <a:lnTo>
                  <a:pt x="288086" y="2527770"/>
                </a:lnTo>
                <a:lnTo>
                  <a:pt x="286219" y="2529636"/>
                </a:lnTo>
                <a:lnTo>
                  <a:pt x="285750" y="2530754"/>
                </a:lnTo>
                <a:lnTo>
                  <a:pt x="285750" y="2533383"/>
                </a:lnTo>
                <a:lnTo>
                  <a:pt x="286219" y="2534501"/>
                </a:lnTo>
                <a:lnTo>
                  <a:pt x="288086" y="2536367"/>
                </a:lnTo>
                <a:lnTo>
                  <a:pt x="289204" y="2536825"/>
                </a:lnTo>
                <a:lnTo>
                  <a:pt x="291833" y="2536825"/>
                </a:lnTo>
                <a:lnTo>
                  <a:pt x="292950" y="2536367"/>
                </a:lnTo>
                <a:lnTo>
                  <a:pt x="294817" y="2534501"/>
                </a:lnTo>
                <a:lnTo>
                  <a:pt x="295275" y="2533383"/>
                </a:lnTo>
                <a:lnTo>
                  <a:pt x="295275" y="2530754"/>
                </a:lnTo>
                <a:close/>
              </a:path>
              <a:path w="4914900" h="3173729">
                <a:moveTo>
                  <a:pt x="295275" y="1898929"/>
                </a:moveTo>
                <a:lnTo>
                  <a:pt x="294817" y="1897811"/>
                </a:lnTo>
                <a:lnTo>
                  <a:pt x="292950" y="1895944"/>
                </a:lnTo>
                <a:lnTo>
                  <a:pt x="291833" y="1895475"/>
                </a:lnTo>
                <a:lnTo>
                  <a:pt x="289204" y="1895475"/>
                </a:lnTo>
                <a:lnTo>
                  <a:pt x="288086" y="1895944"/>
                </a:lnTo>
                <a:lnTo>
                  <a:pt x="286219" y="1897811"/>
                </a:lnTo>
                <a:lnTo>
                  <a:pt x="285750" y="1898929"/>
                </a:lnTo>
                <a:lnTo>
                  <a:pt x="285750" y="1901558"/>
                </a:lnTo>
                <a:lnTo>
                  <a:pt x="286219" y="1902675"/>
                </a:lnTo>
                <a:lnTo>
                  <a:pt x="288086" y="1904542"/>
                </a:lnTo>
                <a:lnTo>
                  <a:pt x="289204" y="1905000"/>
                </a:lnTo>
                <a:lnTo>
                  <a:pt x="291833" y="1905000"/>
                </a:lnTo>
                <a:lnTo>
                  <a:pt x="292950" y="1904542"/>
                </a:lnTo>
                <a:lnTo>
                  <a:pt x="294817" y="1902675"/>
                </a:lnTo>
                <a:lnTo>
                  <a:pt x="295275" y="1901558"/>
                </a:lnTo>
                <a:lnTo>
                  <a:pt x="295275" y="1898929"/>
                </a:lnTo>
                <a:close/>
              </a:path>
              <a:path w="4914900" h="3173729">
                <a:moveTo>
                  <a:pt x="295275" y="1267104"/>
                </a:moveTo>
                <a:lnTo>
                  <a:pt x="294817" y="1265986"/>
                </a:lnTo>
                <a:lnTo>
                  <a:pt x="292950" y="1264119"/>
                </a:lnTo>
                <a:lnTo>
                  <a:pt x="291833" y="1263650"/>
                </a:lnTo>
                <a:lnTo>
                  <a:pt x="289204" y="1263650"/>
                </a:lnTo>
                <a:lnTo>
                  <a:pt x="288086" y="1264119"/>
                </a:lnTo>
                <a:lnTo>
                  <a:pt x="286219" y="1265986"/>
                </a:lnTo>
                <a:lnTo>
                  <a:pt x="285750" y="1267104"/>
                </a:lnTo>
                <a:lnTo>
                  <a:pt x="285750" y="1269733"/>
                </a:lnTo>
                <a:lnTo>
                  <a:pt x="286219" y="1270850"/>
                </a:lnTo>
                <a:lnTo>
                  <a:pt x="288086" y="1272717"/>
                </a:lnTo>
                <a:lnTo>
                  <a:pt x="289204" y="1273175"/>
                </a:lnTo>
                <a:lnTo>
                  <a:pt x="291833" y="1273175"/>
                </a:lnTo>
                <a:lnTo>
                  <a:pt x="292950" y="1272717"/>
                </a:lnTo>
                <a:lnTo>
                  <a:pt x="294817" y="1270850"/>
                </a:lnTo>
                <a:lnTo>
                  <a:pt x="295275" y="1269733"/>
                </a:lnTo>
                <a:lnTo>
                  <a:pt x="295275" y="1267104"/>
                </a:lnTo>
                <a:close/>
              </a:path>
              <a:path w="4914900" h="3173729">
                <a:moveTo>
                  <a:pt x="295275" y="635279"/>
                </a:moveTo>
                <a:lnTo>
                  <a:pt x="294817" y="634161"/>
                </a:lnTo>
                <a:lnTo>
                  <a:pt x="292950" y="632294"/>
                </a:lnTo>
                <a:lnTo>
                  <a:pt x="291833" y="631837"/>
                </a:lnTo>
                <a:lnTo>
                  <a:pt x="289204" y="631837"/>
                </a:lnTo>
                <a:lnTo>
                  <a:pt x="288086" y="632294"/>
                </a:lnTo>
                <a:lnTo>
                  <a:pt x="286219" y="634161"/>
                </a:lnTo>
                <a:lnTo>
                  <a:pt x="285750" y="635279"/>
                </a:lnTo>
                <a:lnTo>
                  <a:pt x="285750" y="637908"/>
                </a:lnTo>
                <a:lnTo>
                  <a:pt x="286219" y="639025"/>
                </a:lnTo>
                <a:lnTo>
                  <a:pt x="288086" y="640892"/>
                </a:lnTo>
                <a:lnTo>
                  <a:pt x="289204" y="641362"/>
                </a:lnTo>
                <a:lnTo>
                  <a:pt x="291833" y="641362"/>
                </a:lnTo>
                <a:lnTo>
                  <a:pt x="292950" y="640892"/>
                </a:lnTo>
                <a:lnTo>
                  <a:pt x="294817" y="639025"/>
                </a:lnTo>
                <a:lnTo>
                  <a:pt x="295275" y="637908"/>
                </a:lnTo>
                <a:lnTo>
                  <a:pt x="295275" y="635279"/>
                </a:lnTo>
                <a:close/>
              </a:path>
              <a:path w="4914900" h="3173729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4914900" h="3173729">
                <a:moveTo>
                  <a:pt x="342900" y="2530754"/>
                </a:moveTo>
                <a:lnTo>
                  <a:pt x="342442" y="2529636"/>
                </a:lnTo>
                <a:lnTo>
                  <a:pt x="340575" y="2527770"/>
                </a:lnTo>
                <a:lnTo>
                  <a:pt x="339458" y="2527300"/>
                </a:lnTo>
                <a:lnTo>
                  <a:pt x="336829" y="2527300"/>
                </a:lnTo>
                <a:lnTo>
                  <a:pt x="335711" y="2527770"/>
                </a:lnTo>
                <a:lnTo>
                  <a:pt x="333844" y="2529636"/>
                </a:lnTo>
                <a:lnTo>
                  <a:pt x="333375" y="2530754"/>
                </a:lnTo>
                <a:lnTo>
                  <a:pt x="333375" y="2533383"/>
                </a:lnTo>
                <a:lnTo>
                  <a:pt x="333844" y="2534501"/>
                </a:lnTo>
                <a:lnTo>
                  <a:pt x="335711" y="2536367"/>
                </a:lnTo>
                <a:lnTo>
                  <a:pt x="336829" y="2536825"/>
                </a:lnTo>
                <a:lnTo>
                  <a:pt x="339458" y="2536825"/>
                </a:lnTo>
                <a:lnTo>
                  <a:pt x="340575" y="2536367"/>
                </a:lnTo>
                <a:lnTo>
                  <a:pt x="342442" y="2534501"/>
                </a:lnTo>
                <a:lnTo>
                  <a:pt x="342900" y="2533383"/>
                </a:lnTo>
                <a:lnTo>
                  <a:pt x="342900" y="2530754"/>
                </a:lnTo>
                <a:close/>
              </a:path>
              <a:path w="4914900" h="3173729">
                <a:moveTo>
                  <a:pt x="342900" y="1898929"/>
                </a:moveTo>
                <a:lnTo>
                  <a:pt x="342442" y="1897811"/>
                </a:lnTo>
                <a:lnTo>
                  <a:pt x="340575" y="1895944"/>
                </a:lnTo>
                <a:lnTo>
                  <a:pt x="339458" y="1895475"/>
                </a:lnTo>
                <a:lnTo>
                  <a:pt x="336829" y="1895475"/>
                </a:lnTo>
                <a:lnTo>
                  <a:pt x="335711" y="1895944"/>
                </a:lnTo>
                <a:lnTo>
                  <a:pt x="333844" y="1897811"/>
                </a:lnTo>
                <a:lnTo>
                  <a:pt x="333375" y="1898929"/>
                </a:lnTo>
                <a:lnTo>
                  <a:pt x="333375" y="1901558"/>
                </a:lnTo>
                <a:lnTo>
                  <a:pt x="333844" y="1902675"/>
                </a:lnTo>
                <a:lnTo>
                  <a:pt x="335711" y="1904542"/>
                </a:lnTo>
                <a:lnTo>
                  <a:pt x="336829" y="1905000"/>
                </a:lnTo>
                <a:lnTo>
                  <a:pt x="339458" y="1905000"/>
                </a:lnTo>
                <a:lnTo>
                  <a:pt x="340575" y="1904542"/>
                </a:lnTo>
                <a:lnTo>
                  <a:pt x="342442" y="1902675"/>
                </a:lnTo>
                <a:lnTo>
                  <a:pt x="342900" y="1901558"/>
                </a:lnTo>
                <a:lnTo>
                  <a:pt x="342900" y="1898929"/>
                </a:lnTo>
                <a:close/>
              </a:path>
              <a:path w="4914900" h="3173729">
                <a:moveTo>
                  <a:pt x="342900" y="1267104"/>
                </a:moveTo>
                <a:lnTo>
                  <a:pt x="342442" y="1265986"/>
                </a:lnTo>
                <a:lnTo>
                  <a:pt x="340575" y="1264119"/>
                </a:lnTo>
                <a:lnTo>
                  <a:pt x="339458" y="1263650"/>
                </a:lnTo>
                <a:lnTo>
                  <a:pt x="336829" y="1263650"/>
                </a:lnTo>
                <a:lnTo>
                  <a:pt x="335711" y="1264119"/>
                </a:lnTo>
                <a:lnTo>
                  <a:pt x="333844" y="1265986"/>
                </a:lnTo>
                <a:lnTo>
                  <a:pt x="333375" y="1267104"/>
                </a:lnTo>
                <a:lnTo>
                  <a:pt x="333375" y="1269733"/>
                </a:lnTo>
                <a:lnTo>
                  <a:pt x="333844" y="1270850"/>
                </a:lnTo>
                <a:lnTo>
                  <a:pt x="335711" y="1272717"/>
                </a:lnTo>
                <a:lnTo>
                  <a:pt x="336829" y="1273175"/>
                </a:lnTo>
                <a:lnTo>
                  <a:pt x="339458" y="1273175"/>
                </a:lnTo>
                <a:lnTo>
                  <a:pt x="340575" y="1272717"/>
                </a:lnTo>
                <a:lnTo>
                  <a:pt x="342442" y="1270850"/>
                </a:lnTo>
                <a:lnTo>
                  <a:pt x="342900" y="1269733"/>
                </a:lnTo>
                <a:lnTo>
                  <a:pt x="342900" y="1267104"/>
                </a:lnTo>
                <a:close/>
              </a:path>
              <a:path w="4914900" h="3173729">
                <a:moveTo>
                  <a:pt x="342900" y="635279"/>
                </a:moveTo>
                <a:lnTo>
                  <a:pt x="342442" y="634161"/>
                </a:lnTo>
                <a:lnTo>
                  <a:pt x="340575" y="632294"/>
                </a:lnTo>
                <a:lnTo>
                  <a:pt x="339458" y="631837"/>
                </a:lnTo>
                <a:lnTo>
                  <a:pt x="336829" y="631837"/>
                </a:lnTo>
                <a:lnTo>
                  <a:pt x="335711" y="632294"/>
                </a:lnTo>
                <a:lnTo>
                  <a:pt x="333844" y="634161"/>
                </a:lnTo>
                <a:lnTo>
                  <a:pt x="333375" y="635279"/>
                </a:lnTo>
                <a:lnTo>
                  <a:pt x="333375" y="637908"/>
                </a:lnTo>
                <a:lnTo>
                  <a:pt x="333844" y="639025"/>
                </a:lnTo>
                <a:lnTo>
                  <a:pt x="335711" y="640892"/>
                </a:lnTo>
                <a:lnTo>
                  <a:pt x="336829" y="641362"/>
                </a:lnTo>
                <a:lnTo>
                  <a:pt x="339458" y="641362"/>
                </a:lnTo>
                <a:lnTo>
                  <a:pt x="340575" y="640892"/>
                </a:lnTo>
                <a:lnTo>
                  <a:pt x="342442" y="639025"/>
                </a:lnTo>
                <a:lnTo>
                  <a:pt x="342900" y="637908"/>
                </a:lnTo>
                <a:lnTo>
                  <a:pt x="342900" y="635279"/>
                </a:lnTo>
                <a:close/>
              </a:path>
              <a:path w="4914900" h="3173729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4914900" h="3173729">
                <a:moveTo>
                  <a:pt x="390525" y="2530754"/>
                </a:moveTo>
                <a:lnTo>
                  <a:pt x="390067" y="2529636"/>
                </a:lnTo>
                <a:lnTo>
                  <a:pt x="388200" y="2527770"/>
                </a:lnTo>
                <a:lnTo>
                  <a:pt x="387083" y="2527300"/>
                </a:lnTo>
                <a:lnTo>
                  <a:pt x="384454" y="2527300"/>
                </a:lnTo>
                <a:lnTo>
                  <a:pt x="383336" y="2527770"/>
                </a:lnTo>
                <a:lnTo>
                  <a:pt x="381469" y="2529636"/>
                </a:lnTo>
                <a:lnTo>
                  <a:pt x="381000" y="2530754"/>
                </a:lnTo>
                <a:lnTo>
                  <a:pt x="381000" y="2533383"/>
                </a:lnTo>
                <a:lnTo>
                  <a:pt x="381469" y="2534501"/>
                </a:lnTo>
                <a:lnTo>
                  <a:pt x="383336" y="2536367"/>
                </a:lnTo>
                <a:lnTo>
                  <a:pt x="384454" y="2536825"/>
                </a:lnTo>
                <a:lnTo>
                  <a:pt x="387083" y="2536825"/>
                </a:lnTo>
                <a:lnTo>
                  <a:pt x="388200" y="2536367"/>
                </a:lnTo>
                <a:lnTo>
                  <a:pt x="390067" y="2534501"/>
                </a:lnTo>
                <a:lnTo>
                  <a:pt x="390525" y="2533383"/>
                </a:lnTo>
                <a:lnTo>
                  <a:pt x="390525" y="2530754"/>
                </a:lnTo>
                <a:close/>
              </a:path>
              <a:path w="4914900" h="3173729">
                <a:moveTo>
                  <a:pt x="390525" y="1898929"/>
                </a:moveTo>
                <a:lnTo>
                  <a:pt x="390067" y="1897811"/>
                </a:lnTo>
                <a:lnTo>
                  <a:pt x="388200" y="1895944"/>
                </a:lnTo>
                <a:lnTo>
                  <a:pt x="387083" y="1895475"/>
                </a:lnTo>
                <a:lnTo>
                  <a:pt x="384454" y="1895475"/>
                </a:lnTo>
                <a:lnTo>
                  <a:pt x="383336" y="1895944"/>
                </a:lnTo>
                <a:lnTo>
                  <a:pt x="381469" y="1897811"/>
                </a:lnTo>
                <a:lnTo>
                  <a:pt x="381000" y="1898929"/>
                </a:lnTo>
                <a:lnTo>
                  <a:pt x="381000" y="1901558"/>
                </a:lnTo>
                <a:lnTo>
                  <a:pt x="381469" y="1902675"/>
                </a:lnTo>
                <a:lnTo>
                  <a:pt x="383336" y="1904542"/>
                </a:lnTo>
                <a:lnTo>
                  <a:pt x="384454" y="1905000"/>
                </a:lnTo>
                <a:lnTo>
                  <a:pt x="387083" y="1905000"/>
                </a:lnTo>
                <a:lnTo>
                  <a:pt x="388200" y="1904542"/>
                </a:lnTo>
                <a:lnTo>
                  <a:pt x="390067" y="1902675"/>
                </a:lnTo>
                <a:lnTo>
                  <a:pt x="390525" y="1901558"/>
                </a:lnTo>
                <a:lnTo>
                  <a:pt x="390525" y="1898929"/>
                </a:lnTo>
                <a:close/>
              </a:path>
              <a:path w="4914900" h="3173729">
                <a:moveTo>
                  <a:pt x="390525" y="1267104"/>
                </a:moveTo>
                <a:lnTo>
                  <a:pt x="390067" y="1265986"/>
                </a:lnTo>
                <a:lnTo>
                  <a:pt x="388200" y="1264119"/>
                </a:lnTo>
                <a:lnTo>
                  <a:pt x="387083" y="1263650"/>
                </a:lnTo>
                <a:lnTo>
                  <a:pt x="384454" y="1263650"/>
                </a:lnTo>
                <a:lnTo>
                  <a:pt x="383336" y="1264119"/>
                </a:lnTo>
                <a:lnTo>
                  <a:pt x="381469" y="1265986"/>
                </a:lnTo>
                <a:lnTo>
                  <a:pt x="381000" y="1267104"/>
                </a:lnTo>
                <a:lnTo>
                  <a:pt x="381000" y="1269733"/>
                </a:lnTo>
                <a:lnTo>
                  <a:pt x="381469" y="1270850"/>
                </a:lnTo>
                <a:lnTo>
                  <a:pt x="383336" y="1272717"/>
                </a:lnTo>
                <a:lnTo>
                  <a:pt x="384454" y="1273175"/>
                </a:lnTo>
                <a:lnTo>
                  <a:pt x="387083" y="1273175"/>
                </a:lnTo>
                <a:lnTo>
                  <a:pt x="388200" y="1272717"/>
                </a:lnTo>
                <a:lnTo>
                  <a:pt x="390067" y="1270850"/>
                </a:lnTo>
                <a:lnTo>
                  <a:pt x="390525" y="1269733"/>
                </a:lnTo>
                <a:lnTo>
                  <a:pt x="390525" y="1267104"/>
                </a:lnTo>
                <a:close/>
              </a:path>
              <a:path w="4914900" h="3173729">
                <a:moveTo>
                  <a:pt x="390525" y="635279"/>
                </a:moveTo>
                <a:lnTo>
                  <a:pt x="390067" y="634161"/>
                </a:lnTo>
                <a:lnTo>
                  <a:pt x="388200" y="632294"/>
                </a:lnTo>
                <a:lnTo>
                  <a:pt x="387083" y="631837"/>
                </a:lnTo>
                <a:lnTo>
                  <a:pt x="384454" y="631837"/>
                </a:lnTo>
                <a:lnTo>
                  <a:pt x="383336" y="632294"/>
                </a:lnTo>
                <a:lnTo>
                  <a:pt x="381469" y="634161"/>
                </a:lnTo>
                <a:lnTo>
                  <a:pt x="381000" y="635279"/>
                </a:lnTo>
                <a:lnTo>
                  <a:pt x="381000" y="637908"/>
                </a:lnTo>
                <a:lnTo>
                  <a:pt x="381469" y="639025"/>
                </a:lnTo>
                <a:lnTo>
                  <a:pt x="383336" y="640892"/>
                </a:lnTo>
                <a:lnTo>
                  <a:pt x="384454" y="641362"/>
                </a:lnTo>
                <a:lnTo>
                  <a:pt x="387083" y="641362"/>
                </a:lnTo>
                <a:lnTo>
                  <a:pt x="388200" y="640892"/>
                </a:lnTo>
                <a:lnTo>
                  <a:pt x="390067" y="639025"/>
                </a:lnTo>
                <a:lnTo>
                  <a:pt x="390525" y="637908"/>
                </a:lnTo>
                <a:lnTo>
                  <a:pt x="390525" y="635279"/>
                </a:lnTo>
                <a:close/>
              </a:path>
              <a:path w="4914900" h="3173729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4914900" h="3173729">
                <a:moveTo>
                  <a:pt x="438150" y="2530754"/>
                </a:moveTo>
                <a:lnTo>
                  <a:pt x="437692" y="2529636"/>
                </a:lnTo>
                <a:lnTo>
                  <a:pt x="435825" y="2527770"/>
                </a:lnTo>
                <a:lnTo>
                  <a:pt x="434708" y="2527300"/>
                </a:lnTo>
                <a:lnTo>
                  <a:pt x="432079" y="2527300"/>
                </a:lnTo>
                <a:lnTo>
                  <a:pt x="430961" y="2527770"/>
                </a:lnTo>
                <a:lnTo>
                  <a:pt x="429094" y="2529636"/>
                </a:lnTo>
                <a:lnTo>
                  <a:pt x="428625" y="2530754"/>
                </a:lnTo>
                <a:lnTo>
                  <a:pt x="428625" y="2533383"/>
                </a:lnTo>
                <a:lnTo>
                  <a:pt x="429094" y="2534501"/>
                </a:lnTo>
                <a:lnTo>
                  <a:pt x="430961" y="2536367"/>
                </a:lnTo>
                <a:lnTo>
                  <a:pt x="432079" y="2536825"/>
                </a:lnTo>
                <a:lnTo>
                  <a:pt x="434708" y="2536825"/>
                </a:lnTo>
                <a:lnTo>
                  <a:pt x="435825" y="2536367"/>
                </a:lnTo>
                <a:lnTo>
                  <a:pt x="437692" y="2534501"/>
                </a:lnTo>
                <a:lnTo>
                  <a:pt x="438150" y="2533383"/>
                </a:lnTo>
                <a:lnTo>
                  <a:pt x="438150" y="2530754"/>
                </a:lnTo>
                <a:close/>
              </a:path>
              <a:path w="4914900" h="3173729">
                <a:moveTo>
                  <a:pt x="438150" y="1898929"/>
                </a:moveTo>
                <a:lnTo>
                  <a:pt x="437692" y="1897811"/>
                </a:lnTo>
                <a:lnTo>
                  <a:pt x="435825" y="1895944"/>
                </a:lnTo>
                <a:lnTo>
                  <a:pt x="434708" y="1895475"/>
                </a:lnTo>
                <a:lnTo>
                  <a:pt x="432079" y="1895475"/>
                </a:lnTo>
                <a:lnTo>
                  <a:pt x="430961" y="1895944"/>
                </a:lnTo>
                <a:lnTo>
                  <a:pt x="429094" y="1897811"/>
                </a:lnTo>
                <a:lnTo>
                  <a:pt x="428625" y="1898929"/>
                </a:lnTo>
                <a:lnTo>
                  <a:pt x="428625" y="1901558"/>
                </a:lnTo>
                <a:lnTo>
                  <a:pt x="429094" y="1902675"/>
                </a:lnTo>
                <a:lnTo>
                  <a:pt x="430961" y="1904542"/>
                </a:lnTo>
                <a:lnTo>
                  <a:pt x="432079" y="1905000"/>
                </a:lnTo>
                <a:lnTo>
                  <a:pt x="434708" y="1905000"/>
                </a:lnTo>
                <a:lnTo>
                  <a:pt x="435825" y="1904542"/>
                </a:lnTo>
                <a:lnTo>
                  <a:pt x="437692" y="1902675"/>
                </a:lnTo>
                <a:lnTo>
                  <a:pt x="438150" y="1901558"/>
                </a:lnTo>
                <a:lnTo>
                  <a:pt x="438150" y="1898929"/>
                </a:lnTo>
                <a:close/>
              </a:path>
              <a:path w="4914900" h="3173729">
                <a:moveTo>
                  <a:pt x="438150" y="1267104"/>
                </a:moveTo>
                <a:lnTo>
                  <a:pt x="437692" y="1265986"/>
                </a:lnTo>
                <a:lnTo>
                  <a:pt x="435825" y="1264119"/>
                </a:lnTo>
                <a:lnTo>
                  <a:pt x="434708" y="1263650"/>
                </a:lnTo>
                <a:lnTo>
                  <a:pt x="432079" y="1263650"/>
                </a:lnTo>
                <a:lnTo>
                  <a:pt x="430961" y="1264119"/>
                </a:lnTo>
                <a:lnTo>
                  <a:pt x="429094" y="1265986"/>
                </a:lnTo>
                <a:lnTo>
                  <a:pt x="428625" y="1267104"/>
                </a:lnTo>
                <a:lnTo>
                  <a:pt x="428625" y="1269733"/>
                </a:lnTo>
                <a:lnTo>
                  <a:pt x="429094" y="1270850"/>
                </a:lnTo>
                <a:lnTo>
                  <a:pt x="430961" y="1272717"/>
                </a:lnTo>
                <a:lnTo>
                  <a:pt x="432079" y="1273175"/>
                </a:lnTo>
                <a:lnTo>
                  <a:pt x="434708" y="1273175"/>
                </a:lnTo>
                <a:lnTo>
                  <a:pt x="435825" y="1272717"/>
                </a:lnTo>
                <a:lnTo>
                  <a:pt x="437692" y="1270850"/>
                </a:lnTo>
                <a:lnTo>
                  <a:pt x="438150" y="1269733"/>
                </a:lnTo>
                <a:lnTo>
                  <a:pt x="438150" y="1267104"/>
                </a:lnTo>
                <a:close/>
              </a:path>
              <a:path w="4914900" h="3173729">
                <a:moveTo>
                  <a:pt x="438150" y="635279"/>
                </a:moveTo>
                <a:lnTo>
                  <a:pt x="437692" y="634161"/>
                </a:lnTo>
                <a:lnTo>
                  <a:pt x="435825" y="632294"/>
                </a:lnTo>
                <a:lnTo>
                  <a:pt x="434708" y="631837"/>
                </a:lnTo>
                <a:lnTo>
                  <a:pt x="432079" y="631837"/>
                </a:lnTo>
                <a:lnTo>
                  <a:pt x="430961" y="632294"/>
                </a:lnTo>
                <a:lnTo>
                  <a:pt x="429094" y="634161"/>
                </a:lnTo>
                <a:lnTo>
                  <a:pt x="428625" y="635279"/>
                </a:lnTo>
                <a:lnTo>
                  <a:pt x="428625" y="637908"/>
                </a:lnTo>
                <a:lnTo>
                  <a:pt x="429094" y="639025"/>
                </a:lnTo>
                <a:lnTo>
                  <a:pt x="430961" y="640892"/>
                </a:lnTo>
                <a:lnTo>
                  <a:pt x="432079" y="641362"/>
                </a:lnTo>
                <a:lnTo>
                  <a:pt x="434708" y="641362"/>
                </a:lnTo>
                <a:lnTo>
                  <a:pt x="435825" y="640892"/>
                </a:lnTo>
                <a:lnTo>
                  <a:pt x="437692" y="639025"/>
                </a:lnTo>
                <a:lnTo>
                  <a:pt x="438150" y="637908"/>
                </a:lnTo>
                <a:lnTo>
                  <a:pt x="438150" y="635279"/>
                </a:lnTo>
                <a:close/>
              </a:path>
              <a:path w="4914900" h="3173729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4914900" h="3173729">
                <a:moveTo>
                  <a:pt x="485775" y="2530754"/>
                </a:moveTo>
                <a:lnTo>
                  <a:pt x="485317" y="2529636"/>
                </a:lnTo>
                <a:lnTo>
                  <a:pt x="483450" y="2527770"/>
                </a:lnTo>
                <a:lnTo>
                  <a:pt x="482333" y="2527300"/>
                </a:lnTo>
                <a:lnTo>
                  <a:pt x="479704" y="2527300"/>
                </a:lnTo>
                <a:lnTo>
                  <a:pt x="478586" y="2527770"/>
                </a:lnTo>
                <a:lnTo>
                  <a:pt x="476719" y="2529636"/>
                </a:lnTo>
                <a:lnTo>
                  <a:pt x="476250" y="2530754"/>
                </a:lnTo>
                <a:lnTo>
                  <a:pt x="476250" y="2533383"/>
                </a:lnTo>
                <a:lnTo>
                  <a:pt x="476719" y="2534501"/>
                </a:lnTo>
                <a:lnTo>
                  <a:pt x="478586" y="2536367"/>
                </a:lnTo>
                <a:lnTo>
                  <a:pt x="479704" y="2536825"/>
                </a:lnTo>
                <a:lnTo>
                  <a:pt x="482333" y="2536825"/>
                </a:lnTo>
                <a:lnTo>
                  <a:pt x="483450" y="2536367"/>
                </a:lnTo>
                <a:lnTo>
                  <a:pt x="485317" y="2534501"/>
                </a:lnTo>
                <a:lnTo>
                  <a:pt x="485775" y="2533383"/>
                </a:lnTo>
                <a:lnTo>
                  <a:pt x="485775" y="2530754"/>
                </a:lnTo>
                <a:close/>
              </a:path>
              <a:path w="4914900" h="3173729">
                <a:moveTo>
                  <a:pt x="485775" y="1898929"/>
                </a:moveTo>
                <a:lnTo>
                  <a:pt x="485317" y="1897811"/>
                </a:lnTo>
                <a:lnTo>
                  <a:pt x="483450" y="1895944"/>
                </a:lnTo>
                <a:lnTo>
                  <a:pt x="482333" y="1895475"/>
                </a:lnTo>
                <a:lnTo>
                  <a:pt x="479704" y="1895475"/>
                </a:lnTo>
                <a:lnTo>
                  <a:pt x="478586" y="1895944"/>
                </a:lnTo>
                <a:lnTo>
                  <a:pt x="476719" y="1897811"/>
                </a:lnTo>
                <a:lnTo>
                  <a:pt x="476250" y="1898929"/>
                </a:lnTo>
                <a:lnTo>
                  <a:pt x="476250" y="1901558"/>
                </a:lnTo>
                <a:lnTo>
                  <a:pt x="476719" y="1902675"/>
                </a:lnTo>
                <a:lnTo>
                  <a:pt x="478586" y="1904542"/>
                </a:lnTo>
                <a:lnTo>
                  <a:pt x="479704" y="1905000"/>
                </a:lnTo>
                <a:lnTo>
                  <a:pt x="482333" y="1905000"/>
                </a:lnTo>
                <a:lnTo>
                  <a:pt x="483450" y="1904542"/>
                </a:lnTo>
                <a:lnTo>
                  <a:pt x="485317" y="1902675"/>
                </a:lnTo>
                <a:lnTo>
                  <a:pt x="485775" y="1901558"/>
                </a:lnTo>
                <a:lnTo>
                  <a:pt x="485775" y="1898929"/>
                </a:lnTo>
                <a:close/>
              </a:path>
              <a:path w="4914900" h="3173729">
                <a:moveTo>
                  <a:pt x="485775" y="1267104"/>
                </a:moveTo>
                <a:lnTo>
                  <a:pt x="485317" y="1265986"/>
                </a:lnTo>
                <a:lnTo>
                  <a:pt x="483450" y="1264119"/>
                </a:lnTo>
                <a:lnTo>
                  <a:pt x="482333" y="1263650"/>
                </a:lnTo>
                <a:lnTo>
                  <a:pt x="479704" y="1263650"/>
                </a:lnTo>
                <a:lnTo>
                  <a:pt x="478586" y="1264119"/>
                </a:lnTo>
                <a:lnTo>
                  <a:pt x="476719" y="1265986"/>
                </a:lnTo>
                <a:lnTo>
                  <a:pt x="476250" y="1267104"/>
                </a:lnTo>
                <a:lnTo>
                  <a:pt x="476250" y="1269733"/>
                </a:lnTo>
                <a:lnTo>
                  <a:pt x="476719" y="1270850"/>
                </a:lnTo>
                <a:lnTo>
                  <a:pt x="478586" y="1272717"/>
                </a:lnTo>
                <a:lnTo>
                  <a:pt x="479704" y="1273175"/>
                </a:lnTo>
                <a:lnTo>
                  <a:pt x="482333" y="1273175"/>
                </a:lnTo>
                <a:lnTo>
                  <a:pt x="483450" y="1272717"/>
                </a:lnTo>
                <a:lnTo>
                  <a:pt x="485317" y="1270850"/>
                </a:lnTo>
                <a:lnTo>
                  <a:pt x="485775" y="1269733"/>
                </a:lnTo>
                <a:lnTo>
                  <a:pt x="485775" y="1267104"/>
                </a:lnTo>
                <a:close/>
              </a:path>
              <a:path w="4914900" h="3173729">
                <a:moveTo>
                  <a:pt x="485775" y="635279"/>
                </a:moveTo>
                <a:lnTo>
                  <a:pt x="485317" y="634161"/>
                </a:lnTo>
                <a:lnTo>
                  <a:pt x="483450" y="632294"/>
                </a:lnTo>
                <a:lnTo>
                  <a:pt x="482333" y="631837"/>
                </a:lnTo>
                <a:lnTo>
                  <a:pt x="479704" y="631837"/>
                </a:lnTo>
                <a:lnTo>
                  <a:pt x="478586" y="632294"/>
                </a:lnTo>
                <a:lnTo>
                  <a:pt x="476719" y="634161"/>
                </a:lnTo>
                <a:lnTo>
                  <a:pt x="476250" y="635279"/>
                </a:lnTo>
                <a:lnTo>
                  <a:pt x="476250" y="637908"/>
                </a:lnTo>
                <a:lnTo>
                  <a:pt x="476719" y="639025"/>
                </a:lnTo>
                <a:lnTo>
                  <a:pt x="478586" y="640892"/>
                </a:lnTo>
                <a:lnTo>
                  <a:pt x="479704" y="641362"/>
                </a:lnTo>
                <a:lnTo>
                  <a:pt x="482333" y="641362"/>
                </a:lnTo>
                <a:lnTo>
                  <a:pt x="483450" y="640892"/>
                </a:lnTo>
                <a:lnTo>
                  <a:pt x="485317" y="639025"/>
                </a:lnTo>
                <a:lnTo>
                  <a:pt x="485775" y="637908"/>
                </a:lnTo>
                <a:lnTo>
                  <a:pt x="485775" y="635279"/>
                </a:lnTo>
                <a:close/>
              </a:path>
              <a:path w="4914900" h="3173729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4914900" h="3173729">
                <a:moveTo>
                  <a:pt x="531647" y="3167342"/>
                </a:moveTo>
                <a:lnTo>
                  <a:pt x="531190" y="3166224"/>
                </a:lnTo>
                <a:lnTo>
                  <a:pt x="529323" y="3164357"/>
                </a:lnTo>
                <a:lnTo>
                  <a:pt x="528205" y="3163887"/>
                </a:lnTo>
                <a:lnTo>
                  <a:pt x="525576" y="3163887"/>
                </a:lnTo>
                <a:lnTo>
                  <a:pt x="524446" y="3164357"/>
                </a:lnTo>
                <a:lnTo>
                  <a:pt x="522592" y="3166224"/>
                </a:lnTo>
                <a:lnTo>
                  <a:pt x="522122" y="3167342"/>
                </a:lnTo>
                <a:lnTo>
                  <a:pt x="522122" y="3169970"/>
                </a:lnTo>
                <a:lnTo>
                  <a:pt x="522592" y="3171088"/>
                </a:lnTo>
                <a:lnTo>
                  <a:pt x="524446" y="3172955"/>
                </a:lnTo>
                <a:lnTo>
                  <a:pt x="525576" y="3173412"/>
                </a:lnTo>
                <a:lnTo>
                  <a:pt x="528205" y="3173412"/>
                </a:lnTo>
                <a:lnTo>
                  <a:pt x="529323" y="3172955"/>
                </a:lnTo>
                <a:lnTo>
                  <a:pt x="531190" y="3171088"/>
                </a:lnTo>
                <a:lnTo>
                  <a:pt x="531647" y="3169970"/>
                </a:lnTo>
                <a:lnTo>
                  <a:pt x="531647" y="3167342"/>
                </a:lnTo>
                <a:close/>
              </a:path>
              <a:path w="4914900" h="3173729">
                <a:moveTo>
                  <a:pt x="531647" y="3119717"/>
                </a:moveTo>
                <a:lnTo>
                  <a:pt x="531190" y="3118599"/>
                </a:lnTo>
                <a:lnTo>
                  <a:pt x="529323" y="3116732"/>
                </a:lnTo>
                <a:lnTo>
                  <a:pt x="528205" y="3116262"/>
                </a:lnTo>
                <a:lnTo>
                  <a:pt x="525576" y="3116262"/>
                </a:lnTo>
                <a:lnTo>
                  <a:pt x="524446" y="3116732"/>
                </a:lnTo>
                <a:lnTo>
                  <a:pt x="522592" y="3118599"/>
                </a:lnTo>
                <a:lnTo>
                  <a:pt x="522122" y="3119717"/>
                </a:lnTo>
                <a:lnTo>
                  <a:pt x="522122" y="3122345"/>
                </a:lnTo>
                <a:lnTo>
                  <a:pt x="522592" y="3123463"/>
                </a:lnTo>
                <a:lnTo>
                  <a:pt x="524446" y="3125330"/>
                </a:lnTo>
                <a:lnTo>
                  <a:pt x="525576" y="3125787"/>
                </a:lnTo>
                <a:lnTo>
                  <a:pt x="528205" y="3125787"/>
                </a:lnTo>
                <a:lnTo>
                  <a:pt x="529323" y="3125330"/>
                </a:lnTo>
                <a:lnTo>
                  <a:pt x="531190" y="3123463"/>
                </a:lnTo>
                <a:lnTo>
                  <a:pt x="531647" y="3122345"/>
                </a:lnTo>
                <a:lnTo>
                  <a:pt x="531647" y="3119717"/>
                </a:lnTo>
                <a:close/>
              </a:path>
              <a:path w="4914900" h="3173729">
                <a:moveTo>
                  <a:pt x="531647" y="3072092"/>
                </a:moveTo>
                <a:lnTo>
                  <a:pt x="531190" y="3070974"/>
                </a:lnTo>
                <a:lnTo>
                  <a:pt x="529323" y="3069107"/>
                </a:lnTo>
                <a:lnTo>
                  <a:pt x="528205" y="3068637"/>
                </a:lnTo>
                <a:lnTo>
                  <a:pt x="525576" y="3068637"/>
                </a:lnTo>
                <a:lnTo>
                  <a:pt x="524446" y="3069107"/>
                </a:lnTo>
                <a:lnTo>
                  <a:pt x="522592" y="3070974"/>
                </a:lnTo>
                <a:lnTo>
                  <a:pt x="522122" y="3072092"/>
                </a:lnTo>
                <a:lnTo>
                  <a:pt x="522122" y="3074720"/>
                </a:lnTo>
                <a:lnTo>
                  <a:pt x="522592" y="3075838"/>
                </a:lnTo>
                <a:lnTo>
                  <a:pt x="524446" y="3077705"/>
                </a:lnTo>
                <a:lnTo>
                  <a:pt x="525576" y="3078162"/>
                </a:lnTo>
                <a:lnTo>
                  <a:pt x="528205" y="3078162"/>
                </a:lnTo>
                <a:lnTo>
                  <a:pt x="529323" y="3077705"/>
                </a:lnTo>
                <a:lnTo>
                  <a:pt x="531190" y="3075838"/>
                </a:lnTo>
                <a:lnTo>
                  <a:pt x="531647" y="3074720"/>
                </a:lnTo>
                <a:lnTo>
                  <a:pt x="531647" y="3072092"/>
                </a:lnTo>
                <a:close/>
              </a:path>
              <a:path w="4914900" h="3173729">
                <a:moveTo>
                  <a:pt x="531647" y="3024467"/>
                </a:moveTo>
                <a:lnTo>
                  <a:pt x="531190" y="3023349"/>
                </a:lnTo>
                <a:lnTo>
                  <a:pt x="529323" y="3021482"/>
                </a:lnTo>
                <a:lnTo>
                  <a:pt x="528205" y="3021012"/>
                </a:lnTo>
                <a:lnTo>
                  <a:pt x="525576" y="3021012"/>
                </a:lnTo>
                <a:lnTo>
                  <a:pt x="524446" y="3021482"/>
                </a:lnTo>
                <a:lnTo>
                  <a:pt x="522592" y="3023349"/>
                </a:lnTo>
                <a:lnTo>
                  <a:pt x="522122" y="3024467"/>
                </a:lnTo>
                <a:lnTo>
                  <a:pt x="522122" y="3027095"/>
                </a:lnTo>
                <a:lnTo>
                  <a:pt x="522592" y="3028213"/>
                </a:lnTo>
                <a:lnTo>
                  <a:pt x="524446" y="3030080"/>
                </a:lnTo>
                <a:lnTo>
                  <a:pt x="525576" y="3030537"/>
                </a:lnTo>
                <a:lnTo>
                  <a:pt x="528205" y="3030537"/>
                </a:lnTo>
                <a:lnTo>
                  <a:pt x="529323" y="3030080"/>
                </a:lnTo>
                <a:lnTo>
                  <a:pt x="531190" y="3028213"/>
                </a:lnTo>
                <a:lnTo>
                  <a:pt x="531647" y="3027095"/>
                </a:lnTo>
                <a:lnTo>
                  <a:pt x="531647" y="3024467"/>
                </a:lnTo>
                <a:close/>
              </a:path>
              <a:path w="4914900" h="3173729">
                <a:moveTo>
                  <a:pt x="531647" y="2976842"/>
                </a:moveTo>
                <a:lnTo>
                  <a:pt x="531190" y="2975724"/>
                </a:lnTo>
                <a:lnTo>
                  <a:pt x="529323" y="2973857"/>
                </a:lnTo>
                <a:lnTo>
                  <a:pt x="528205" y="2973387"/>
                </a:lnTo>
                <a:lnTo>
                  <a:pt x="525576" y="2973387"/>
                </a:lnTo>
                <a:lnTo>
                  <a:pt x="524446" y="2973857"/>
                </a:lnTo>
                <a:lnTo>
                  <a:pt x="522592" y="2975724"/>
                </a:lnTo>
                <a:lnTo>
                  <a:pt x="522122" y="2976842"/>
                </a:lnTo>
                <a:lnTo>
                  <a:pt x="522122" y="2979470"/>
                </a:lnTo>
                <a:lnTo>
                  <a:pt x="522592" y="2980588"/>
                </a:lnTo>
                <a:lnTo>
                  <a:pt x="524446" y="2982455"/>
                </a:lnTo>
                <a:lnTo>
                  <a:pt x="525576" y="2982912"/>
                </a:lnTo>
                <a:lnTo>
                  <a:pt x="528205" y="2982912"/>
                </a:lnTo>
                <a:lnTo>
                  <a:pt x="529323" y="2982455"/>
                </a:lnTo>
                <a:lnTo>
                  <a:pt x="531190" y="2980588"/>
                </a:lnTo>
                <a:lnTo>
                  <a:pt x="531647" y="2979470"/>
                </a:lnTo>
                <a:lnTo>
                  <a:pt x="531647" y="2976842"/>
                </a:lnTo>
                <a:close/>
              </a:path>
              <a:path w="4914900" h="3173729">
                <a:moveTo>
                  <a:pt x="531647" y="2929217"/>
                </a:moveTo>
                <a:lnTo>
                  <a:pt x="531190" y="2928099"/>
                </a:lnTo>
                <a:lnTo>
                  <a:pt x="529323" y="2926232"/>
                </a:lnTo>
                <a:lnTo>
                  <a:pt x="528205" y="2925762"/>
                </a:lnTo>
                <a:lnTo>
                  <a:pt x="525576" y="2925762"/>
                </a:lnTo>
                <a:lnTo>
                  <a:pt x="524446" y="2926232"/>
                </a:lnTo>
                <a:lnTo>
                  <a:pt x="522592" y="2928099"/>
                </a:lnTo>
                <a:lnTo>
                  <a:pt x="522122" y="2929217"/>
                </a:lnTo>
                <a:lnTo>
                  <a:pt x="522122" y="2931845"/>
                </a:lnTo>
                <a:lnTo>
                  <a:pt x="522592" y="2932963"/>
                </a:lnTo>
                <a:lnTo>
                  <a:pt x="524446" y="2934830"/>
                </a:lnTo>
                <a:lnTo>
                  <a:pt x="525576" y="2935287"/>
                </a:lnTo>
                <a:lnTo>
                  <a:pt x="528205" y="2935287"/>
                </a:lnTo>
                <a:lnTo>
                  <a:pt x="529323" y="2934830"/>
                </a:lnTo>
                <a:lnTo>
                  <a:pt x="531190" y="2932963"/>
                </a:lnTo>
                <a:lnTo>
                  <a:pt x="531647" y="2931845"/>
                </a:lnTo>
                <a:lnTo>
                  <a:pt x="531647" y="2929217"/>
                </a:lnTo>
                <a:close/>
              </a:path>
              <a:path w="4914900" h="3173729">
                <a:moveTo>
                  <a:pt x="531647" y="2881592"/>
                </a:moveTo>
                <a:lnTo>
                  <a:pt x="531190" y="2880474"/>
                </a:lnTo>
                <a:lnTo>
                  <a:pt x="529323" y="2878607"/>
                </a:lnTo>
                <a:lnTo>
                  <a:pt x="528205" y="2878137"/>
                </a:lnTo>
                <a:lnTo>
                  <a:pt x="525576" y="2878137"/>
                </a:lnTo>
                <a:lnTo>
                  <a:pt x="524446" y="2878607"/>
                </a:lnTo>
                <a:lnTo>
                  <a:pt x="522592" y="2880474"/>
                </a:lnTo>
                <a:lnTo>
                  <a:pt x="522122" y="2881592"/>
                </a:lnTo>
                <a:lnTo>
                  <a:pt x="522122" y="2884220"/>
                </a:lnTo>
                <a:lnTo>
                  <a:pt x="522592" y="2885338"/>
                </a:lnTo>
                <a:lnTo>
                  <a:pt x="524446" y="2887205"/>
                </a:lnTo>
                <a:lnTo>
                  <a:pt x="525576" y="2887662"/>
                </a:lnTo>
                <a:lnTo>
                  <a:pt x="528205" y="2887662"/>
                </a:lnTo>
                <a:lnTo>
                  <a:pt x="529323" y="2887205"/>
                </a:lnTo>
                <a:lnTo>
                  <a:pt x="531190" y="2885338"/>
                </a:lnTo>
                <a:lnTo>
                  <a:pt x="531647" y="2884220"/>
                </a:lnTo>
                <a:lnTo>
                  <a:pt x="531647" y="2881592"/>
                </a:lnTo>
                <a:close/>
              </a:path>
              <a:path w="4914900" h="3173729">
                <a:moveTo>
                  <a:pt x="531647" y="2833967"/>
                </a:moveTo>
                <a:lnTo>
                  <a:pt x="531190" y="2832849"/>
                </a:lnTo>
                <a:lnTo>
                  <a:pt x="529323" y="2830982"/>
                </a:lnTo>
                <a:lnTo>
                  <a:pt x="528205" y="2830512"/>
                </a:lnTo>
                <a:lnTo>
                  <a:pt x="525576" y="2830512"/>
                </a:lnTo>
                <a:lnTo>
                  <a:pt x="524446" y="2830982"/>
                </a:lnTo>
                <a:lnTo>
                  <a:pt x="522592" y="2832849"/>
                </a:lnTo>
                <a:lnTo>
                  <a:pt x="522122" y="2833967"/>
                </a:lnTo>
                <a:lnTo>
                  <a:pt x="522122" y="2836595"/>
                </a:lnTo>
                <a:lnTo>
                  <a:pt x="522592" y="2837713"/>
                </a:lnTo>
                <a:lnTo>
                  <a:pt x="524446" y="2839580"/>
                </a:lnTo>
                <a:lnTo>
                  <a:pt x="525576" y="2840037"/>
                </a:lnTo>
                <a:lnTo>
                  <a:pt x="528205" y="2840037"/>
                </a:lnTo>
                <a:lnTo>
                  <a:pt x="529323" y="2839580"/>
                </a:lnTo>
                <a:lnTo>
                  <a:pt x="531190" y="2837713"/>
                </a:lnTo>
                <a:lnTo>
                  <a:pt x="531647" y="2836595"/>
                </a:lnTo>
                <a:lnTo>
                  <a:pt x="531647" y="2833967"/>
                </a:lnTo>
                <a:close/>
              </a:path>
              <a:path w="4914900" h="3173729">
                <a:moveTo>
                  <a:pt x="531647" y="2786342"/>
                </a:moveTo>
                <a:lnTo>
                  <a:pt x="531190" y="2785224"/>
                </a:lnTo>
                <a:lnTo>
                  <a:pt x="529323" y="2783357"/>
                </a:lnTo>
                <a:lnTo>
                  <a:pt x="528205" y="2782887"/>
                </a:lnTo>
                <a:lnTo>
                  <a:pt x="525576" y="2782887"/>
                </a:lnTo>
                <a:lnTo>
                  <a:pt x="524446" y="2783357"/>
                </a:lnTo>
                <a:lnTo>
                  <a:pt x="522592" y="2785224"/>
                </a:lnTo>
                <a:lnTo>
                  <a:pt x="522122" y="2786342"/>
                </a:lnTo>
                <a:lnTo>
                  <a:pt x="522122" y="2788970"/>
                </a:lnTo>
                <a:lnTo>
                  <a:pt x="522592" y="2790088"/>
                </a:lnTo>
                <a:lnTo>
                  <a:pt x="524446" y="2791955"/>
                </a:lnTo>
                <a:lnTo>
                  <a:pt x="525576" y="2792412"/>
                </a:lnTo>
                <a:lnTo>
                  <a:pt x="528205" y="2792412"/>
                </a:lnTo>
                <a:lnTo>
                  <a:pt x="529323" y="2791955"/>
                </a:lnTo>
                <a:lnTo>
                  <a:pt x="531190" y="2790088"/>
                </a:lnTo>
                <a:lnTo>
                  <a:pt x="531647" y="2788970"/>
                </a:lnTo>
                <a:lnTo>
                  <a:pt x="531647" y="2786342"/>
                </a:lnTo>
                <a:close/>
              </a:path>
              <a:path w="4914900" h="3173729">
                <a:moveTo>
                  <a:pt x="531647" y="2738717"/>
                </a:moveTo>
                <a:lnTo>
                  <a:pt x="531190" y="2737599"/>
                </a:lnTo>
                <a:lnTo>
                  <a:pt x="529323" y="2735732"/>
                </a:lnTo>
                <a:lnTo>
                  <a:pt x="528205" y="2735262"/>
                </a:lnTo>
                <a:lnTo>
                  <a:pt x="525576" y="2735262"/>
                </a:lnTo>
                <a:lnTo>
                  <a:pt x="524446" y="2735732"/>
                </a:lnTo>
                <a:lnTo>
                  <a:pt x="522592" y="2737599"/>
                </a:lnTo>
                <a:lnTo>
                  <a:pt x="522122" y="2738717"/>
                </a:lnTo>
                <a:lnTo>
                  <a:pt x="522122" y="2741345"/>
                </a:lnTo>
                <a:lnTo>
                  <a:pt x="522592" y="2742463"/>
                </a:lnTo>
                <a:lnTo>
                  <a:pt x="524446" y="2744330"/>
                </a:lnTo>
                <a:lnTo>
                  <a:pt x="525576" y="2744787"/>
                </a:lnTo>
                <a:lnTo>
                  <a:pt x="528205" y="2744787"/>
                </a:lnTo>
                <a:lnTo>
                  <a:pt x="529323" y="2744330"/>
                </a:lnTo>
                <a:lnTo>
                  <a:pt x="531190" y="2742463"/>
                </a:lnTo>
                <a:lnTo>
                  <a:pt x="531647" y="2741345"/>
                </a:lnTo>
                <a:lnTo>
                  <a:pt x="531647" y="2738717"/>
                </a:lnTo>
                <a:close/>
              </a:path>
              <a:path w="4914900" h="3173729">
                <a:moveTo>
                  <a:pt x="531647" y="2691092"/>
                </a:moveTo>
                <a:lnTo>
                  <a:pt x="531190" y="2689974"/>
                </a:lnTo>
                <a:lnTo>
                  <a:pt x="529323" y="2688107"/>
                </a:lnTo>
                <a:lnTo>
                  <a:pt x="528205" y="2687637"/>
                </a:lnTo>
                <a:lnTo>
                  <a:pt x="525576" y="2687637"/>
                </a:lnTo>
                <a:lnTo>
                  <a:pt x="524446" y="2688107"/>
                </a:lnTo>
                <a:lnTo>
                  <a:pt x="522592" y="2689974"/>
                </a:lnTo>
                <a:lnTo>
                  <a:pt x="522122" y="2691092"/>
                </a:lnTo>
                <a:lnTo>
                  <a:pt x="522122" y="2693720"/>
                </a:lnTo>
                <a:lnTo>
                  <a:pt x="522592" y="2694838"/>
                </a:lnTo>
                <a:lnTo>
                  <a:pt x="524446" y="2696705"/>
                </a:lnTo>
                <a:lnTo>
                  <a:pt x="525576" y="2697162"/>
                </a:lnTo>
                <a:lnTo>
                  <a:pt x="528205" y="2697162"/>
                </a:lnTo>
                <a:lnTo>
                  <a:pt x="529323" y="2696705"/>
                </a:lnTo>
                <a:lnTo>
                  <a:pt x="531190" y="2694838"/>
                </a:lnTo>
                <a:lnTo>
                  <a:pt x="531647" y="2693720"/>
                </a:lnTo>
                <a:lnTo>
                  <a:pt x="531647" y="2691092"/>
                </a:lnTo>
                <a:close/>
              </a:path>
              <a:path w="4914900" h="3173729">
                <a:moveTo>
                  <a:pt x="531647" y="2643467"/>
                </a:moveTo>
                <a:lnTo>
                  <a:pt x="531190" y="2642349"/>
                </a:lnTo>
                <a:lnTo>
                  <a:pt x="529323" y="2640482"/>
                </a:lnTo>
                <a:lnTo>
                  <a:pt x="528205" y="2640012"/>
                </a:lnTo>
                <a:lnTo>
                  <a:pt x="525576" y="2640012"/>
                </a:lnTo>
                <a:lnTo>
                  <a:pt x="524446" y="2640482"/>
                </a:lnTo>
                <a:lnTo>
                  <a:pt x="522592" y="2642349"/>
                </a:lnTo>
                <a:lnTo>
                  <a:pt x="522122" y="2643467"/>
                </a:lnTo>
                <a:lnTo>
                  <a:pt x="522122" y="2646095"/>
                </a:lnTo>
                <a:lnTo>
                  <a:pt x="522592" y="2647213"/>
                </a:lnTo>
                <a:lnTo>
                  <a:pt x="524446" y="2649080"/>
                </a:lnTo>
                <a:lnTo>
                  <a:pt x="525576" y="2649537"/>
                </a:lnTo>
                <a:lnTo>
                  <a:pt x="528205" y="2649537"/>
                </a:lnTo>
                <a:lnTo>
                  <a:pt x="529323" y="2649080"/>
                </a:lnTo>
                <a:lnTo>
                  <a:pt x="531190" y="2647213"/>
                </a:lnTo>
                <a:lnTo>
                  <a:pt x="531647" y="2646095"/>
                </a:lnTo>
                <a:lnTo>
                  <a:pt x="531647" y="2643467"/>
                </a:lnTo>
                <a:close/>
              </a:path>
              <a:path w="4914900" h="3173729">
                <a:moveTo>
                  <a:pt x="531647" y="2595842"/>
                </a:moveTo>
                <a:lnTo>
                  <a:pt x="531190" y="2594724"/>
                </a:lnTo>
                <a:lnTo>
                  <a:pt x="529323" y="2592857"/>
                </a:lnTo>
                <a:lnTo>
                  <a:pt x="528205" y="2592387"/>
                </a:lnTo>
                <a:lnTo>
                  <a:pt x="525576" y="2592387"/>
                </a:lnTo>
                <a:lnTo>
                  <a:pt x="524446" y="2592857"/>
                </a:lnTo>
                <a:lnTo>
                  <a:pt x="522592" y="2594724"/>
                </a:lnTo>
                <a:lnTo>
                  <a:pt x="522122" y="2595842"/>
                </a:lnTo>
                <a:lnTo>
                  <a:pt x="522122" y="2598470"/>
                </a:lnTo>
                <a:lnTo>
                  <a:pt x="522592" y="2599588"/>
                </a:lnTo>
                <a:lnTo>
                  <a:pt x="524446" y="2601455"/>
                </a:lnTo>
                <a:lnTo>
                  <a:pt x="525576" y="2601912"/>
                </a:lnTo>
                <a:lnTo>
                  <a:pt x="528205" y="2601912"/>
                </a:lnTo>
                <a:lnTo>
                  <a:pt x="529323" y="2601455"/>
                </a:lnTo>
                <a:lnTo>
                  <a:pt x="531190" y="2599588"/>
                </a:lnTo>
                <a:lnTo>
                  <a:pt x="531647" y="2598470"/>
                </a:lnTo>
                <a:lnTo>
                  <a:pt x="531647" y="2595842"/>
                </a:lnTo>
                <a:close/>
              </a:path>
              <a:path w="4914900" h="3173729">
                <a:moveTo>
                  <a:pt x="531647" y="2548217"/>
                </a:moveTo>
                <a:lnTo>
                  <a:pt x="531190" y="2547099"/>
                </a:lnTo>
                <a:lnTo>
                  <a:pt x="529323" y="2545232"/>
                </a:lnTo>
                <a:lnTo>
                  <a:pt x="528205" y="2544762"/>
                </a:lnTo>
                <a:lnTo>
                  <a:pt x="525576" y="2544762"/>
                </a:lnTo>
                <a:lnTo>
                  <a:pt x="524446" y="2545232"/>
                </a:lnTo>
                <a:lnTo>
                  <a:pt x="522592" y="2547099"/>
                </a:lnTo>
                <a:lnTo>
                  <a:pt x="522122" y="2548217"/>
                </a:lnTo>
                <a:lnTo>
                  <a:pt x="522122" y="2550845"/>
                </a:lnTo>
                <a:lnTo>
                  <a:pt x="522592" y="2551963"/>
                </a:lnTo>
                <a:lnTo>
                  <a:pt x="524446" y="2553830"/>
                </a:lnTo>
                <a:lnTo>
                  <a:pt x="525576" y="2554287"/>
                </a:lnTo>
                <a:lnTo>
                  <a:pt x="528205" y="2554287"/>
                </a:lnTo>
                <a:lnTo>
                  <a:pt x="529323" y="2553830"/>
                </a:lnTo>
                <a:lnTo>
                  <a:pt x="531190" y="2551963"/>
                </a:lnTo>
                <a:lnTo>
                  <a:pt x="531647" y="2550845"/>
                </a:lnTo>
                <a:lnTo>
                  <a:pt x="531647" y="2548217"/>
                </a:lnTo>
                <a:close/>
              </a:path>
              <a:path w="4914900" h="3173729">
                <a:moveTo>
                  <a:pt x="531647" y="2500592"/>
                </a:moveTo>
                <a:lnTo>
                  <a:pt x="531190" y="2499474"/>
                </a:lnTo>
                <a:lnTo>
                  <a:pt x="529323" y="2497607"/>
                </a:lnTo>
                <a:lnTo>
                  <a:pt x="528205" y="2497137"/>
                </a:lnTo>
                <a:lnTo>
                  <a:pt x="525576" y="2497137"/>
                </a:lnTo>
                <a:lnTo>
                  <a:pt x="524446" y="2497607"/>
                </a:lnTo>
                <a:lnTo>
                  <a:pt x="522592" y="2499474"/>
                </a:lnTo>
                <a:lnTo>
                  <a:pt x="522122" y="2500592"/>
                </a:lnTo>
                <a:lnTo>
                  <a:pt x="522122" y="2503220"/>
                </a:lnTo>
                <a:lnTo>
                  <a:pt x="522592" y="2504338"/>
                </a:lnTo>
                <a:lnTo>
                  <a:pt x="524446" y="2506205"/>
                </a:lnTo>
                <a:lnTo>
                  <a:pt x="525576" y="2506662"/>
                </a:lnTo>
                <a:lnTo>
                  <a:pt x="528205" y="2506662"/>
                </a:lnTo>
                <a:lnTo>
                  <a:pt x="529323" y="2506205"/>
                </a:lnTo>
                <a:lnTo>
                  <a:pt x="531190" y="2504338"/>
                </a:lnTo>
                <a:lnTo>
                  <a:pt x="531647" y="2503220"/>
                </a:lnTo>
                <a:lnTo>
                  <a:pt x="531647" y="2500592"/>
                </a:lnTo>
                <a:close/>
              </a:path>
              <a:path w="4914900" h="3173729">
                <a:moveTo>
                  <a:pt x="531647" y="2452967"/>
                </a:moveTo>
                <a:lnTo>
                  <a:pt x="531190" y="2451849"/>
                </a:lnTo>
                <a:lnTo>
                  <a:pt x="529323" y="2449982"/>
                </a:lnTo>
                <a:lnTo>
                  <a:pt x="528205" y="2449512"/>
                </a:lnTo>
                <a:lnTo>
                  <a:pt x="525576" y="2449512"/>
                </a:lnTo>
                <a:lnTo>
                  <a:pt x="524446" y="2449982"/>
                </a:lnTo>
                <a:lnTo>
                  <a:pt x="522592" y="2451849"/>
                </a:lnTo>
                <a:lnTo>
                  <a:pt x="522122" y="2452967"/>
                </a:lnTo>
                <a:lnTo>
                  <a:pt x="522122" y="2455595"/>
                </a:lnTo>
                <a:lnTo>
                  <a:pt x="522592" y="2456713"/>
                </a:lnTo>
                <a:lnTo>
                  <a:pt x="524446" y="2458580"/>
                </a:lnTo>
                <a:lnTo>
                  <a:pt x="525576" y="2459037"/>
                </a:lnTo>
                <a:lnTo>
                  <a:pt x="528205" y="2459037"/>
                </a:lnTo>
                <a:lnTo>
                  <a:pt x="529323" y="2458580"/>
                </a:lnTo>
                <a:lnTo>
                  <a:pt x="531190" y="2456713"/>
                </a:lnTo>
                <a:lnTo>
                  <a:pt x="531647" y="2455595"/>
                </a:lnTo>
                <a:lnTo>
                  <a:pt x="531647" y="2452967"/>
                </a:lnTo>
                <a:close/>
              </a:path>
              <a:path w="4914900" h="3173729">
                <a:moveTo>
                  <a:pt x="531647" y="2405342"/>
                </a:moveTo>
                <a:lnTo>
                  <a:pt x="531190" y="2404224"/>
                </a:lnTo>
                <a:lnTo>
                  <a:pt x="529323" y="2402357"/>
                </a:lnTo>
                <a:lnTo>
                  <a:pt x="528205" y="2401887"/>
                </a:lnTo>
                <a:lnTo>
                  <a:pt x="525576" y="2401887"/>
                </a:lnTo>
                <a:lnTo>
                  <a:pt x="524446" y="2402357"/>
                </a:lnTo>
                <a:lnTo>
                  <a:pt x="522592" y="2404224"/>
                </a:lnTo>
                <a:lnTo>
                  <a:pt x="522122" y="2405342"/>
                </a:lnTo>
                <a:lnTo>
                  <a:pt x="522122" y="2407970"/>
                </a:lnTo>
                <a:lnTo>
                  <a:pt x="522592" y="2409088"/>
                </a:lnTo>
                <a:lnTo>
                  <a:pt x="524446" y="2410955"/>
                </a:lnTo>
                <a:lnTo>
                  <a:pt x="525576" y="2411412"/>
                </a:lnTo>
                <a:lnTo>
                  <a:pt x="528205" y="2411412"/>
                </a:lnTo>
                <a:lnTo>
                  <a:pt x="529323" y="2410955"/>
                </a:lnTo>
                <a:lnTo>
                  <a:pt x="531190" y="2409088"/>
                </a:lnTo>
                <a:lnTo>
                  <a:pt x="531647" y="2407970"/>
                </a:lnTo>
                <a:lnTo>
                  <a:pt x="531647" y="2405342"/>
                </a:lnTo>
                <a:close/>
              </a:path>
              <a:path w="4914900" h="3173729">
                <a:moveTo>
                  <a:pt x="531647" y="2357717"/>
                </a:moveTo>
                <a:lnTo>
                  <a:pt x="531190" y="2356599"/>
                </a:lnTo>
                <a:lnTo>
                  <a:pt x="529323" y="2354732"/>
                </a:lnTo>
                <a:lnTo>
                  <a:pt x="528205" y="2354262"/>
                </a:lnTo>
                <a:lnTo>
                  <a:pt x="525576" y="2354262"/>
                </a:lnTo>
                <a:lnTo>
                  <a:pt x="524446" y="2354732"/>
                </a:lnTo>
                <a:lnTo>
                  <a:pt x="522592" y="2356599"/>
                </a:lnTo>
                <a:lnTo>
                  <a:pt x="522122" y="2357717"/>
                </a:lnTo>
                <a:lnTo>
                  <a:pt x="522122" y="2360345"/>
                </a:lnTo>
                <a:lnTo>
                  <a:pt x="522592" y="2361463"/>
                </a:lnTo>
                <a:lnTo>
                  <a:pt x="524446" y="2363330"/>
                </a:lnTo>
                <a:lnTo>
                  <a:pt x="525576" y="2363787"/>
                </a:lnTo>
                <a:lnTo>
                  <a:pt x="528205" y="2363787"/>
                </a:lnTo>
                <a:lnTo>
                  <a:pt x="529323" y="2363330"/>
                </a:lnTo>
                <a:lnTo>
                  <a:pt x="531190" y="2361463"/>
                </a:lnTo>
                <a:lnTo>
                  <a:pt x="531647" y="2360345"/>
                </a:lnTo>
                <a:lnTo>
                  <a:pt x="531647" y="2357717"/>
                </a:lnTo>
                <a:close/>
              </a:path>
              <a:path w="4914900" h="3173729">
                <a:moveTo>
                  <a:pt x="531647" y="2310092"/>
                </a:moveTo>
                <a:lnTo>
                  <a:pt x="531190" y="2308974"/>
                </a:lnTo>
                <a:lnTo>
                  <a:pt x="529323" y="2307107"/>
                </a:lnTo>
                <a:lnTo>
                  <a:pt x="528205" y="2306637"/>
                </a:lnTo>
                <a:lnTo>
                  <a:pt x="525576" y="2306637"/>
                </a:lnTo>
                <a:lnTo>
                  <a:pt x="524446" y="2307107"/>
                </a:lnTo>
                <a:lnTo>
                  <a:pt x="522592" y="2308974"/>
                </a:lnTo>
                <a:lnTo>
                  <a:pt x="522122" y="2310092"/>
                </a:lnTo>
                <a:lnTo>
                  <a:pt x="522122" y="2312720"/>
                </a:lnTo>
                <a:lnTo>
                  <a:pt x="522592" y="2313838"/>
                </a:lnTo>
                <a:lnTo>
                  <a:pt x="524446" y="2315705"/>
                </a:lnTo>
                <a:lnTo>
                  <a:pt x="525576" y="2316162"/>
                </a:lnTo>
                <a:lnTo>
                  <a:pt x="528205" y="2316162"/>
                </a:lnTo>
                <a:lnTo>
                  <a:pt x="529323" y="2315705"/>
                </a:lnTo>
                <a:lnTo>
                  <a:pt x="531190" y="2313838"/>
                </a:lnTo>
                <a:lnTo>
                  <a:pt x="531647" y="2312720"/>
                </a:lnTo>
                <a:lnTo>
                  <a:pt x="531647" y="2310092"/>
                </a:lnTo>
                <a:close/>
              </a:path>
              <a:path w="4914900" h="3173729">
                <a:moveTo>
                  <a:pt x="531647" y="2262467"/>
                </a:moveTo>
                <a:lnTo>
                  <a:pt x="531190" y="2261349"/>
                </a:lnTo>
                <a:lnTo>
                  <a:pt x="529323" y="2259482"/>
                </a:lnTo>
                <a:lnTo>
                  <a:pt x="528205" y="2259012"/>
                </a:lnTo>
                <a:lnTo>
                  <a:pt x="525576" y="2259012"/>
                </a:lnTo>
                <a:lnTo>
                  <a:pt x="524446" y="2259482"/>
                </a:lnTo>
                <a:lnTo>
                  <a:pt x="522592" y="2261349"/>
                </a:lnTo>
                <a:lnTo>
                  <a:pt x="522122" y="2262467"/>
                </a:lnTo>
                <a:lnTo>
                  <a:pt x="522122" y="2265095"/>
                </a:lnTo>
                <a:lnTo>
                  <a:pt x="522592" y="2266213"/>
                </a:lnTo>
                <a:lnTo>
                  <a:pt x="524446" y="2268080"/>
                </a:lnTo>
                <a:lnTo>
                  <a:pt x="525576" y="2268537"/>
                </a:lnTo>
                <a:lnTo>
                  <a:pt x="528205" y="2268537"/>
                </a:lnTo>
                <a:lnTo>
                  <a:pt x="529323" y="2268080"/>
                </a:lnTo>
                <a:lnTo>
                  <a:pt x="531190" y="2266213"/>
                </a:lnTo>
                <a:lnTo>
                  <a:pt x="531647" y="2265095"/>
                </a:lnTo>
                <a:lnTo>
                  <a:pt x="531647" y="2262467"/>
                </a:lnTo>
                <a:close/>
              </a:path>
              <a:path w="4914900" h="3173729">
                <a:moveTo>
                  <a:pt x="531647" y="2214842"/>
                </a:moveTo>
                <a:lnTo>
                  <a:pt x="531190" y="2213724"/>
                </a:lnTo>
                <a:lnTo>
                  <a:pt x="529323" y="2211857"/>
                </a:lnTo>
                <a:lnTo>
                  <a:pt x="528205" y="2211387"/>
                </a:lnTo>
                <a:lnTo>
                  <a:pt x="525576" y="2211387"/>
                </a:lnTo>
                <a:lnTo>
                  <a:pt x="524446" y="2211857"/>
                </a:lnTo>
                <a:lnTo>
                  <a:pt x="522592" y="2213724"/>
                </a:lnTo>
                <a:lnTo>
                  <a:pt x="522122" y="2214842"/>
                </a:lnTo>
                <a:lnTo>
                  <a:pt x="522122" y="2217470"/>
                </a:lnTo>
                <a:lnTo>
                  <a:pt x="522592" y="2218588"/>
                </a:lnTo>
                <a:lnTo>
                  <a:pt x="524446" y="2220455"/>
                </a:lnTo>
                <a:lnTo>
                  <a:pt x="525576" y="2220912"/>
                </a:lnTo>
                <a:lnTo>
                  <a:pt x="528205" y="2220912"/>
                </a:lnTo>
                <a:lnTo>
                  <a:pt x="529323" y="2220455"/>
                </a:lnTo>
                <a:lnTo>
                  <a:pt x="531190" y="2218588"/>
                </a:lnTo>
                <a:lnTo>
                  <a:pt x="531647" y="2217470"/>
                </a:lnTo>
                <a:lnTo>
                  <a:pt x="531647" y="2214842"/>
                </a:lnTo>
                <a:close/>
              </a:path>
              <a:path w="4914900" h="3173729">
                <a:moveTo>
                  <a:pt x="531647" y="2167217"/>
                </a:moveTo>
                <a:lnTo>
                  <a:pt x="531190" y="2166099"/>
                </a:lnTo>
                <a:lnTo>
                  <a:pt x="529323" y="2164232"/>
                </a:lnTo>
                <a:lnTo>
                  <a:pt x="528205" y="2163762"/>
                </a:lnTo>
                <a:lnTo>
                  <a:pt x="525576" y="2163762"/>
                </a:lnTo>
                <a:lnTo>
                  <a:pt x="524446" y="2164232"/>
                </a:lnTo>
                <a:lnTo>
                  <a:pt x="522592" y="2166099"/>
                </a:lnTo>
                <a:lnTo>
                  <a:pt x="522122" y="2167217"/>
                </a:lnTo>
                <a:lnTo>
                  <a:pt x="522122" y="2169845"/>
                </a:lnTo>
                <a:lnTo>
                  <a:pt x="522592" y="2170963"/>
                </a:lnTo>
                <a:lnTo>
                  <a:pt x="524446" y="2172830"/>
                </a:lnTo>
                <a:lnTo>
                  <a:pt x="525576" y="2173287"/>
                </a:lnTo>
                <a:lnTo>
                  <a:pt x="528205" y="2173287"/>
                </a:lnTo>
                <a:lnTo>
                  <a:pt x="529323" y="2172830"/>
                </a:lnTo>
                <a:lnTo>
                  <a:pt x="531190" y="2170963"/>
                </a:lnTo>
                <a:lnTo>
                  <a:pt x="531647" y="2169845"/>
                </a:lnTo>
                <a:lnTo>
                  <a:pt x="531647" y="2167217"/>
                </a:lnTo>
                <a:close/>
              </a:path>
              <a:path w="4914900" h="3173729">
                <a:moveTo>
                  <a:pt x="531647" y="2119592"/>
                </a:moveTo>
                <a:lnTo>
                  <a:pt x="531190" y="2118474"/>
                </a:lnTo>
                <a:lnTo>
                  <a:pt x="529323" y="2116607"/>
                </a:lnTo>
                <a:lnTo>
                  <a:pt x="528205" y="2116137"/>
                </a:lnTo>
                <a:lnTo>
                  <a:pt x="525576" y="2116137"/>
                </a:lnTo>
                <a:lnTo>
                  <a:pt x="524446" y="2116607"/>
                </a:lnTo>
                <a:lnTo>
                  <a:pt x="522592" y="2118474"/>
                </a:lnTo>
                <a:lnTo>
                  <a:pt x="522122" y="2119592"/>
                </a:lnTo>
                <a:lnTo>
                  <a:pt x="522122" y="2122220"/>
                </a:lnTo>
                <a:lnTo>
                  <a:pt x="522592" y="2123338"/>
                </a:lnTo>
                <a:lnTo>
                  <a:pt x="524446" y="2125205"/>
                </a:lnTo>
                <a:lnTo>
                  <a:pt x="525576" y="2125662"/>
                </a:lnTo>
                <a:lnTo>
                  <a:pt x="528205" y="2125662"/>
                </a:lnTo>
                <a:lnTo>
                  <a:pt x="529323" y="2125205"/>
                </a:lnTo>
                <a:lnTo>
                  <a:pt x="531190" y="2123338"/>
                </a:lnTo>
                <a:lnTo>
                  <a:pt x="531647" y="2122220"/>
                </a:lnTo>
                <a:lnTo>
                  <a:pt x="531647" y="2119592"/>
                </a:lnTo>
                <a:close/>
              </a:path>
              <a:path w="4914900" h="3173729">
                <a:moveTo>
                  <a:pt x="531647" y="2071966"/>
                </a:moveTo>
                <a:lnTo>
                  <a:pt x="531190" y="2070849"/>
                </a:lnTo>
                <a:lnTo>
                  <a:pt x="529323" y="2068982"/>
                </a:lnTo>
                <a:lnTo>
                  <a:pt x="528205" y="2068512"/>
                </a:lnTo>
                <a:lnTo>
                  <a:pt x="525576" y="2068512"/>
                </a:lnTo>
                <a:lnTo>
                  <a:pt x="524446" y="2068982"/>
                </a:lnTo>
                <a:lnTo>
                  <a:pt x="522592" y="2070849"/>
                </a:lnTo>
                <a:lnTo>
                  <a:pt x="522122" y="2071966"/>
                </a:lnTo>
                <a:lnTo>
                  <a:pt x="522122" y="2074595"/>
                </a:lnTo>
                <a:lnTo>
                  <a:pt x="522592" y="2075713"/>
                </a:lnTo>
                <a:lnTo>
                  <a:pt x="524446" y="2077580"/>
                </a:lnTo>
                <a:lnTo>
                  <a:pt x="525576" y="2078037"/>
                </a:lnTo>
                <a:lnTo>
                  <a:pt x="528205" y="2078037"/>
                </a:lnTo>
                <a:lnTo>
                  <a:pt x="529323" y="2077580"/>
                </a:lnTo>
                <a:lnTo>
                  <a:pt x="531190" y="2075713"/>
                </a:lnTo>
                <a:lnTo>
                  <a:pt x="531647" y="2074595"/>
                </a:lnTo>
                <a:lnTo>
                  <a:pt x="531647" y="2071966"/>
                </a:lnTo>
                <a:close/>
              </a:path>
              <a:path w="4914900" h="3173729">
                <a:moveTo>
                  <a:pt x="531647" y="2024341"/>
                </a:moveTo>
                <a:lnTo>
                  <a:pt x="531190" y="2023224"/>
                </a:lnTo>
                <a:lnTo>
                  <a:pt x="529323" y="2021357"/>
                </a:lnTo>
                <a:lnTo>
                  <a:pt x="528205" y="2020887"/>
                </a:lnTo>
                <a:lnTo>
                  <a:pt x="525576" y="2020887"/>
                </a:lnTo>
                <a:lnTo>
                  <a:pt x="524446" y="2021357"/>
                </a:lnTo>
                <a:lnTo>
                  <a:pt x="522592" y="2023224"/>
                </a:lnTo>
                <a:lnTo>
                  <a:pt x="522122" y="2024341"/>
                </a:lnTo>
                <a:lnTo>
                  <a:pt x="522122" y="2026970"/>
                </a:lnTo>
                <a:lnTo>
                  <a:pt x="522592" y="2028088"/>
                </a:lnTo>
                <a:lnTo>
                  <a:pt x="524446" y="2029955"/>
                </a:lnTo>
                <a:lnTo>
                  <a:pt x="525576" y="2030412"/>
                </a:lnTo>
                <a:lnTo>
                  <a:pt x="528205" y="2030412"/>
                </a:lnTo>
                <a:lnTo>
                  <a:pt x="529323" y="2029955"/>
                </a:lnTo>
                <a:lnTo>
                  <a:pt x="531190" y="2028088"/>
                </a:lnTo>
                <a:lnTo>
                  <a:pt x="531647" y="2026970"/>
                </a:lnTo>
                <a:lnTo>
                  <a:pt x="531647" y="2024341"/>
                </a:lnTo>
                <a:close/>
              </a:path>
              <a:path w="4914900" h="3173729">
                <a:moveTo>
                  <a:pt x="531647" y="1976716"/>
                </a:moveTo>
                <a:lnTo>
                  <a:pt x="531190" y="1975599"/>
                </a:lnTo>
                <a:lnTo>
                  <a:pt x="529323" y="1973732"/>
                </a:lnTo>
                <a:lnTo>
                  <a:pt x="528205" y="1973262"/>
                </a:lnTo>
                <a:lnTo>
                  <a:pt x="525576" y="1973262"/>
                </a:lnTo>
                <a:lnTo>
                  <a:pt x="524446" y="1973732"/>
                </a:lnTo>
                <a:lnTo>
                  <a:pt x="522592" y="1975599"/>
                </a:lnTo>
                <a:lnTo>
                  <a:pt x="522122" y="1976716"/>
                </a:lnTo>
                <a:lnTo>
                  <a:pt x="522122" y="1979345"/>
                </a:lnTo>
                <a:lnTo>
                  <a:pt x="522592" y="1980463"/>
                </a:lnTo>
                <a:lnTo>
                  <a:pt x="524446" y="1982330"/>
                </a:lnTo>
                <a:lnTo>
                  <a:pt x="525576" y="1982787"/>
                </a:lnTo>
                <a:lnTo>
                  <a:pt x="528205" y="1982787"/>
                </a:lnTo>
                <a:lnTo>
                  <a:pt x="529323" y="1982330"/>
                </a:lnTo>
                <a:lnTo>
                  <a:pt x="531190" y="1980463"/>
                </a:lnTo>
                <a:lnTo>
                  <a:pt x="531647" y="1979345"/>
                </a:lnTo>
                <a:lnTo>
                  <a:pt x="531647" y="1976716"/>
                </a:lnTo>
                <a:close/>
              </a:path>
              <a:path w="4914900" h="3173729">
                <a:moveTo>
                  <a:pt x="531647" y="1929091"/>
                </a:moveTo>
                <a:lnTo>
                  <a:pt x="531190" y="1927974"/>
                </a:lnTo>
                <a:lnTo>
                  <a:pt x="529323" y="1926107"/>
                </a:lnTo>
                <a:lnTo>
                  <a:pt x="528205" y="1925637"/>
                </a:lnTo>
                <a:lnTo>
                  <a:pt x="525576" y="1925637"/>
                </a:lnTo>
                <a:lnTo>
                  <a:pt x="524446" y="1926107"/>
                </a:lnTo>
                <a:lnTo>
                  <a:pt x="522592" y="1927974"/>
                </a:lnTo>
                <a:lnTo>
                  <a:pt x="522122" y="1929091"/>
                </a:lnTo>
                <a:lnTo>
                  <a:pt x="522122" y="1931720"/>
                </a:lnTo>
                <a:lnTo>
                  <a:pt x="522592" y="1932838"/>
                </a:lnTo>
                <a:lnTo>
                  <a:pt x="524446" y="1934705"/>
                </a:lnTo>
                <a:lnTo>
                  <a:pt x="525576" y="1935162"/>
                </a:lnTo>
                <a:lnTo>
                  <a:pt x="528205" y="1935162"/>
                </a:lnTo>
                <a:lnTo>
                  <a:pt x="529323" y="1934705"/>
                </a:lnTo>
                <a:lnTo>
                  <a:pt x="531190" y="1932838"/>
                </a:lnTo>
                <a:lnTo>
                  <a:pt x="531647" y="1931720"/>
                </a:lnTo>
                <a:lnTo>
                  <a:pt x="531647" y="1929091"/>
                </a:lnTo>
                <a:close/>
              </a:path>
              <a:path w="4914900" h="3173729">
                <a:moveTo>
                  <a:pt x="531647" y="1881466"/>
                </a:moveTo>
                <a:lnTo>
                  <a:pt x="531190" y="1880349"/>
                </a:lnTo>
                <a:lnTo>
                  <a:pt x="529323" y="1878482"/>
                </a:lnTo>
                <a:lnTo>
                  <a:pt x="528205" y="1878012"/>
                </a:lnTo>
                <a:lnTo>
                  <a:pt x="525576" y="1878012"/>
                </a:lnTo>
                <a:lnTo>
                  <a:pt x="524446" y="1878482"/>
                </a:lnTo>
                <a:lnTo>
                  <a:pt x="522592" y="1880349"/>
                </a:lnTo>
                <a:lnTo>
                  <a:pt x="522122" y="1881466"/>
                </a:lnTo>
                <a:lnTo>
                  <a:pt x="522122" y="1884095"/>
                </a:lnTo>
                <a:lnTo>
                  <a:pt x="522592" y="1885213"/>
                </a:lnTo>
                <a:lnTo>
                  <a:pt x="524446" y="1887080"/>
                </a:lnTo>
                <a:lnTo>
                  <a:pt x="525576" y="1887537"/>
                </a:lnTo>
                <a:lnTo>
                  <a:pt x="528205" y="1887537"/>
                </a:lnTo>
                <a:lnTo>
                  <a:pt x="529323" y="1887080"/>
                </a:lnTo>
                <a:lnTo>
                  <a:pt x="531190" y="1885213"/>
                </a:lnTo>
                <a:lnTo>
                  <a:pt x="531647" y="1884095"/>
                </a:lnTo>
                <a:lnTo>
                  <a:pt x="531647" y="1881466"/>
                </a:lnTo>
                <a:close/>
              </a:path>
              <a:path w="4914900" h="3173729">
                <a:moveTo>
                  <a:pt x="531647" y="1833841"/>
                </a:moveTo>
                <a:lnTo>
                  <a:pt x="531190" y="1832724"/>
                </a:lnTo>
                <a:lnTo>
                  <a:pt x="529323" y="1830857"/>
                </a:lnTo>
                <a:lnTo>
                  <a:pt x="528205" y="1830387"/>
                </a:lnTo>
                <a:lnTo>
                  <a:pt x="525576" y="1830387"/>
                </a:lnTo>
                <a:lnTo>
                  <a:pt x="524446" y="1830857"/>
                </a:lnTo>
                <a:lnTo>
                  <a:pt x="522592" y="1832724"/>
                </a:lnTo>
                <a:lnTo>
                  <a:pt x="522122" y="1833841"/>
                </a:lnTo>
                <a:lnTo>
                  <a:pt x="522122" y="1836470"/>
                </a:lnTo>
                <a:lnTo>
                  <a:pt x="522592" y="1837588"/>
                </a:lnTo>
                <a:lnTo>
                  <a:pt x="524446" y="1839455"/>
                </a:lnTo>
                <a:lnTo>
                  <a:pt x="525576" y="1839912"/>
                </a:lnTo>
                <a:lnTo>
                  <a:pt x="528205" y="1839912"/>
                </a:lnTo>
                <a:lnTo>
                  <a:pt x="529323" y="1839455"/>
                </a:lnTo>
                <a:lnTo>
                  <a:pt x="531190" y="1837588"/>
                </a:lnTo>
                <a:lnTo>
                  <a:pt x="531647" y="1836470"/>
                </a:lnTo>
                <a:lnTo>
                  <a:pt x="531647" y="1833841"/>
                </a:lnTo>
                <a:close/>
              </a:path>
              <a:path w="4914900" h="3173729">
                <a:moveTo>
                  <a:pt x="531647" y="1786216"/>
                </a:moveTo>
                <a:lnTo>
                  <a:pt x="531190" y="1785099"/>
                </a:lnTo>
                <a:lnTo>
                  <a:pt x="529323" y="1783232"/>
                </a:lnTo>
                <a:lnTo>
                  <a:pt x="528205" y="1782762"/>
                </a:lnTo>
                <a:lnTo>
                  <a:pt x="525576" y="1782762"/>
                </a:lnTo>
                <a:lnTo>
                  <a:pt x="524446" y="1783232"/>
                </a:lnTo>
                <a:lnTo>
                  <a:pt x="522592" y="1785099"/>
                </a:lnTo>
                <a:lnTo>
                  <a:pt x="522122" y="1786216"/>
                </a:lnTo>
                <a:lnTo>
                  <a:pt x="522122" y="1788845"/>
                </a:lnTo>
                <a:lnTo>
                  <a:pt x="522592" y="1789963"/>
                </a:lnTo>
                <a:lnTo>
                  <a:pt x="524446" y="1791830"/>
                </a:lnTo>
                <a:lnTo>
                  <a:pt x="525576" y="1792287"/>
                </a:lnTo>
                <a:lnTo>
                  <a:pt x="528205" y="1792287"/>
                </a:lnTo>
                <a:lnTo>
                  <a:pt x="529323" y="1791830"/>
                </a:lnTo>
                <a:lnTo>
                  <a:pt x="531190" y="1789963"/>
                </a:lnTo>
                <a:lnTo>
                  <a:pt x="531647" y="1788845"/>
                </a:lnTo>
                <a:lnTo>
                  <a:pt x="531647" y="1786216"/>
                </a:lnTo>
                <a:close/>
              </a:path>
              <a:path w="4914900" h="3173729">
                <a:moveTo>
                  <a:pt x="531647" y="1738591"/>
                </a:moveTo>
                <a:lnTo>
                  <a:pt x="531190" y="1737474"/>
                </a:lnTo>
                <a:lnTo>
                  <a:pt x="529323" y="1735607"/>
                </a:lnTo>
                <a:lnTo>
                  <a:pt x="528205" y="1735137"/>
                </a:lnTo>
                <a:lnTo>
                  <a:pt x="525576" y="1735137"/>
                </a:lnTo>
                <a:lnTo>
                  <a:pt x="524446" y="1735607"/>
                </a:lnTo>
                <a:lnTo>
                  <a:pt x="522592" y="1737474"/>
                </a:lnTo>
                <a:lnTo>
                  <a:pt x="522122" y="1738591"/>
                </a:lnTo>
                <a:lnTo>
                  <a:pt x="522122" y="1741220"/>
                </a:lnTo>
                <a:lnTo>
                  <a:pt x="522592" y="1742338"/>
                </a:lnTo>
                <a:lnTo>
                  <a:pt x="524446" y="1744205"/>
                </a:lnTo>
                <a:lnTo>
                  <a:pt x="525576" y="1744662"/>
                </a:lnTo>
                <a:lnTo>
                  <a:pt x="528205" y="1744662"/>
                </a:lnTo>
                <a:lnTo>
                  <a:pt x="529323" y="1744205"/>
                </a:lnTo>
                <a:lnTo>
                  <a:pt x="531190" y="1742338"/>
                </a:lnTo>
                <a:lnTo>
                  <a:pt x="531647" y="1741220"/>
                </a:lnTo>
                <a:lnTo>
                  <a:pt x="531647" y="1738591"/>
                </a:lnTo>
                <a:close/>
              </a:path>
              <a:path w="4914900" h="3173729">
                <a:moveTo>
                  <a:pt x="531647" y="1690966"/>
                </a:moveTo>
                <a:lnTo>
                  <a:pt x="531190" y="1689849"/>
                </a:lnTo>
                <a:lnTo>
                  <a:pt x="529323" y="1687982"/>
                </a:lnTo>
                <a:lnTo>
                  <a:pt x="528205" y="1687512"/>
                </a:lnTo>
                <a:lnTo>
                  <a:pt x="525576" y="1687512"/>
                </a:lnTo>
                <a:lnTo>
                  <a:pt x="524446" y="1687982"/>
                </a:lnTo>
                <a:lnTo>
                  <a:pt x="522592" y="1689849"/>
                </a:lnTo>
                <a:lnTo>
                  <a:pt x="522122" y="1690966"/>
                </a:lnTo>
                <a:lnTo>
                  <a:pt x="522122" y="1693595"/>
                </a:lnTo>
                <a:lnTo>
                  <a:pt x="522592" y="1694713"/>
                </a:lnTo>
                <a:lnTo>
                  <a:pt x="524446" y="1696580"/>
                </a:lnTo>
                <a:lnTo>
                  <a:pt x="525576" y="1697037"/>
                </a:lnTo>
                <a:lnTo>
                  <a:pt x="528205" y="1697037"/>
                </a:lnTo>
                <a:lnTo>
                  <a:pt x="529323" y="1696580"/>
                </a:lnTo>
                <a:lnTo>
                  <a:pt x="531190" y="1694713"/>
                </a:lnTo>
                <a:lnTo>
                  <a:pt x="531647" y="1693595"/>
                </a:lnTo>
                <a:lnTo>
                  <a:pt x="531647" y="1690966"/>
                </a:lnTo>
                <a:close/>
              </a:path>
              <a:path w="4914900" h="3173729">
                <a:moveTo>
                  <a:pt x="531647" y="1643341"/>
                </a:moveTo>
                <a:lnTo>
                  <a:pt x="531190" y="1642224"/>
                </a:lnTo>
                <a:lnTo>
                  <a:pt x="529323" y="1640357"/>
                </a:lnTo>
                <a:lnTo>
                  <a:pt x="528205" y="1639887"/>
                </a:lnTo>
                <a:lnTo>
                  <a:pt x="525576" y="1639887"/>
                </a:lnTo>
                <a:lnTo>
                  <a:pt x="524446" y="1640357"/>
                </a:lnTo>
                <a:lnTo>
                  <a:pt x="522592" y="1642224"/>
                </a:lnTo>
                <a:lnTo>
                  <a:pt x="522122" y="1643341"/>
                </a:lnTo>
                <a:lnTo>
                  <a:pt x="522122" y="1645970"/>
                </a:lnTo>
                <a:lnTo>
                  <a:pt x="522592" y="1647088"/>
                </a:lnTo>
                <a:lnTo>
                  <a:pt x="524446" y="1648955"/>
                </a:lnTo>
                <a:lnTo>
                  <a:pt x="525576" y="1649412"/>
                </a:lnTo>
                <a:lnTo>
                  <a:pt x="528205" y="1649412"/>
                </a:lnTo>
                <a:lnTo>
                  <a:pt x="529323" y="1648955"/>
                </a:lnTo>
                <a:lnTo>
                  <a:pt x="531190" y="1647088"/>
                </a:lnTo>
                <a:lnTo>
                  <a:pt x="531647" y="1645970"/>
                </a:lnTo>
                <a:lnTo>
                  <a:pt x="531647" y="1643341"/>
                </a:lnTo>
                <a:close/>
              </a:path>
              <a:path w="4914900" h="3173729">
                <a:moveTo>
                  <a:pt x="531647" y="1595716"/>
                </a:moveTo>
                <a:lnTo>
                  <a:pt x="531190" y="1594599"/>
                </a:lnTo>
                <a:lnTo>
                  <a:pt x="529323" y="1592732"/>
                </a:lnTo>
                <a:lnTo>
                  <a:pt x="528205" y="1592262"/>
                </a:lnTo>
                <a:lnTo>
                  <a:pt x="525576" y="1592262"/>
                </a:lnTo>
                <a:lnTo>
                  <a:pt x="524446" y="1592732"/>
                </a:lnTo>
                <a:lnTo>
                  <a:pt x="522592" y="1594599"/>
                </a:lnTo>
                <a:lnTo>
                  <a:pt x="522122" y="1595716"/>
                </a:lnTo>
                <a:lnTo>
                  <a:pt x="522122" y="1598345"/>
                </a:lnTo>
                <a:lnTo>
                  <a:pt x="522592" y="1599463"/>
                </a:lnTo>
                <a:lnTo>
                  <a:pt x="524446" y="1601330"/>
                </a:lnTo>
                <a:lnTo>
                  <a:pt x="525576" y="1601787"/>
                </a:lnTo>
                <a:lnTo>
                  <a:pt x="528205" y="1601787"/>
                </a:lnTo>
                <a:lnTo>
                  <a:pt x="529323" y="1601330"/>
                </a:lnTo>
                <a:lnTo>
                  <a:pt x="531190" y="1599463"/>
                </a:lnTo>
                <a:lnTo>
                  <a:pt x="531647" y="1598345"/>
                </a:lnTo>
                <a:lnTo>
                  <a:pt x="531647" y="1595716"/>
                </a:lnTo>
                <a:close/>
              </a:path>
              <a:path w="4914900" h="3173729">
                <a:moveTo>
                  <a:pt x="531647" y="1548091"/>
                </a:moveTo>
                <a:lnTo>
                  <a:pt x="531190" y="1546974"/>
                </a:lnTo>
                <a:lnTo>
                  <a:pt x="529323" y="1545107"/>
                </a:lnTo>
                <a:lnTo>
                  <a:pt x="528205" y="1544637"/>
                </a:lnTo>
                <a:lnTo>
                  <a:pt x="525576" y="1544637"/>
                </a:lnTo>
                <a:lnTo>
                  <a:pt x="524446" y="1545107"/>
                </a:lnTo>
                <a:lnTo>
                  <a:pt x="522592" y="1546974"/>
                </a:lnTo>
                <a:lnTo>
                  <a:pt x="522122" y="1548091"/>
                </a:lnTo>
                <a:lnTo>
                  <a:pt x="522122" y="1550720"/>
                </a:lnTo>
                <a:lnTo>
                  <a:pt x="522592" y="1551838"/>
                </a:lnTo>
                <a:lnTo>
                  <a:pt x="524446" y="1553705"/>
                </a:lnTo>
                <a:lnTo>
                  <a:pt x="525576" y="1554162"/>
                </a:lnTo>
                <a:lnTo>
                  <a:pt x="528205" y="1554162"/>
                </a:lnTo>
                <a:lnTo>
                  <a:pt x="529323" y="1553705"/>
                </a:lnTo>
                <a:lnTo>
                  <a:pt x="531190" y="1551838"/>
                </a:lnTo>
                <a:lnTo>
                  <a:pt x="531647" y="1550720"/>
                </a:lnTo>
                <a:lnTo>
                  <a:pt x="531647" y="1548091"/>
                </a:lnTo>
                <a:close/>
              </a:path>
              <a:path w="4914900" h="3173729">
                <a:moveTo>
                  <a:pt x="531647" y="1500466"/>
                </a:moveTo>
                <a:lnTo>
                  <a:pt x="531190" y="1499349"/>
                </a:lnTo>
                <a:lnTo>
                  <a:pt x="529323" y="1497482"/>
                </a:lnTo>
                <a:lnTo>
                  <a:pt x="528205" y="1497012"/>
                </a:lnTo>
                <a:lnTo>
                  <a:pt x="525576" y="1497012"/>
                </a:lnTo>
                <a:lnTo>
                  <a:pt x="524446" y="1497482"/>
                </a:lnTo>
                <a:lnTo>
                  <a:pt x="522592" y="1499349"/>
                </a:lnTo>
                <a:lnTo>
                  <a:pt x="522122" y="1500466"/>
                </a:lnTo>
                <a:lnTo>
                  <a:pt x="522122" y="1503095"/>
                </a:lnTo>
                <a:lnTo>
                  <a:pt x="522592" y="1504213"/>
                </a:lnTo>
                <a:lnTo>
                  <a:pt x="524446" y="1506080"/>
                </a:lnTo>
                <a:lnTo>
                  <a:pt x="525576" y="1506537"/>
                </a:lnTo>
                <a:lnTo>
                  <a:pt x="528205" y="1506537"/>
                </a:lnTo>
                <a:lnTo>
                  <a:pt x="529323" y="1506080"/>
                </a:lnTo>
                <a:lnTo>
                  <a:pt x="531190" y="1504213"/>
                </a:lnTo>
                <a:lnTo>
                  <a:pt x="531647" y="1503095"/>
                </a:lnTo>
                <a:lnTo>
                  <a:pt x="531647" y="1500466"/>
                </a:lnTo>
                <a:close/>
              </a:path>
              <a:path w="4914900" h="3173729">
                <a:moveTo>
                  <a:pt x="531647" y="1452841"/>
                </a:moveTo>
                <a:lnTo>
                  <a:pt x="531190" y="1451724"/>
                </a:lnTo>
                <a:lnTo>
                  <a:pt x="529323" y="1449857"/>
                </a:lnTo>
                <a:lnTo>
                  <a:pt x="528205" y="1449387"/>
                </a:lnTo>
                <a:lnTo>
                  <a:pt x="525576" y="1449387"/>
                </a:lnTo>
                <a:lnTo>
                  <a:pt x="524446" y="1449857"/>
                </a:lnTo>
                <a:lnTo>
                  <a:pt x="522592" y="1451724"/>
                </a:lnTo>
                <a:lnTo>
                  <a:pt x="522122" y="1452841"/>
                </a:lnTo>
                <a:lnTo>
                  <a:pt x="522122" y="1455470"/>
                </a:lnTo>
                <a:lnTo>
                  <a:pt x="522592" y="1456588"/>
                </a:lnTo>
                <a:lnTo>
                  <a:pt x="524446" y="1458455"/>
                </a:lnTo>
                <a:lnTo>
                  <a:pt x="525576" y="1458912"/>
                </a:lnTo>
                <a:lnTo>
                  <a:pt x="528205" y="1458912"/>
                </a:lnTo>
                <a:lnTo>
                  <a:pt x="529323" y="1458455"/>
                </a:lnTo>
                <a:lnTo>
                  <a:pt x="531190" y="1456588"/>
                </a:lnTo>
                <a:lnTo>
                  <a:pt x="531647" y="1455470"/>
                </a:lnTo>
                <a:lnTo>
                  <a:pt x="531647" y="1452841"/>
                </a:lnTo>
                <a:close/>
              </a:path>
              <a:path w="4914900" h="3173729">
                <a:moveTo>
                  <a:pt x="531647" y="1405216"/>
                </a:moveTo>
                <a:lnTo>
                  <a:pt x="531190" y="1404099"/>
                </a:lnTo>
                <a:lnTo>
                  <a:pt x="529323" y="1402232"/>
                </a:lnTo>
                <a:lnTo>
                  <a:pt x="528205" y="1401762"/>
                </a:lnTo>
                <a:lnTo>
                  <a:pt x="525576" y="1401762"/>
                </a:lnTo>
                <a:lnTo>
                  <a:pt x="524446" y="1402232"/>
                </a:lnTo>
                <a:lnTo>
                  <a:pt x="522592" y="1404099"/>
                </a:lnTo>
                <a:lnTo>
                  <a:pt x="522122" y="1405216"/>
                </a:lnTo>
                <a:lnTo>
                  <a:pt x="522122" y="1407845"/>
                </a:lnTo>
                <a:lnTo>
                  <a:pt x="522592" y="1408963"/>
                </a:lnTo>
                <a:lnTo>
                  <a:pt x="524446" y="1410830"/>
                </a:lnTo>
                <a:lnTo>
                  <a:pt x="525576" y="1411287"/>
                </a:lnTo>
                <a:lnTo>
                  <a:pt x="528205" y="1411287"/>
                </a:lnTo>
                <a:lnTo>
                  <a:pt x="529323" y="1410830"/>
                </a:lnTo>
                <a:lnTo>
                  <a:pt x="531190" y="1408963"/>
                </a:lnTo>
                <a:lnTo>
                  <a:pt x="531647" y="1407845"/>
                </a:lnTo>
                <a:lnTo>
                  <a:pt x="531647" y="1405216"/>
                </a:lnTo>
                <a:close/>
              </a:path>
              <a:path w="4914900" h="3173729">
                <a:moveTo>
                  <a:pt x="531647" y="1357591"/>
                </a:moveTo>
                <a:lnTo>
                  <a:pt x="531190" y="1356474"/>
                </a:lnTo>
                <a:lnTo>
                  <a:pt x="529323" y="1354607"/>
                </a:lnTo>
                <a:lnTo>
                  <a:pt x="528205" y="1354137"/>
                </a:lnTo>
                <a:lnTo>
                  <a:pt x="525576" y="1354137"/>
                </a:lnTo>
                <a:lnTo>
                  <a:pt x="524446" y="1354607"/>
                </a:lnTo>
                <a:lnTo>
                  <a:pt x="522592" y="1356474"/>
                </a:lnTo>
                <a:lnTo>
                  <a:pt x="522122" y="1357591"/>
                </a:lnTo>
                <a:lnTo>
                  <a:pt x="522122" y="1360220"/>
                </a:lnTo>
                <a:lnTo>
                  <a:pt x="522592" y="1361338"/>
                </a:lnTo>
                <a:lnTo>
                  <a:pt x="524446" y="1363205"/>
                </a:lnTo>
                <a:lnTo>
                  <a:pt x="525576" y="1363662"/>
                </a:lnTo>
                <a:lnTo>
                  <a:pt x="528205" y="1363662"/>
                </a:lnTo>
                <a:lnTo>
                  <a:pt x="529323" y="1363205"/>
                </a:lnTo>
                <a:lnTo>
                  <a:pt x="531190" y="1361338"/>
                </a:lnTo>
                <a:lnTo>
                  <a:pt x="531647" y="1360220"/>
                </a:lnTo>
                <a:lnTo>
                  <a:pt x="531647" y="1357591"/>
                </a:lnTo>
                <a:close/>
              </a:path>
              <a:path w="4914900" h="3173729">
                <a:moveTo>
                  <a:pt x="531647" y="1309966"/>
                </a:moveTo>
                <a:lnTo>
                  <a:pt x="531190" y="1308849"/>
                </a:lnTo>
                <a:lnTo>
                  <a:pt x="529323" y="1306982"/>
                </a:lnTo>
                <a:lnTo>
                  <a:pt x="528205" y="1306512"/>
                </a:lnTo>
                <a:lnTo>
                  <a:pt x="525576" y="1306512"/>
                </a:lnTo>
                <a:lnTo>
                  <a:pt x="524446" y="1306982"/>
                </a:lnTo>
                <a:lnTo>
                  <a:pt x="522592" y="1308849"/>
                </a:lnTo>
                <a:lnTo>
                  <a:pt x="522122" y="1309966"/>
                </a:lnTo>
                <a:lnTo>
                  <a:pt x="522122" y="1312595"/>
                </a:lnTo>
                <a:lnTo>
                  <a:pt x="522592" y="1313713"/>
                </a:lnTo>
                <a:lnTo>
                  <a:pt x="524446" y="1315580"/>
                </a:lnTo>
                <a:lnTo>
                  <a:pt x="525576" y="1316037"/>
                </a:lnTo>
                <a:lnTo>
                  <a:pt x="528205" y="1316037"/>
                </a:lnTo>
                <a:lnTo>
                  <a:pt x="529323" y="1315580"/>
                </a:lnTo>
                <a:lnTo>
                  <a:pt x="531190" y="1313713"/>
                </a:lnTo>
                <a:lnTo>
                  <a:pt x="531647" y="1312595"/>
                </a:lnTo>
                <a:lnTo>
                  <a:pt x="531647" y="1309966"/>
                </a:lnTo>
                <a:close/>
              </a:path>
              <a:path w="4914900" h="3173729">
                <a:moveTo>
                  <a:pt x="531647" y="1214716"/>
                </a:moveTo>
                <a:lnTo>
                  <a:pt x="531190" y="1213599"/>
                </a:lnTo>
                <a:lnTo>
                  <a:pt x="529323" y="1211732"/>
                </a:lnTo>
                <a:lnTo>
                  <a:pt x="528205" y="1211262"/>
                </a:lnTo>
                <a:lnTo>
                  <a:pt x="525576" y="1211262"/>
                </a:lnTo>
                <a:lnTo>
                  <a:pt x="524446" y="1211732"/>
                </a:lnTo>
                <a:lnTo>
                  <a:pt x="522592" y="1213599"/>
                </a:lnTo>
                <a:lnTo>
                  <a:pt x="522122" y="1214716"/>
                </a:lnTo>
                <a:lnTo>
                  <a:pt x="522122" y="1217345"/>
                </a:lnTo>
                <a:lnTo>
                  <a:pt x="522592" y="1218463"/>
                </a:lnTo>
                <a:lnTo>
                  <a:pt x="524446" y="1220330"/>
                </a:lnTo>
                <a:lnTo>
                  <a:pt x="525576" y="1220787"/>
                </a:lnTo>
                <a:lnTo>
                  <a:pt x="528205" y="1220787"/>
                </a:lnTo>
                <a:lnTo>
                  <a:pt x="529323" y="1220330"/>
                </a:lnTo>
                <a:lnTo>
                  <a:pt x="531190" y="1218463"/>
                </a:lnTo>
                <a:lnTo>
                  <a:pt x="531647" y="1217345"/>
                </a:lnTo>
                <a:lnTo>
                  <a:pt x="531647" y="1214716"/>
                </a:lnTo>
                <a:close/>
              </a:path>
              <a:path w="4914900" h="3173729">
                <a:moveTo>
                  <a:pt x="531647" y="1167091"/>
                </a:moveTo>
                <a:lnTo>
                  <a:pt x="531190" y="1165974"/>
                </a:lnTo>
                <a:lnTo>
                  <a:pt x="529323" y="1164107"/>
                </a:lnTo>
                <a:lnTo>
                  <a:pt x="528205" y="1163637"/>
                </a:lnTo>
                <a:lnTo>
                  <a:pt x="525576" y="1163637"/>
                </a:lnTo>
                <a:lnTo>
                  <a:pt x="524446" y="1164107"/>
                </a:lnTo>
                <a:lnTo>
                  <a:pt x="522592" y="1165974"/>
                </a:lnTo>
                <a:lnTo>
                  <a:pt x="522122" y="1167091"/>
                </a:lnTo>
                <a:lnTo>
                  <a:pt x="522122" y="1169720"/>
                </a:lnTo>
                <a:lnTo>
                  <a:pt x="522592" y="1170838"/>
                </a:lnTo>
                <a:lnTo>
                  <a:pt x="524446" y="1172705"/>
                </a:lnTo>
                <a:lnTo>
                  <a:pt x="525576" y="1173162"/>
                </a:lnTo>
                <a:lnTo>
                  <a:pt x="528205" y="1173162"/>
                </a:lnTo>
                <a:lnTo>
                  <a:pt x="529323" y="1172705"/>
                </a:lnTo>
                <a:lnTo>
                  <a:pt x="531190" y="1170838"/>
                </a:lnTo>
                <a:lnTo>
                  <a:pt x="531647" y="1169720"/>
                </a:lnTo>
                <a:lnTo>
                  <a:pt x="531647" y="1167091"/>
                </a:lnTo>
                <a:close/>
              </a:path>
              <a:path w="4914900" h="3173729">
                <a:moveTo>
                  <a:pt x="531647" y="1119466"/>
                </a:moveTo>
                <a:lnTo>
                  <a:pt x="531190" y="1118349"/>
                </a:lnTo>
                <a:lnTo>
                  <a:pt x="529323" y="1116482"/>
                </a:lnTo>
                <a:lnTo>
                  <a:pt x="528205" y="1116012"/>
                </a:lnTo>
                <a:lnTo>
                  <a:pt x="525576" y="1116012"/>
                </a:lnTo>
                <a:lnTo>
                  <a:pt x="524446" y="1116482"/>
                </a:lnTo>
                <a:lnTo>
                  <a:pt x="522592" y="1118349"/>
                </a:lnTo>
                <a:lnTo>
                  <a:pt x="522122" y="1119466"/>
                </a:lnTo>
                <a:lnTo>
                  <a:pt x="522122" y="1122095"/>
                </a:lnTo>
                <a:lnTo>
                  <a:pt x="522592" y="1123213"/>
                </a:lnTo>
                <a:lnTo>
                  <a:pt x="524446" y="1125080"/>
                </a:lnTo>
                <a:lnTo>
                  <a:pt x="525576" y="1125537"/>
                </a:lnTo>
                <a:lnTo>
                  <a:pt x="528205" y="1125537"/>
                </a:lnTo>
                <a:lnTo>
                  <a:pt x="529323" y="1125080"/>
                </a:lnTo>
                <a:lnTo>
                  <a:pt x="531190" y="1123213"/>
                </a:lnTo>
                <a:lnTo>
                  <a:pt x="531647" y="1122095"/>
                </a:lnTo>
                <a:lnTo>
                  <a:pt x="531647" y="1119466"/>
                </a:lnTo>
                <a:close/>
              </a:path>
              <a:path w="4914900" h="3173729">
                <a:moveTo>
                  <a:pt x="531647" y="1071841"/>
                </a:moveTo>
                <a:lnTo>
                  <a:pt x="531190" y="1070724"/>
                </a:lnTo>
                <a:lnTo>
                  <a:pt x="529323" y="1068857"/>
                </a:lnTo>
                <a:lnTo>
                  <a:pt x="528205" y="1068387"/>
                </a:lnTo>
                <a:lnTo>
                  <a:pt x="525576" y="1068387"/>
                </a:lnTo>
                <a:lnTo>
                  <a:pt x="524446" y="1068857"/>
                </a:lnTo>
                <a:lnTo>
                  <a:pt x="522592" y="1070724"/>
                </a:lnTo>
                <a:lnTo>
                  <a:pt x="522122" y="1071841"/>
                </a:lnTo>
                <a:lnTo>
                  <a:pt x="522122" y="1074470"/>
                </a:lnTo>
                <a:lnTo>
                  <a:pt x="522592" y="1075588"/>
                </a:lnTo>
                <a:lnTo>
                  <a:pt x="524446" y="1077455"/>
                </a:lnTo>
                <a:lnTo>
                  <a:pt x="525576" y="1077912"/>
                </a:lnTo>
                <a:lnTo>
                  <a:pt x="528205" y="1077912"/>
                </a:lnTo>
                <a:lnTo>
                  <a:pt x="529323" y="1077455"/>
                </a:lnTo>
                <a:lnTo>
                  <a:pt x="531190" y="1075588"/>
                </a:lnTo>
                <a:lnTo>
                  <a:pt x="531647" y="1074470"/>
                </a:lnTo>
                <a:lnTo>
                  <a:pt x="531647" y="1071841"/>
                </a:lnTo>
                <a:close/>
              </a:path>
              <a:path w="4914900" h="3173729">
                <a:moveTo>
                  <a:pt x="531647" y="1024216"/>
                </a:moveTo>
                <a:lnTo>
                  <a:pt x="531190" y="1023099"/>
                </a:lnTo>
                <a:lnTo>
                  <a:pt x="529323" y="1021232"/>
                </a:lnTo>
                <a:lnTo>
                  <a:pt x="528205" y="1020762"/>
                </a:lnTo>
                <a:lnTo>
                  <a:pt x="525576" y="1020762"/>
                </a:lnTo>
                <a:lnTo>
                  <a:pt x="524446" y="1021232"/>
                </a:lnTo>
                <a:lnTo>
                  <a:pt x="522592" y="1023099"/>
                </a:lnTo>
                <a:lnTo>
                  <a:pt x="522122" y="1024216"/>
                </a:lnTo>
                <a:lnTo>
                  <a:pt x="522122" y="1026845"/>
                </a:lnTo>
                <a:lnTo>
                  <a:pt x="522592" y="1027963"/>
                </a:lnTo>
                <a:lnTo>
                  <a:pt x="524446" y="1029830"/>
                </a:lnTo>
                <a:lnTo>
                  <a:pt x="525576" y="1030287"/>
                </a:lnTo>
                <a:lnTo>
                  <a:pt x="528205" y="1030287"/>
                </a:lnTo>
                <a:lnTo>
                  <a:pt x="529323" y="1029830"/>
                </a:lnTo>
                <a:lnTo>
                  <a:pt x="531190" y="1027963"/>
                </a:lnTo>
                <a:lnTo>
                  <a:pt x="531647" y="1026845"/>
                </a:lnTo>
                <a:lnTo>
                  <a:pt x="531647" y="1024216"/>
                </a:lnTo>
                <a:close/>
              </a:path>
              <a:path w="4914900" h="3173729">
                <a:moveTo>
                  <a:pt x="531647" y="976591"/>
                </a:moveTo>
                <a:lnTo>
                  <a:pt x="531190" y="975474"/>
                </a:lnTo>
                <a:lnTo>
                  <a:pt x="529323" y="973607"/>
                </a:lnTo>
                <a:lnTo>
                  <a:pt x="528205" y="973137"/>
                </a:lnTo>
                <a:lnTo>
                  <a:pt x="525576" y="973137"/>
                </a:lnTo>
                <a:lnTo>
                  <a:pt x="524446" y="973607"/>
                </a:lnTo>
                <a:lnTo>
                  <a:pt x="522592" y="975474"/>
                </a:lnTo>
                <a:lnTo>
                  <a:pt x="522122" y="976591"/>
                </a:lnTo>
                <a:lnTo>
                  <a:pt x="522122" y="979220"/>
                </a:lnTo>
                <a:lnTo>
                  <a:pt x="522592" y="980338"/>
                </a:lnTo>
                <a:lnTo>
                  <a:pt x="524446" y="982205"/>
                </a:lnTo>
                <a:lnTo>
                  <a:pt x="525576" y="982662"/>
                </a:lnTo>
                <a:lnTo>
                  <a:pt x="528205" y="982662"/>
                </a:lnTo>
                <a:lnTo>
                  <a:pt x="529323" y="982205"/>
                </a:lnTo>
                <a:lnTo>
                  <a:pt x="531190" y="980338"/>
                </a:lnTo>
                <a:lnTo>
                  <a:pt x="531647" y="979220"/>
                </a:lnTo>
                <a:lnTo>
                  <a:pt x="531647" y="976591"/>
                </a:lnTo>
                <a:close/>
              </a:path>
              <a:path w="4914900" h="3173729">
                <a:moveTo>
                  <a:pt x="531647" y="928966"/>
                </a:moveTo>
                <a:lnTo>
                  <a:pt x="531190" y="927849"/>
                </a:lnTo>
                <a:lnTo>
                  <a:pt x="529323" y="925982"/>
                </a:lnTo>
                <a:lnTo>
                  <a:pt x="528205" y="925512"/>
                </a:lnTo>
                <a:lnTo>
                  <a:pt x="525576" y="925512"/>
                </a:lnTo>
                <a:lnTo>
                  <a:pt x="524446" y="925982"/>
                </a:lnTo>
                <a:lnTo>
                  <a:pt x="522592" y="927849"/>
                </a:lnTo>
                <a:lnTo>
                  <a:pt x="522122" y="928966"/>
                </a:lnTo>
                <a:lnTo>
                  <a:pt x="522122" y="931595"/>
                </a:lnTo>
                <a:lnTo>
                  <a:pt x="522592" y="932713"/>
                </a:lnTo>
                <a:lnTo>
                  <a:pt x="524446" y="934580"/>
                </a:lnTo>
                <a:lnTo>
                  <a:pt x="525576" y="935037"/>
                </a:lnTo>
                <a:lnTo>
                  <a:pt x="528205" y="935037"/>
                </a:lnTo>
                <a:lnTo>
                  <a:pt x="529323" y="934580"/>
                </a:lnTo>
                <a:lnTo>
                  <a:pt x="531190" y="932713"/>
                </a:lnTo>
                <a:lnTo>
                  <a:pt x="531647" y="931595"/>
                </a:lnTo>
                <a:lnTo>
                  <a:pt x="531647" y="928966"/>
                </a:lnTo>
                <a:close/>
              </a:path>
              <a:path w="4914900" h="3173729">
                <a:moveTo>
                  <a:pt x="531647" y="881341"/>
                </a:moveTo>
                <a:lnTo>
                  <a:pt x="531190" y="880224"/>
                </a:lnTo>
                <a:lnTo>
                  <a:pt x="529323" y="878357"/>
                </a:lnTo>
                <a:lnTo>
                  <a:pt x="528205" y="877887"/>
                </a:lnTo>
                <a:lnTo>
                  <a:pt x="525576" y="877887"/>
                </a:lnTo>
                <a:lnTo>
                  <a:pt x="524446" y="878357"/>
                </a:lnTo>
                <a:lnTo>
                  <a:pt x="522592" y="880224"/>
                </a:lnTo>
                <a:lnTo>
                  <a:pt x="522122" y="881341"/>
                </a:lnTo>
                <a:lnTo>
                  <a:pt x="522122" y="883970"/>
                </a:lnTo>
                <a:lnTo>
                  <a:pt x="522592" y="885088"/>
                </a:lnTo>
                <a:lnTo>
                  <a:pt x="524446" y="886955"/>
                </a:lnTo>
                <a:lnTo>
                  <a:pt x="525576" y="887412"/>
                </a:lnTo>
                <a:lnTo>
                  <a:pt x="528205" y="887412"/>
                </a:lnTo>
                <a:lnTo>
                  <a:pt x="529323" y="886955"/>
                </a:lnTo>
                <a:lnTo>
                  <a:pt x="531190" y="885088"/>
                </a:lnTo>
                <a:lnTo>
                  <a:pt x="531647" y="883970"/>
                </a:lnTo>
                <a:lnTo>
                  <a:pt x="531647" y="881341"/>
                </a:lnTo>
                <a:close/>
              </a:path>
              <a:path w="4914900" h="3173729">
                <a:moveTo>
                  <a:pt x="531647" y="833716"/>
                </a:moveTo>
                <a:lnTo>
                  <a:pt x="531190" y="832599"/>
                </a:lnTo>
                <a:lnTo>
                  <a:pt x="529323" y="830732"/>
                </a:lnTo>
                <a:lnTo>
                  <a:pt x="528205" y="830262"/>
                </a:lnTo>
                <a:lnTo>
                  <a:pt x="525576" y="830262"/>
                </a:lnTo>
                <a:lnTo>
                  <a:pt x="524446" y="830732"/>
                </a:lnTo>
                <a:lnTo>
                  <a:pt x="522592" y="832599"/>
                </a:lnTo>
                <a:lnTo>
                  <a:pt x="522122" y="833716"/>
                </a:lnTo>
                <a:lnTo>
                  <a:pt x="522122" y="836345"/>
                </a:lnTo>
                <a:lnTo>
                  <a:pt x="522592" y="837463"/>
                </a:lnTo>
                <a:lnTo>
                  <a:pt x="524446" y="839330"/>
                </a:lnTo>
                <a:lnTo>
                  <a:pt x="525576" y="839787"/>
                </a:lnTo>
                <a:lnTo>
                  <a:pt x="528205" y="839787"/>
                </a:lnTo>
                <a:lnTo>
                  <a:pt x="529323" y="839330"/>
                </a:lnTo>
                <a:lnTo>
                  <a:pt x="531190" y="837463"/>
                </a:lnTo>
                <a:lnTo>
                  <a:pt x="531647" y="836345"/>
                </a:lnTo>
                <a:lnTo>
                  <a:pt x="531647" y="833716"/>
                </a:lnTo>
                <a:close/>
              </a:path>
              <a:path w="4914900" h="3173729">
                <a:moveTo>
                  <a:pt x="531647" y="786091"/>
                </a:moveTo>
                <a:lnTo>
                  <a:pt x="531190" y="784974"/>
                </a:lnTo>
                <a:lnTo>
                  <a:pt x="529323" y="783107"/>
                </a:lnTo>
                <a:lnTo>
                  <a:pt x="528205" y="782637"/>
                </a:lnTo>
                <a:lnTo>
                  <a:pt x="525576" y="782637"/>
                </a:lnTo>
                <a:lnTo>
                  <a:pt x="524446" y="783107"/>
                </a:lnTo>
                <a:lnTo>
                  <a:pt x="522592" y="784974"/>
                </a:lnTo>
                <a:lnTo>
                  <a:pt x="522122" y="786091"/>
                </a:lnTo>
                <a:lnTo>
                  <a:pt x="522122" y="788720"/>
                </a:lnTo>
                <a:lnTo>
                  <a:pt x="522592" y="789838"/>
                </a:lnTo>
                <a:lnTo>
                  <a:pt x="524446" y="791705"/>
                </a:lnTo>
                <a:lnTo>
                  <a:pt x="525576" y="792162"/>
                </a:lnTo>
                <a:lnTo>
                  <a:pt x="528205" y="792162"/>
                </a:lnTo>
                <a:lnTo>
                  <a:pt x="529323" y="791705"/>
                </a:lnTo>
                <a:lnTo>
                  <a:pt x="531190" y="789838"/>
                </a:lnTo>
                <a:lnTo>
                  <a:pt x="531647" y="788720"/>
                </a:lnTo>
                <a:lnTo>
                  <a:pt x="531647" y="786091"/>
                </a:lnTo>
                <a:close/>
              </a:path>
              <a:path w="4914900" h="3173729">
                <a:moveTo>
                  <a:pt x="531647" y="738466"/>
                </a:moveTo>
                <a:lnTo>
                  <a:pt x="531190" y="737349"/>
                </a:lnTo>
                <a:lnTo>
                  <a:pt x="529323" y="735482"/>
                </a:lnTo>
                <a:lnTo>
                  <a:pt x="528205" y="735012"/>
                </a:lnTo>
                <a:lnTo>
                  <a:pt x="525576" y="735012"/>
                </a:lnTo>
                <a:lnTo>
                  <a:pt x="524446" y="735482"/>
                </a:lnTo>
                <a:lnTo>
                  <a:pt x="522592" y="737349"/>
                </a:lnTo>
                <a:lnTo>
                  <a:pt x="522122" y="738466"/>
                </a:lnTo>
                <a:lnTo>
                  <a:pt x="522122" y="741095"/>
                </a:lnTo>
                <a:lnTo>
                  <a:pt x="522592" y="742213"/>
                </a:lnTo>
                <a:lnTo>
                  <a:pt x="524446" y="744080"/>
                </a:lnTo>
                <a:lnTo>
                  <a:pt x="525576" y="744537"/>
                </a:lnTo>
                <a:lnTo>
                  <a:pt x="528205" y="744537"/>
                </a:lnTo>
                <a:lnTo>
                  <a:pt x="529323" y="744080"/>
                </a:lnTo>
                <a:lnTo>
                  <a:pt x="531190" y="742213"/>
                </a:lnTo>
                <a:lnTo>
                  <a:pt x="531647" y="741095"/>
                </a:lnTo>
                <a:lnTo>
                  <a:pt x="531647" y="738466"/>
                </a:lnTo>
                <a:close/>
              </a:path>
              <a:path w="4914900" h="3173729">
                <a:moveTo>
                  <a:pt x="531647" y="690841"/>
                </a:moveTo>
                <a:lnTo>
                  <a:pt x="531190" y="689724"/>
                </a:lnTo>
                <a:lnTo>
                  <a:pt x="529323" y="687857"/>
                </a:lnTo>
                <a:lnTo>
                  <a:pt x="528205" y="687400"/>
                </a:lnTo>
                <a:lnTo>
                  <a:pt x="525576" y="687400"/>
                </a:lnTo>
                <a:lnTo>
                  <a:pt x="524446" y="687857"/>
                </a:lnTo>
                <a:lnTo>
                  <a:pt x="522592" y="689724"/>
                </a:lnTo>
                <a:lnTo>
                  <a:pt x="522122" y="690841"/>
                </a:lnTo>
                <a:lnTo>
                  <a:pt x="522122" y="693470"/>
                </a:lnTo>
                <a:lnTo>
                  <a:pt x="522592" y="694588"/>
                </a:lnTo>
                <a:lnTo>
                  <a:pt x="524446" y="696455"/>
                </a:lnTo>
                <a:lnTo>
                  <a:pt x="525576" y="696912"/>
                </a:lnTo>
                <a:lnTo>
                  <a:pt x="528205" y="696912"/>
                </a:lnTo>
                <a:lnTo>
                  <a:pt x="529323" y="696455"/>
                </a:lnTo>
                <a:lnTo>
                  <a:pt x="531190" y="694588"/>
                </a:lnTo>
                <a:lnTo>
                  <a:pt x="531647" y="693470"/>
                </a:lnTo>
                <a:lnTo>
                  <a:pt x="531647" y="690841"/>
                </a:lnTo>
                <a:close/>
              </a:path>
              <a:path w="4914900" h="3173729">
                <a:moveTo>
                  <a:pt x="531647" y="595591"/>
                </a:moveTo>
                <a:lnTo>
                  <a:pt x="531190" y="594474"/>
                </a:lnTo>
                <a:lnTo>
                  <a:pt x="529323" y="592607"/>
                </a:lnTo>
                <a:lnTo>
                  <a:pt x="528205" y="592137"/>
                </a:lnTo>
                <a:lnTo>
                  <a:pt x="525576" y="592137"/>
                </a:lnTo>
                <a:lnTo>
                  <a:pt x="524446" y="592607"/>
                </a:lnTo>
                <a:lnTo>
                  <a:pt x="522592" y="594474"/>
                </a:lnTo>
                <a:lnTo>
                  <a:pt x="522122" y="595591"/>
                </a:lnTo>
                <a:lnTo>
                  <a:pt x="522122" y="598220"/>
                </a:lnTo>
                <a:lnTo>
                  <a:pt x="522592" y="599338"/>
                </a:lnTo>
                <a:lnTo>
                  <a:pt x="524446" y="601205"/>
                </a:lnTo>
                <a:lnTo>
                  <a:pt x="525576" y="601662"/>
                </a:lnTo>
                <a:lnTo>
                  <a:pt x="528205" y="601662"/>
                </a:lnTo>
                <a:lnTo>
                  <a:pt x="529323" y="601205"/>
                </a:lnTo>
                <a:lnTo>
                  <a:pt x="531190" y="599338"/>
                </a:lnTo>
                <a:lnTo>
                  <a:pt x="531647" y="598220"/>
                </a:lnTo>
                <a:lnTo>
                  <a:pt x="531647" y="595591"/>
                </a:lnTo>
                <a:close/>
              </a:path>
              <a:path w="4914900" h="3173729">
                <a:moveTo>
                  <a:pt x="531647" y="547966"/>
                </a:moveTo>
                <a:lnTo>
                  <a:pt x="531190" y="546849"/>
                </a:lnTo>
                <a:lnTo>
                  <a:pt x="529323" y="544982"/>
                </a:lnTo>
                <a:lnTo>
                  <a:pt x="528205" y="544512"/>
                </a:lnTo>
                <a:lnTo>
                  <a:pt x="525576" y="544512"/>
                </a:lnTo>
                <a:lnTo>
                  <a:pt x="524446" y="544982"/>
                </a:lnTo>
                <a:lnTo>
                  <a:pt x="522592" y="546849"/>
                </a:lnTo>
                <a:lnTo>
                  <a:pt x="522122" y="547966"/>
                </a:lnTo>
                <a:lnTo>
                  <a:pt x="522122" y="550595"/>
                </a:lnTo>
                <a:lnTo>
                  <a:pt x="522592" y="551713"/>
                </a:lnTo>
                <a:lnTo>
                  <a:pt x="524446" y="553580"/>
                </a:lnTo>
                <a:lnTo>
                  <a:pt x="525576" y="554037"/>
                </a:lnTo>
                <a:lnTo>
                  <a:pt x="528205" y="554037"/>
                </a:lnTo>
                <a:lnTo>
                  <a:pt x="529323" y="553580"/>
                </a:lnTo>
                <a:lnTo>
                  <a:pt x="531190" y="551713"/>
                </a:lnTo>
                <a:lnTo>
                  <a:pt x="531647" y="550595"/>
                </a:lnTo>
                <a:lnTo>
                  <a:pt x="531647" y="547966"/>
                </a:lnTo>
                <a:close/>
              </a:path>
              <a:path w="4914900" h="3173729">
                <a:moveTo>
                  <a:pt x="531647" y="500341"/>
                </a:moveTo>
                <a:lnTo>
                  <a:pt x="531190" y="499224"/>
                </a:lnTo>
                <a:lnTo>
                  <a:pt x="529323" y="497357"/>
                </a:lnTo>
                <a:lnTo>
                  <a:pt x="528205" y="496900"/>
                </a:lnTo>
                <a:lnTo>
                  <a:pt x="525576" y="496900"/>
                </a:lnTo>
                <a:lnTo>
                  <a:pt x="524446" y="497357"/>
                </a:lnTo>
                <a:lnTo>
                  <a:pt x="522592" y="499224"/>
                </a:lnTo>
                <a:lnTo>
                  <a:pt x="522122" y="500341"/>
                </a:lnTo>
                <a:lnTo>
                  <a:pt x="522122" y="502970"/>
                </a:lnTo>
                <a:lnTo>
                  <a:pt x="522592" y="504088"/>
                </a:lnTo>
                <a:lnTo>
                  <a:pt x="524446" y="505955"/>
                </a:lnTo>
                <a:lnTo>
                  <a:pt x="525576" y="506412"/>
                </a:lnTo>
                <a:lnTo>
                  <a:pt x="528205" y="506412"/>
                </a:lnTo>
                <a:lnTo>
                  <a:pt x="529323" y="505955"/>
                </a:lnTo>
                <a:lnTo>
                  <a:pt x="531190" y="504088"/>
                </a:lnTo>
                <a:lnTo>
                  <a:pt x="531647" y="502970"/>
                </a:lnTo>
                <a:lnTo>
                  <a:pt x="531647" y="500341"/>
                </a:lnTo>
                <a:close/>
              </a:path>
              <a:path w="4914900" h="3173729">
                <a:moveTo>
                  <a:pt x="531647" y="452716"/>
                </a:moveTo>
                <a:lnTo>
                  <a:pt x="531190" y="451599"/>
                </a:lnTo>
                <a:lnTo>
                  <a:pt x="529323" y="449732"/>
                </a:lnTo>
                <a:lnTo>
                  <a:pt x="528205" y="449275"/>
                </a:lnTo>
                <a:lnTo>
                  <a:pt x="525576" y="449275"/>
                </a:lnTo>
                <a:lnTo>
                  <a:pt x="524446" y="449732"/>
                </a:lnTo>
                <a:lnTo>
                  <a:pt x="522592" y="451599"/>
                </a:lnTo>
                <a:lnTo>
                  <a:pt x="522122" y="452716"/>
                </a:lnTo>
                <a:lnTo>
                  <a:pt x="522122" y="455345"/>
                </a:lnTo>
                <a:lnTo>
                  <a:pt x="522592" y="456463"/>
                </a:lnTo>
                <a:lnTo>
                  <a:pt x="524446" y="458330"/>
                </a:lnTo>
                <a:lnTo>
                  <a:pt x="525576" y="458787"/>
                </a:lnTo>
                <a:lnTo>
                  <a:pt x="528205" y="458787"/>
                </a:lnTo>
                <a:lnTo>
                  <a:pt x="529323" y="458330"/>
                </a:lnTo>
                <a:lnTo>
                  <a:pt x="531190" y="456463"/>
                </a:lnTo>
                <a:lnTo>
                  <a:pt x="531647" y="455345"/>
                </a:lnTo>
                <a:lnTo>
                  <a:pt x="531647" y="452716"/>
                </a:lnTo>
                <a:close/>
              </a:path>
              <a:path w="4914900" h="3173729">
                <a:moveTo>
                  <a:pt x="531647" y="405091"/>
                </a:moveTo>
                <a:lnTo>
                  <a:pt x="531190" y="403974"/>
                </a:lnTo>
                <a:lnTo>
                  <a:pt x="529323" y="402107"/>
                </a:lnTo>
                <a:lnTo>
                  <a:pt x="528205" y="401650"/>
                </a:lnTo>
                <a:lnTo>
                  <a:pt x="525576" y="401650"/>
                </a:lnTo>
                <a:lnTo>
                  <a:pt x="524446" y="402107"/>
                </a:lnTo>
                <a:lnTo>
                  <a:pt x="522592" y="403974"/>
                </a:lnTo>
                <a:lnTo>
                  <a:pt x="522122" y="405091"/>
                </a:lnTo>
                <a:lnTo>
                  <a:pt x="522122" y="407720"/>
                </a:lnTo>
                <a:lnTo>
                  <a:pt x="522592" y="408838"/>
                </a:lnTo>
                <a:lnTo>
                  <a:pt x="524446" y="410705"/>
                </a:lnTo>
                <a:lnTo>
                  <a:pt x="525576" y="411162"/>
                </a:lnTo>
                <a:lnTo>
                  <a:pt x="528205" y="411162"/>
                </a:lnTo>
                <a:lnTo>
                  <a:pt x="529323" y="410705"/>
                </a:lnTo>
                <a:lnTo>
                  <a:pt x="531190" y="408838"/>
                </a:lnTo>
                <a:lnTo>
                  <a:pt x="531647" y="407720"/>
                </a:lnTo>
                <a:lnTo>
                  <a:pt x="531647" y="405091"/>
                </a:lnTo>
                <a:close/>
              </a:path>
              <a:path w="4914900" h="3173729">
                <a:moveTo>
                  <a:pt x="531647" y="357466"/>
                </a:moveTo>
                <a:lnTo>
                  <a:pt x="531190" y="356349"/>
                </a:lnTo>
                <a:lnTo>
                  <a:pt x="529323" y="354482"/>
                </a:lnTo>
                <a:lnTo>
                  <a:pt x="528205" y="354025"/>
                </a:lnTo>
                <a:lnTo>
                  <a:pt x="525576" y="354025"/>
                </a:lnTo>
                <a:lnTo>
                  <a:pt x="524446" y="354482"/>
                </a:lnTo>
                <a:lnTo>
                  <a:pt x="522592" y="356349"/>
                </a:lnTo>
                <a:lnTo>
                  <a:pt x="522122" y="357466"/>
                </a:lnTo>
                <a:lnTo>
                  <a:pt x="522122" y="360095"/>
                </a:lnTo>
                <a:lnTo>
                  <a:pt x="522592" y="361213"/>
                </a:lnTo>
                <a:lnTo>
                  <a:pt x="524446" y="363080"/>
                </a:lnTo>
                <a:lnTo>
                  <a:pt x="525576" y="363537"/>
                </a:lnTo>
                <a:lnTo>
                  <a:pt x="528205" y="363537"/>
                </a:lnTo>
                <a:lnTo>
                  <a:pt x="529323" y="363080"/>
                </a:lnTo>
                <a:lnTo>
                  <a:pt x="531190" y="361213"/>
                </a:lnTo>
                <a:lnTo>
                  <a:pt x="531647" y="360095"/>
                </a:lnTo>
                <a:lnTo>
                  <a:pt x="531647" y="357466"/>
                </a:lnTo>
                <a:close/>
              </a:path>
              <a:path w="4914900" h="3173729">
                <a:moveTo>
                  <a:pt x="531647" y="309841"/>
                </a:moveTo>
                <a:lnTo>
                  <a:pt x="531190" y="308724"/>
                </a:lnTo>
                <a:lnTo>
                  <a:pt x="529323" y="306857"/>
                </a:lnTo>
                <a:lnTo>
                  <a:pt x="528205" y="306387"/>
                </a:lnTo>
                <a:lnTo>
                  <a:pt x="525576" y="306387"/>
                </a:lnTo>
                <a:lnTo>
                  <a:pt x="524446" y="306857"/>
                </a:lnTo>
                <a:lnTo>
                  <a:pt x="522592" y="308724"/>
                </a:lnTo>
                <a:lnTo>
                  <a:pt x="522122" y="309841"/>
                </a:lnTo>
                <a:lnTo>
                  <a:pt x="522122" y="312470"/>
                </a:lnTo>
                <a:lnTo>
                  <a:pt x="522592" y="313588"/>
                </a:lnTo>
                <a:lnTo>
                  <a:pt x="524446" y="315455"/>
                </a:lnTo>
                <a:lnTo>
                  <a:pt x="525576" y="315912"/>
                </a:lnTo>
                <a:lnTo>
                  <a:pt x="528205" y="315912"/>
                </a:lnTo>
                <a:lnTo>
                  <a:pt x="529323" y="315455"/>
                </a:lnTo>
                <a:lnTo>
                  <a:pt x="531190" y="313588"/>
                </a:lnTo>
                <a:lnTo>
                  <a:pt x="531647" y="312470"/>
                </a:lnTo>
                <a:lnTo>
                  <a:pt x="531647" y="309841"/>
                </a:lnTo>
                <a:close/>
              </a:path>
              <a:path w="4914900" h="3173729">
                <a:moveTo>
                  <a:pt x="531647" y="262216"/>
                </a:moveTo>
                <a:lnTo>
                  <a:pt x="531190" y="261099"/>
                </a:lnTo>
                <a:lnTo>
                  <a:pt x="529323" y="259232"/>
                </a:lnTo>
                <a:lnTo>
                  <a:pt x="528205" y="258775"/>
                </a:lnTo>
                <a:lnTo>
                  <a:pt x="525576" y="258775"/>
                </a:lnTo>
                <a:lnTo>
                  <a:pt x="524446" y="259232"/>
                </a:lnTo>
                <a:lnTo>
                  <a:pt x="522592" y="261099"/>
                </a:lnTo>
                <a:lnTo>
                  <a:pt x="522122" y="262216"/>
                </a:lnTo>
                <a:lnTo>
                  <a:pt x="522122" y="264845"/>
                </a:lnTo>
                <a:lnTo>
                  <a:pt x="522592" y="265963"/>
                </a:lnTo>
                <a:lnTo>
                  <a:pt x="524446" y="267830"/>
                </a:lnTo>
                <a:lnTo>
                  <a:pt x="525576" y="268287"/>
                </a:lnTo>
                <a:lnTo>
                  <a:pt x="528205" y="268287"/>
                </a:lnTo>
                <a:lnTo>
                  <a:pt x="529323" y="267830"/>
                </a:lnTo>
                <a:lnTo>
                  <a:pt x="531190" y="265963"/>
                </a:lnTo>
                <a:lnTo>
                  <a:pt x="531647" y="264845"/>
                </a:lnTo>
                <a:lnTo>
                  <a:pt x="531647" y="262216"/>
                </a:lnTo>
                <a:close/>
              </a:path>
              <a:path w="4914900" h="3173729">
                <a:moveTo>
                  <a:pt x="531647" y="214591"/>
                </a:moveTo>
                <a:lnTo>
                  <a:pt x="531190" y="213474"/>
                </a:lnTo>
                <a:lnTo>
                  <a:pt x="529323" y="211607"/>
                </a:lnTo>
                <a:lnTo>
                  <a:pt x="528205" y="211150"/>
                </a:lnTo>
                <a:lnTo>
                  <a:pt x="525576" y="211150"/>
                </a:lnTo>
                <a:lnTo>
                  <a:pt x="524446" y="211607"/>
                </a:lnTo>
                <a:lnTo>
                  <a:pt x="522592" y="213474"/>
                </a:lnTo>
                <a:lnTo>
                  <a:pt x="522122" y="214591"/>
                </a:lnTo>
                <a:lnTo>
                  <a:pt x="522122" y="217220"/>
                </a:lnTo>
                <a:lnTo>
                  <a:pt x="522592" y="218338"/>
                </a:lnTo>
                <a:lnTo>
                  <a:pt x="524446" y="220205"/>
                </a:lnTo>
                <a:lnTo>
                  <a:pt x="525576" y="220662"/>
                </a:lnTo>
                <a:lnTo>
                  <a:pt x="528205" y="220662"/>
                </a:lnTo>
                <a:lnTo>
                  <a:pt x="529323" y="220205"/>
                </a:lnTo>
                <a:lnTo>
                  <a:pt x="531190" y="218338"/>
                </a:lnTo>
                <a:lnTo>
                  <a:pt x="531647" y="217220"/>
                </a:lnTo>
                <a:lnTo>
                  <a:pt x="531647" y="214591"/>
                </a:lnTo>
                <a:close/>
              </a:path>
              <a:path w="4914900" h="3173729">
                <a:moveTo>
                  <a:pt x="531647" y="166966"/>
                </a:moveTo>
                <a:lnTo>
                  <a:pt x="531190" y="165849"/>
                </a:lnTo>
                <a:lnTo>
                  <a:pt x="529323" y="163982"/>
                </a:lnTo>
                <a:lnTo>
                  <a:pt x="528205" y="163525"/>
                </a:lnTo>
                <a:lnTo>
                  <a:pt x="525576" y="163525"/>
                </a:lnTo>
                <a:lnTo>
                  <a:pt x="524446" y="163982"/>
                </a:lnTo>
                <a:lnTo>
                  <a:pt x="522592" y="165849"/>
                </a:lnTo>
                <a:lnTo>
                  <a:pt x="522122" y="166966"/>
                </a:lnTo>
                <a:lnTo>
                  <a:pt x="522122" y="169595"/>
                </a:lnTo>
                <a:lnTo>
                  <a:pt x="522592" y="170713"/>
                </a:lnTo>
                <a:lnTo>
                  <a:pt x="524446" y="172580"/>
                </a:lnTo>
                <a:lnTo>
                  <a:pt x="525576" y="173037"/>
                </a:lnTo>
                <a:lnTo>
                  <a:pt x="528205" y="173037"/>
                </a:lnTo>
                <a:lnTo>
                  <a:pt x="529323" y="172580"/>
                </a:lnTo>
                <a:lnTo>
                  <a:pt x="531190" y="170713"/>
                </a:lnTo>
                <a:lnTo>
                  <a:pt x="531647" y="169595"/>
                </a:lnTo>
                <a:lnTo>
                  <a:pt x="531647" y="166966"/>
                </a:lnTo>
                <a:close/>
              </a:path>
              <a:path w="4914900" h="3173729">
                <a:moveTo>
                  <a:pt x="531647" y="119341"/>
                </a:moveTo>
                <a:lnTo>
                  <a:pt x="531190" y="118224"/>
                </a:lnTo>
                <a:lnTo>
                  <a:pt x="529323" y="116357"/>
                </a:lnTo>
                <a:lnTo>
                  <a:pt x="528205" y="115900"/>
                </a:lnTo>
                <a:lnTo>
                  <a:pt x="525576" y="115900"/>
                </a:lnTo>
                <a:lnTo>
                  <a:pt x="524446" y="116357"/>
                </a:lnTo>
                <a:lnTo>
                  <a:pt x="522592" y="118224"/>
                </a:lnTo>
                <a:lnTo>
                  <a:pt x="522122" y="119341"/>
                </a:lnTo>
                <a:lnTo>
                  <a:pt x="522122" y="121970"/>
                </a:lnTo>
                <a:lnTo>
                  <a:pt x="522592" y="123088"/>
                </a:lnTo>
                <a:lnTo>
                  <a:pt x="524446" y="124955"/>
                </a:lnTo>
                <a:lnTo>
                  <a:pt x="525576" y="125412"/>
                </a:lnTo>
                <a:lnTo>
                  <a:pt x="528205" y="125412"/>
                </a:lnTo>
                <a:lnTo>
                  <a:pt x="529323" y="124955"/>
                </a:lnTo>
                <a:lnTo>
                  <a:pt x="531190" y="123088"/>
                </a:lnTo>
                <a:lnTo>
                  <a:pt x="531647" y="121970"/>
                </a:lnTo>
                <a:lnTo>
                  <a:pt x="531647" y="119341"/>
                </a:lnTo>
                <a:close/>
              </a:path>
              <a:path w="4914900" h="3173729">
                <a:moveTo>
                  <a:pt x="531647" y="71716"/>
                </a:moveTo>
                <a:lnTo>
                  <a:pt x="531190" y="70599"/>
                </a:lnTo>
                <a:lnTo>
                  <a:pt x="529323" y="68732"/>
                </a:lnTo>
                <a:lnTo>
                  <a:pt x="528205" y="68262"/>
                </a:lnTo>
                <a:lnTo>
                  <a:pt x="525576" y="68262"/>
                </a:lnTo>
                <a:lnTo>
                  <a:pt x="524446" y="68732"/>
                </a:lnTo>
                <a:lnTo>
                  <a:pt x="522592" y="70599"/>
                </a:lnTo>
                <a:lnTo>
                  <a:pt x="522122" y="71716"/>
                </a:lnTo>
                <a:lnTo>
                  <a:pt x="522122" y="74345"/>
                </a:lnTo>
                <a:lnTo>
                  <a:pt x="522592" y="75463"/>
                </a:lnTo>
                <a:lnTo>
                  <a:pt x="524446" y="77330"/>
                </a:lnTo>
                <a:lnTo>
                  <a:pt x="525576" y="77787"/>
                </a:lnTo>
                <a:lnTo>
                  <a:pt x="528205" y="77787"/>
                </a:lnTo>
                <a:lnTo>
                  <a:pt x="529323" y="77330"/>
                </a:lnTo>
                <a:lnTo>
                  <a:pt x="531190" y="75463"/>
                </a:lnTo>
                <a:lnTo>
                  <a:pt x="531647" y="74345"/>
                </a:lnTo>
                <a:lnTo>
                  <a:pt x="531647" y="71716"/>
                </a:lnTo>
                <a:close/>
              </a:path>
              <a:path w="4914900" h="3173729">
                <a:moveTo>
                  <a:pt x="531647" y="24091"/>
                </a:moveTo>
                <a:lnTo>
                  <a:pt x="531190" y="22974"/>
                </a:lnTo>
                <a:lnTo>
                  <a:pt x="529323" y="21107"/>
                </a:lnTo>
                <a:lnTo>
                  <a:pt x="528205" y="20650"/>
                </a:lnTo>
                <a:lnTo>
                  <a:pt x="525576" y="20650"/>
                </a:lnTo>
                <a:lnTo>
                  <a:pt x="524446" y="21107"/>
                </a:lnTo>
                <a:lnTo>
                  <a:pt x="522592" y="22974"/>
                </a:lnTo>
                <a:lnTo>
                  <a:pt x="522122" y="24091"/>
                </a:lnTo>
                <a:lnTo>
                  <a:pt x="522122" y="26720"/>
                </a:lnTo>
                <a:lnTo>
                  <a:pt x="522592" y="27838"/>
                </a:lnTo>
                <a:lnTo>
                  <a:pt x="524446" y="29705"/>
                </a:lnTo>
                <a:lnTo>
                  <a:pt x="525576" y="30162"/>
                </a:lnTo>
                <a:lnTo>
                  <a:pt x="528205" y="30162"/>
                </a:lnTo>
                <a:lnTo>
                  <a:pt x="529323" y="29705"/>
                </a:lnTo>
                <a:lnTo>
                  <a:pt x="531190" y="27838"/>
                </a:lnTo>
                <a:lnTo>
                  <a:pt x="531647" y="26720"/>
                </a:lnTo>
                <a:lnTo>
                  <a:pt x="531647" y="24091"/>
                </a:lnTo>
                <a:close/>
              </a:path>
              <a:path w="4914900" h="3173729">
                <a:moveTo>
                  <a:pt x="533400" y="2530754"/>
                </a:moveTo>
                <a:lnTo>
                  <a:pt x="532942" y="2529636"/>
                </a:lnTo>
                <a:lnTo>
                  <a:pt x="531075" y="2527770"/>
                </a:lnTo>
                <a:lnTo>
                  <a:pt x="529958" y="2527300"/>
                </a:lnTo>
                <a:lnTo>
                  <a:pt x="527329" y="2527300"/>
                </a:lnTo>
                <a:lnTo>
                  <a:pt x="526211" y="2527770"/>
                </a:lnTo>
                <a:lnTo>
                  <a:pt x="524344" y="2529636"/>
                </a:lnTo>
                <a:lnTo>
                  <a:pt x="523875" y="2530754"/>
                </a:lnTo>
                <a:lnTo>
                  <a:pt x="523875" y="2533383"/>
                </a:lnTo>
                <a:lnTo>
                  <a:pt x="524344" y="2534501"/>
                </a:lnTo>
                <a:lnTo>
                  <a:pt x="526211" y="2536367"/>
                </a:lnTo>
                <a:lnTo>
                  <a:pt x="527329" y="2536825"/>
                </a:lnTo>
                <a:lnTo>
                  <a:pt x="529958" y="2536825"/>
                </a:lnTo>
                <a:lnTo>
                  <a:pt x="531075" y="2536367"/>
                </a:lnTo>
                <a:lnTo>
                  <a:pt x="532942" y="2534501"/>
                </a:lnTo>
                <a:lnTo>
                  <a:pt x="533400" y="2533383"/>
                </a:lnTo>
                <a:lnTo>
                  <a:pt x="533400" y="2530754"/>
                </a:lnTo>
                <a:close/>
              </a:path>
              <a:path w="4914900" h="3173729">
                <a:moveTo>
                  <a:pt x="533400" y="1898929"/>
                </a:moveTo>
                <a:lnTo>
                  <a:pt x="532942" y="1897811"/>
                </a:lnTo>
                <a:lnTo>
                  <a:pt x="531075" y="1895944"/>
                </a:lnTo>
                <a:lnTo>
                  <a:pt x="529958" y="1895475"/>
                </a:lnTo>
                <a:lnTo>
                  <a:pt x="527329" y="1895475"/>
                </a:lnTo>
                <a:lnTo>
                  <a:pt x="526211" y="1895944"/>
                </a:lnTo>
                <a:lnTo>
                  <a:pt x="524344" y="1897811"/>
                </a:lnTo>
                <a:lnTo>
                  <a:pt x="523875" y="1898929"/>
                </a:lnTo>
                <a:lnTo>
                  <a:pt x="523875" y="1901558"/>
                </a:lnTo>
                <a:lnTo>
                  <a:pt x="524344" y="1902675"/>
                </a:lnTo>
                <a:lnTo>
                  <a:pt x="526211" y="1904542"/>
                </a:lnTo>
                <a:lnTo>
                  <a:pt x="527329" y="1905000"/>
                </a:lnTo>
                <a:lnTo>
                  <a:pt x="529958" y="1905000"/>
                </a:lnTo>
                <a:lnTo>
                  <a:pt x="531075" y="1904542"/>
                </a:lnTo>
                <a:lnTo>
                  <a:pt x="532942" y="1902675"/>
                </a:lnTo>
                <a:lnTo>
                  <a:pt x="533400" y="1901558"/>
                </a:lnTo>
                <a:lnTo>
                  <a:pt x="533400" y="1898929"/>
                </a:lnTo>
                <a:close/>
              </a:path>
              <a:path w="4914900" h="3173729">
                <a:moveTo>
                  <a:pt x="533400" y="1267104"/>
                </a:moveTo>
                <a:lnTo>
                  <a:pt x="532942" y="1265986"/>
                </a:lnTo>
                <a:lnTo>
                  <a:pt x="531647" y="1264691"/>
                </a:lnTo>
                <a:lnTo>
                  <a:pt x="531647" y="1262341"/>
                </a:lnTo>
                <a:lnTo>
                  <a:pt x="531190" y="1261224"/>
                </a:lnTo>
                <a:lnTo>
                  <a:pt x="529323" y="1259357"/>
                </a:lnTo>
                <a:lnTo>
                  <a:pt x="528205" y="1258887"/>
                </a:lnTo>
                <a:lnTo>
                  <a:pt x="525576" y="1258887"/>
                </a:lnTo>
                <a:lnTo>
                  <a:pt x="524446" y="1259357"/>
                </a:lnTo>
                <a:lnTo>
                  <a:pt x="522592" y="1261224"/>
                </a:lnTo>
                <a:lnTo>
                  <a:pt x="522122" y="1262341"/>
                </a:lnTo>
                <a:lnTo>
                  <a:pt x="522122" y="1264970"/>
                </a:lnTo>
                <a:lnTo>
                  <a:pt x="522592" y="1266088"/>
                </a:lnTo>
                <a:lnTo>
                  <a:pt x="523875" y="1267383"/>
                </a:lnTo>
                <a:lnTo>
                  <a:pt x="523875" y="1269733"/>
                </a:lnTo>
                <a:lnTo>
                  <a:pt x="524344" y="1270850"/>
                </a:lnTo>
                <a:lnTo>
                  <a:pt x="526211" y="1272717"/>
                </a:lnTo>
                <a:lnTo>
                  <a:pt x="527329" y="1273175"/>
                </a:lnTo>
                <a:lnTo>
                  <a:pt x="529958" y="1273175"/>
                </a:lnTo>
                <a:lnTo>
                  <a:pt x="531075" y="1272717"/>
                </a:lnTo>
                <a:lnTo>
                  <a:pt x="532942" y="1270850"/>
                </a:lnTo>
                <a:lnTo>
                  <a:pt x="533400" y="1269733"/>
                </a:lnTo>
                <a:lnTo>
                  <a:pt x="533400" y="1267104"/>
                </a:lnTo>
                <a:close/>
              </a:path>
              <a:path w="4914900" h="3173729">
                <a:moveTo>
                  <a:pt x="533400" y="635279"/>
                </a:moveTo>
                <a:lnTo>
                  <a:pt x="532942" y="634161"/>
                </a:lnTo>
                <a:lnTo>
                  <a:pt x="531075" y="632294"/>
                </a:lnTo>
                <a:lnTo>
                  <a:pt x="529958" y="631837"/>
                </a:lnTo>
                <a:lnTo>
                  <a:pt x="527329" y="631837"/>
                </a:lnTo>
                <a:lnTo>
                  <a:pt x="526211" y="632294"/>
                </a:lnTo>
                <a:lnTo>
                  <a:pt x="524344" y="634161"/>
                </a:lnTo>
                <a:lnTo>
                  <a:pt x="523875" y="635279"/>
                </a:lnTo>
                <a:lnTo>
                  <a:pt x="523875" y="637908"/>
                </a:lnTo>
                <a:lnTo>
                  <a:pt x="524344" y="639025"/>
                </a:lnTo>
                <a:lnTo>
                  <a:pt x="525221" y="639914"/>
                </a:lnTo>
                <a:lnTo>
                  <a:pt x="524446" y="640232"/>
                </a:lnTo>
                <a:lnTo>
                  <a:pt x="522592" y="642099"/>
                </a:lnTo>
                <a:lnTo>
                  <a:pt x="522122" y="643216"/>
                </a:lnTo>
                <a:lnTo>
                  <a:pt x="522122" y="645845"/>
                </a:lnTo>
                <a:lnTo>
                  <a:pt x="522592" y="646963"/>
                </a:lnTo>
                <a:lnTo>
                  <a:pt x="524446" y="648830"/>
                </a:lnTo>
                <a:lnTo>
                  <a:pt x="525576" y="649287"/>
                </a:lnTo>
                <a:lnTo>
                  <a:pt x="528205" y="649287"/>
                </a:lnTo>
                <a:lnTo>
                  <a:pt x="529323" y="648830"/>
                </a:lnTo>
                <a:lnTo>
                  <a:pt x="531190" y="646963"/>
                </a:lnTo>
                <a:lnTo>
                  <a:pt x="531647" y="645845"/>
                </a:lnTo>
                <a:lnTo>
                  <a:pt x="531647" y="643216"/>
                </a:lnTo>
                <a:lnTo>
                  <a:pt x="531190" y="642099"/>
                </a:lnTo>
                <a:lnTo>
                  <a:pt x="530301" y="641223"/>
                </a:lnTo>
                <a:lnTo>
                  <a:pt x="531075" y="640892"/>
                </a:lnTo>
                <a:lnTo>
                  <a:pt x="532942" y="639025"/>
                </a:lnTo>
                <a:lnTo>
                  <a:pt x="533400" y="637908"/>
                </a:lnTo>
                <a:lnTo>
                  <a:pt x="533400" y="635279"/>
                </a:lnTo>
                <a:close/>
              </a:path>
              <a:path w="4914900" h="3173729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4914900" h="3173729">
                <a:moveTo>
                  <a:pt x="581025" y="2530754"/>
                </a:moveTo>
                <a:lnTo>
                  <a:pt x="580567" y="2529636"/>
                </a:lnTo>
                <a:lnTo>
                  <a:pt x="578700" y="2527770"/>
                </a:lnTo>
                <a:lnTo>
                  <a:pt x="577583" y="2527300"/>
                </a:lnTo>
                <a:lnTo>
                  <a:pt x="574954" y="2527300"/>
                </a:lnTo>
                <a:lnTo>
                  <a:pt x="573836" y="2527770"/>
                </a:lnTo>
                <a:lnTo>
                  <a:pt x="571969" y="2529636"/>
                </a:lnTo>
                <a:lnTo>
                  <a:pt x="571500" y="2530754"/>
                </a:lnTo>
                <a:lnTo>
                  <a:pt x="571500" y="2533383"/>
                </a:lnTo>
                <a:lnTo>
                  <a:pt x="571969" y="2534501"/>
                </a:lnTo>
                <a:lnTo>
                  <a:pt x="573836" y="2536367"/>
                </a:lnTo>
                <a:lnTo>
                  <a:pt x="574954" y="2536825"/>
                </a:lnTo>
                <a:lnTo>
                  <a:pt x="577583" y="2536825"/>
                </a:lnTo>
                <a:lnTo>
                  <a:pt x="578700" y="2536367"/>
                </a:lnTo>
                <a:lnTo>
                  <a:pt x="580567" y="2534501"/>
                </a:lnTo>
                <a:lnTo>
                  <a:pt x="581025" y="2533383"/>
                </a:lnTo>
                <a:lnTo>
                  <a:pt x="581025" y="2530754"/>
                </a:lnTo>
                <a:close/>
              </a:path>
              <a:path w="4914900" h="3173729">
                <a:moveTo>
                  <a:pt x="581025" y="1898929"/>
                </a:moveTo>
                <a:lnTo>
                  <a:pt x="580567" y="1897811"/>
                </a:lnTo>
                <a:lnTo>
                  <a:pt x="578700" y="1895944"/>
                </a:lnTo>
                <a:lnTo>
                  <a:pt x="577583" y="1895475"/>
                </a:lnTo>
                <a:lnTo>
                  <a:pt x="574954" y="1895475"/>
                </a:lnTo>
                <a:lnTo>
                  <a:pt x="573836" y="1895944"/>
                </a:lnTo>
                <a:lnTo>
                  <a:pt x="571969" y="1897811"/>
                </a:lnTo>
                <a:lnTo>
                  <a:pt x="571500" y="1898929"/>
                </a:lnTo>
                <a:lnTo>
                  <a:pt x="571500" y="1901558"/>
                </a:lnTo>
                <a:lnTo>
                  <a:pt x="571969" y="1902675"/>
                </a:lnTo>
                <a:lnTo>
                  <a:pt x="573836" y="1904542"/>
                </a:lnTo>
                <a:lnTo>
                  <a:pt x="574954" y="1905000"/>
                </a:lnTo>
                <a:lnTo>
                  <a:pt x="577583" y="1905000"/>
                </a:lnTo>
                <a:lnTo>
                  <a:pt x="578700" y="1904542"/>
                </a:lnTo>
                <a:lnTo>
                  <a:pt x="580567" y="1902675"/>
                </a:lnTo>
                <a:lnTo>
                  <a:pt x="581025" y="1901558"/>
                </a:lnTo>
                <a:lnTo>
                  <a:pt x="581025" y="1898929"/>
                </a:lnTo>
                <a:close/>
              </a:path>
              <a:path w="4914900" h="3173729">
                <a:moveTo>
                  <a:pt x="581025" y="1267104"/>
                </a:moveTo>
                <a:lnTo>
                  <a:pt x="580567" y="1265986"/>
                </a:lnTo>
                <a:lnTo>
                  <a:pt x="578700" y="1264119"/>
                </a:lnTo>
                <a:lnTo>
                  <a:pt x="577583" y="1263650"/>
                </a:lnTo>
                <a:lnTo>
                  <a:pt x="574954" y="1263650"/>
                </a:lnTo>
                <a:lnTo>
                  <a:pt x="573836" y="1264119"/>
                </a:lnTo>
                <a:lnTo>
                  <a:pt x="571969" y="1265986"/>
                </a:lnTo>
                <a:lnTo>
                  <a:pt x="571500" y="1267104"/>
                </a:lnTo>
                <a:lnTo>
                  <a:pt x="571500" y="1269733"/>
                </a:lnTo>
                <a:lnTo>
                  <a:pt x="571969" y="1270850"/>
                </a:lnTo>
                <a:lnTo>
                  <a:pt x="573836" y="1272717"/>
                </a:lnTo>
                <a:lnTo>
                  <a:pt x="574954" y="1273175"/>
                </a:lnTo>
                <a:lnTo>
                  <a:pt x="577583" y="1273175"/>
                </a:lnTo>
                <a:lnTo>
                  <a:pt x="578700" y="1272717"/>
                </a:lnTo>
                <a:lnTo>
                  <a:pt x="580567" y="1270850"/>
                </a:lnTo>
                <a:lnTo>
                  <a:pt x="581025" y="1269733"/>
                </a:lnTo>
                <a:lnTo>
                  <a:pt x="581025" y="1267104"/>
                </a:lnTo>
                <a:close/>
              </a:path>
              <a:path w="4914900" h="3173729">
                <a:moveTo>
                  <a:pt x="581025" y="635279"/>
                </a:moveTo>
                <a:lnTo>
                  <a:pt x="580567" y="634161"/>
                </a:lnTo>
                <a:lnTo>
                  <a:pt x="578700" y="632294"/>
                </a:lnTo>
                <a:lnTo>
                  <a:pt x="577583" y="631837"/>
                </a:lnTo>
                <a:lnTo>
                  <a:pt x="574954" y="631837"/>
                </a:lnTo>
                <a:lnTo>
                  <a:pt x="573836" y="632294"/>
                </a:lnTo>
                <a:lnTo>
                  <a:pt x="571969" y="634161"/>
                </a:lnTo>
                <a:lnTo>
                  <a:pt x="571500" y="635279"/>
                </a:lnTo>
                <a:lnTo>
                  <a:pt x="571500" y="637908"/>
                </a:lnTo>
                <a:lnTo>
                  <a:pt x="571969" y="639025"/>
                </a:lnTo>
                <a:lnTo>
                  <a:pt x="573836" y="640892"/>
                </a:lnTo>
                <a:lnTo>
                  <a:pt x="574954" y="641362"/>
                </a:lnTo>
                <a:lnTo>
                  <a:pt x="577583" y="641362"/>
                </a:lnTo>
                <a:lnTo>
                  <a:pt x="578700" y="640892"/>
                </a:lnTo>
                <a:lnTo>
                  <a:pt x="580567" y="639025"/>
                </a:lnTo>
                <a:lnTo>
                  <a:pt x="581025" y="637908"/>
                </a:lnTo>
                <a:lnTo>
                  <a:pt x="581025" y="635279"/>
                </a:lnTo>
                <a:close/>
              </a:path>
              <a:path w="4914900" h="3173729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4914900" h="3173729">
                <a:moveTo>
                  <a:pt x="628650" y="2530754"/>
                </a:moveTo>
                <a:lnTo>
                  <a:pt x="628192" y="2529636"/>
                </a:lnTo>
                <a:lnTo>
                  <a:pt x="626325" y="2527770"/>
                </a:lnTo>
                <a:lnTo>
                  <a:pt x="625208" y="2527300"/>
                </a:lnTo>
                <a:lnTo>
                  <a:pt x="622579" y="2527300"/>
                </a:lnTo>
                <a:lnTo>
                  <a:pt x="621461" y="2527770"/>
                </a:lnTo>
                <a:lnTo>
                  <a:pt x="619594" y="2529636"/>
                </a:lnTo>
                <a:lnTo>
                  <a:pt x="619125" y="2530754"/>
                </a:lnTo>
                <a:lnTo>
                  <a:pt x="619125" y="2533383"/>
                </a:lnTo>
                <a:lnTo>
                  <a:pt x="619594" y="2534501"/>
                </a:lnTo>
                <a:lnTo>
                  <a:pt x="621461" y="2536367"/>
                </a:lnTo>
                <a:lnTo>
                  <a:pt x="622579" y="2536825"/>
                </a:lnTo>
                <a:lnTo>
                  <a:pt x="625208" y="2536825"/>
                </a:lnTo>
                <a:lnTo>
                  <a:pt x="626325" y="2536367"/>
                </a:lnTo>
                <a:lnTo>
                  <a:pt x="628192" y="2534501"/>
                </a:lnTo>
                <a:lnTo>
                  <a:pt x="628650" y="2533383"/>
                </a:lnTo>
                <a:lnTo>
                  <a:pt x="628650" y="2530754"/>
                </a:lnTo>
                <a:close/>
              </a:path>
              <a:path w="4914900" h="3173729">
                <a:moveTo>
                  <a:pt x="628650" y="1898929"/>
                </a:moveTo>
                <a:lnTo>
                  <a:pt x="628192" y="1897811"/>
                </a:lnTo>
                <a:lnTo>
                  <a:pt x="626325" y="1895944"/>
                </a:lnTo>
                <a:lnTo>
                  <a:pt x="625208" y="1895475"/>
                </a:lnTo>
                <a:lnTo>
                  <a:pt x="622579" y="1895475"/>
                </a:lnTo>
                <a:lnTo>
                  <a:pt x="621461" y="1895944"/>
                </a:lnTo>
                <a:lnTo>
                  <a:pt x="619594" y="1897811"/>
                </a:lnTo>
                <a:lnTo>
                  <a:pt x="619125" y="1898929"/>
                </a:lnTo>
                <a:lnTo>
                  <a:pt x="619125" y="1901558"/>
                </a:lnTo>
                <a:lnTo>
                  <a:pt x="619594" y="1902675"/>
                </a:lnTo>
                <a:lnTo>
                  <a:pt x="621461" y="1904542"/>
                </a:lnTo>
                <a:lnTo>
                  <a:pt x="622579" y="1905000"/>
                </a:lnTo>
                <a:lnTo>
                  <a:pt x="625208" y="1905000"/>
                </a:lnTo>
                <a:lnTo>
                  <a:pt x="626325" y="1904542"/>
                </a:lnTo>
                <a:lnTo>
                  <a:pt x="628192" y="1902675"/>
                </a:lnTo>
                <a:lnTo>
                  <a:pt x="628650" y="1901558"/>
                </a:lnTo>
                <a:lnTo>
                  <a:pt x="628650" y="1898929"/>
                </a:lnTo>
                <a:close/>
              </a:path>
              <a:path w="4914900" h="3173729">
                <a:moveTo>
                  <a:pt x="628650" y="1267104"/>
                </a:moveTo>
                <a:lnTo>
                  <a:pt x="628192" y="1265986"/>
                </a:lnTo>
                <a:lnTo>
                  <a:pt x="626325" y="1264119"/>
                </a:lnTo>
                <a:lnTo>
                  <a:pt x="625208" y="1263650"/>
                </a:lnTo>
                <a:lnTo>
                  <a:pt x="622579" y="1263650"/>
                </a:lnTo>
                <a:lnTo>
                  <a:pt x="621461" y="1264119"/>
                </a:lnTo>
                <a:lnTo>
                  <a:pt x="619594" y="1265986"/>
                </a:lnTo>
                <a:lnTo>
                  <a:pt x="619125" y="1267104"/>
                </a:lnTo>
                <a:lnTo>
                  <a:pt x="619125" y="1269733"/>
                </a:lnTo>
                <a:lnTo>
                  <a:pt x="619594" y="1270850"/>
                </a:lnTo>
                <a:lnTo>
                  <a:pt x="621461" y="1272717"/>
                </a:lnTo>
                <a:lnTo>
                  <a:pt x="622579" y="1273175"/>
                </a:lnTo>
                <a:lnTo>
                  <a:pt x="625208" y="1273175"/>
                </a:lnTo>
                <a:lnTo>
                  <a:pt x="626325" y="1272717"/>
                </a:lnTo>
                <a:lnTo>
                  <a:pt x="628192" y="1270850"/>
                </a:lnTo>
                <a:lnTo>
                  <a:pt x="628650" y="1269733"/>
                </a:lnTo>
                <a:lnTo>
                  <a:pt x="628650" y="1267104"/>
                </a:lnTo>
                <a:close/>
              </a:path>
              <a:path w="4914900" h="3173729">
                <a:moveTo>
                  <a:pt x="628650" y="635279"/>
                </a:moveTo>
                <a:lnTo>
                  <a:pt x="628192" y="634161"/>
                </a:lnTo>
                <a:lnTo>
                  <a:pt x="626325" y="632294"/>
                </a:lnTo>
                <a:lnTo>
                  <a:pt x="625208" y="631837"/>
                </a:lnTo>
                <a:lnTo>
                  <a:pt x="622579" y="631837"/>
                </a:lnTo>
                <a:lnTo>
                  <a:pt x="621461" y="632294"/>
                </a:lnTo>
                <a:lnTo>
                  <a:pt x="619594" y="634161"/>
                </a:lnTo>
                <a:lnTo>
                  <a:pt x="619125" y="635279"/>
                </a:lnTo>
                <a:lnTo>
                  <a:pt x="619125" y="637908"/>
                </a:lnTo>
                <a:lnTo>
                  <a:pt x="619594" y="639025"/>
                </a:lnTo>
                <a:lnTo>
                  <a:pt x="621461" y="640892"/>
                </a:lnTo>
                <a:lnTo>
                  <a:pt x="622579" y="641362"/>
                </a:lnTo>
                <a:lnTo>
                  <a:pt x="625208" y="641362"/>
                </a:lnTo>
                <a:lnTo>
                  <a:pt x="626325" y="640892"/>
                </a:lnTo>
                <a:lnTo>
                  <a:pt x="628192" y="639025"/>
                </a:lnTo>
                <a:lnTo>
                  <a:pt x="628650" y="637908"/>
                </a:lnTo>
                <a:lnTo>
                  <a:pt x="628650" y="635279"/>
                </a:lnTo>
                <a:close/>
              </a:path>
              <a:path w="4914900" h="3173729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4914900" h="3173729">
                <a:moveTo>
                  <a:pt x="676275" y="2530754"/>
                </a:moveTo>
                <a:lnTo>
                  <a:pt x="675817" y="2529636"/>
                </a:lnTo>
                <a:lnTo>
                  <a:pt x="673950" y="2527770"/>
                </a:lnTo>
                <a:lnTo>
                  <a:pt x="672833" y="2527300"/>
                </a:lnTo>
                <a:lnTo>
                  <a:pt x="670204" y="2527300"/>
                </a:lnTo>
                <a:lnTo>
                  <a:pt x="669086" y="2527770"/>
                </a:lnTo>
                <a:lnTo>
                  <a:pt x="667219" y="2529636"/>
                </a:lnTo>
                <a:lnTo>
                  <a:pt x="666750" y="2530754"/>
                </a:lnTo>
                <a:lnTo>
                  <a:pt x="666750" y="2533383"/>
                </a:lnTo>
                <a:lnTo>
                  <a:pt x="667219" y="2534501"/>
                </a:lnTo>
                <a:lnTo>
                  <a:pt x="669086" y="2536367"/>
                </a:lnTo>
                <a:lnTo>
                  <a:pt x="670204" y="2536825"/>
                </a:lnTo>
                <a:lnTo>
                  <a:pt x="672833" y="2536825"/>
                </a:lnTo>
                <a:lnTo>
                  <a:pt x="673950" y="2536367"/>
                </a:lnTo>
                <a:lnTo>
                  <a:pt x="675817" y="2534501"/>
                </a:lnTo>
                <a:lnTo>
                  <a:pt x="676275" y="2533383"/>
                </a:lnTo>
                <a:lnTo>
                  <a:pt x="676275" y="2530754"/>
                </a:lnTo>
                <a:close/>
              </a:path>
              <a:path w="4914900" h="3173729">
                <a:moveTo>
                  <a:pt x="676275" y="1898929"/>
                </a:moveTo>
                <a:lnTo>
                  <a:pt x="675817" y="1897811"/>
                </a:lnTo>
                <a:lnTo>
                  <a:pt x="673950" y="1895944"/>
                </a:lnTo>
                <a:lnTo>
                  <a:pt x="672833" y="1895475"/>
                </a:lnTo>
                <a:lnTo>
                  <a:pt x="670204" y="1895475"/>
                </a:lnTo>
                <a:lnTo>
                  <a:pt x="669086" y="1895944"/>
                </a:lnTo>
                <a:lnTo>
                  <a:pt x="667219" y="1897811"/>
                </a:lnTo>
                <a:lnTo>
                  <a:pt x="666750" y="1898929"/>
                </a:lnTo>
                <a:lnTo>
                  <a:pt x="666750" y="1901558"/>
                </a:lnTo>
                <a:lnTo>
                  <a:pt x="667219" y="1902675"/>
                </a:lnTo>
                <a:lnTo>
                  <a:pt x="669086" y="1904542"/>
                </a:lnTo>
                <a:lnTo>
                  <a:pt x="670204" y="1905000"/>
                </a:lnTo>
                <a:lnTo>
                  <a:pt x="672833" y="1905000"/>
                </a:lnTo>
                <a:lnTo>
                  <a:pt x="673950" y="1904542"/>
                </a:lnTo>
                <a:lnTo>
                  <a:pt x="675817" y="1902675"/>
                </a:lnTo>
                <a:lnTo>
                  <a:pt x="676275" y="1901558"/>
                </a:lnTo>
                <a:lnTo>
                  <a:pt x="676275" y="1898929"/>
                </a:lnTo>
                <a:close/>
              </a:path>
              <a:path w="4914900" h="3173729">
                <a:moveTo>
                  <a:pt x="676275" y="1267104"/>
                </a:moveTo>
                <a:lnTo>
                  <a:pt x="675817" y="1265986"/>
                </a:lnTo>
                <a:lnTo>
                  <a:pt x="673950" y="1264119"/>
                </a:lnTo>
                <a:lnTo>
                  <a:pt x="672833" y="1263650"/>
                </a:lnTo>
                <a:lnTo>
                  <a:pt x="670204" y="1263650"/>
                </a:lnTo>
                <a:lnTo>
                  <a:pt x="669086" y="1264119"/>
                </a:lnTo>
                <a:lnTo>
                  <a:pt x="667219" y="1265986"/>
                </a:lnTo>
                <a:lnTo>
                  <a:pt x="666750" y="1267104"/>
                </a:lnTo>
                <a:lnTo>
                  <a:pt x="666750" y="1269733"/>
                </a:lnTo>
                <a:lnTo>
                  <a:pt x="667219" y="1270850"/>
                </a:lnTo>
                <a:lnTo>
                  <a:pt x="669086" y="1272717"/>
                </a:lnTo>
                <a:lnTo>
                  <a:pt x="670204" y="1273175"/>
                </a:lnTo>
                <a:lnTo>
                  <a:pt x="672833" y="1273175"/>
                </a:lnTo>
                <a:lnTo>
                  <a:pt x="673950" y="1272717"/>
                </a:lnTo>
                <a:lnTo>
                  <a:pt x="675817" y="1270850"/>
                </a:lnTo>
                <a:lnTo>
                  <a:pt x="676275" y="1269733"/>
                </a:lnTo>
                <a:lnTo>
                  <a:pt x="676275" y="1267104"/>
                </a:lnTo>
                <a:close/>
              </a:path>
              <a:path w="4914900" h="3173729">
                <a:moveTo>
                  <a:pt x="676275" y="635279"/>
                </a:moveTo>
                <a:lnTo>
                  <a:pt x="675817" y="634161"/>
                </a:lnTo>
                <a:lnTo>
                  <a:pt x="673950" y="632294"/>
                </a:lnTo>
                <a:lnTo>
                  <a:pt x="672833" y="631837"/>
                </a:lnTo>
                <a:lnTo>
                  <a:pt x="670204" y="631837"/>
                </a:lnTo>
                <a:lnTo>
                  <a:pt x="669086" y="632294"/>
                </a:lnTo>
                <a:lnTo>
                  <a:pt x="667219" y="634161"/>
                </a:lnTo>
                <a:lnTo>
                  <a:pt x="666750" y="635279"/>
                </a:lnTo>
                <a:lnTo>
                  <a:pt x="666750" y="637908"/>
                </a:lnTo>
                <a:lnTo>
                  <a:pt x="667219" y="639025"/>
                </a:lnTo>
                <a:lnTo>
                  <a:pt x="669086" y="640892"/>
                </a:lnTo>
                <a:lnTo>
                  <a:pt x="670204" y="641362"/>
                </a:lnTo>
                <a:lnTo>
                  <a:pt x="672833" y="641362"/>
                </a:lnTo>
                <a:lnTo>
                  <a:pt x="673950" y="640892"/>
                </a:lnTo>
                <a:lnTo>
                  <a:pt x="675817" y="639025"/>
                </a:lnTo>
                <a:lnTo>
                  <a:pt x="676275" y="637908"/>
                </a:lnTo>
                <a:lnTo>
                  <a:pt x="676275" y="635279"/>
                </a:lnTo>
                <a:close/>
              </a:path>
              <a:path w="4914900" h="3173729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4914900" h="3173729">
                <a:moveTo>
                  <a:pt x="723900" y="2530754"/>
                </a:moveTo>
                <a:lnTo>
                  <a:pt x="723442" y="2529636"/>
                </a:lnTo>
                <a:lnTo>
                  <a:pt x="721575" y="2527770"/>
                </a:lnTo>
                <a:lnTo>
                  <a:pt x="720458" y="2527300"/>
                </a:lnTo>
                <a:lnTo>
                  <a:pt x="717829" y="2527300"/>
                </a:lnTo>
                <a:lnTo>
                  <a:pt x="716711" y="2527770"/>
                </a:lnTo>
                <a:lnTo>
                  <a:pt x="714844" y="2529636"/>
                </a:lnTo>
                <a:lnTo>
                  <a:pt x="714375" y="2530754"/>
                </a:lnTo>
                <a:lnTo>
                  <a:pt x="714375" y="2533383"/>
                </a:lnTo>
                <a:lnTo>
                  <a:pt x="714844" y="2534501"/>
                </a:lnTo>
                <a:lnTo>
                  <a:pt x="716711" y="2536367"/>
                </a:lnTo>
                <a:lnTo>
                  <a:pt x="717829" y="2536825"/>
                </a:lnTo>
                <a:lnTo>
                  <a:pt x="720458" y="2536825"/>
                </a:lnTo>
                <a:lnTo>
                  <a:pt x="721575" y="2536367"/>
                </a:lnTo>
                <a:lnTo>
                  <a:pt x="723442" y="2534501"/>
                </a:lnTo>
                <a:lnTo>
                  <a:pt x="723900" y="2533383"/>
                </a:lnTo>
                <a:lnTo>
                  <a:pt x="723900" y="2530754"/>
                </a:lnTo>
                <a:close/>
              </a:path>
              <a:path w="4914900" h="3173729">
                <a:moveTo>
                  <a:pt x="723900" y="1898929"/>
                </a:moveTo>
                <a:lnTo>
                  <a:pt x="723442" y="1897811"/>
                </a:lnTo>
                <a:lnTo>
                  <a:pt x="721575" y="1895944"/>
                </a:lnTo>
                <a:lnTo>
                  <a:pt x="720458" y="1895475"/>
                </a:lnTo>
                <a:lnTo>
                  <a:pt x="717829" y="1895475"/>
                </a:lnTo>
                <a:lnTo>
                  <a:pt x="716711" y="1895944"/>
                </a:lnTo>
                <a:lnTo>
                  <a:pt x="714844" y="1897811"/>
                </a:lnTo>
                <a:lnTo>
                  <a:pt x="714375" y="1898929"/>
                </a:lnTo>
                <a:lnTo>
                  <a:pt x="714375" y="1901558"/>
                </a:lnTo>
                <a:lnTo>
                  <a:pt x="714844" y="1902675"/>
                </a:lnTo>
                <a:lnTo>
                  <a:pt x="716711" y="1904542"/>
                </a:lnTo>
                <a:lnTo>
                  <a:pt x="717829" y="1905000"/>
                </a:lnTo>
                <a:lnTo>
                  <a:pt x="720458" y="1905000"/>
                </a:lnTo>
                <a:lnTo>
                  <a:pt x="721575" y="1904542"/>
                </a:lnTo>
                <a:lnTo>
                  <a:pt x="723442" y="1902675"/>
                </a:lnTo>
                <a:lnTo>
                  <a:pt x="723900" y="1901558"/>
                </a:lnTo>
                <a:lnTo>
                  <a:pt x="723900" y="1898929"/>
                </a:lnTo>
                <a:close/>
              </a:path>
              <a:path w="4914900" h="3173729">
                <a:moveTo>
                  <a:pt x="723900" y="1267104"/>
                </a:moveTo>
                <a:lnTo>
                  <a:pt x="723442" y="1265986"/>
                </a:lnTo>
                <a:lnTo>
                  <a:pt x="721575" y="1264119"/>
                </a:lnTo>
                <a:lnTo>
                  <a:pt x="720458" y="1263650"/>
                </a:lnTo>
                <a:lnTo>
                  <a:pt x="717829" y="1263650"/>
                </a:lnTo>
                <a:lnTo>
                  <a:pt x="716711" y="1264119"/>
                </a:lnTo>
                <a:lnTo>
                  <a:pt x="714844" y="1265986"/>
                </a:lnTo>
                <a:lnTo>
                  <a:pt x="714375" y="1267104"/>
                </a:lnTo>
                <a:lnTo>
                  <a:pt x="714375" y="1269733"/>
                </a:lnTo>
                <a:lnTo>
                  <a:pt x="714844" y="1270850"/>
                </a:lnTo>
                <a:lnTo>
                  <a:pt x="716711" y="1272717"/>
                </a:lnTo>
                <a:lnTo>
                  <a:pt x="717829" y="1273175"/>
                </a:lnTo>
                <a:lnTo>
                  <a:pt x="720458" y="1273175"/>
                </a:lnTo>
                <a:lnTo>
                  <a:pt x="721575" y="1272717"/>
                </a:lnTo>
                <a:lnTo>
                  <a:pt x="723442" y="1270850"/>
                </a:lnTo>
                <a:lnTo>
                  <a:pt x="723900" y="1269733"/>
                </a:lnTo>
                <a:lnTo>
                  <a:pt x="723900" y="1267104"/>
                </a:lnTo>
                <a:close/>
              </a:path>
              <a:path w="4914900" h="3173729">
                <a:moveTo>
                  <a:pt x="723900" y="635279"/>
                </a:moveTo>
                <a:lnTo>
                  <a:pt x="723442" y="634161"/>
                </a:lnTo>
                <a:lnTo>
                  <a:pt x="721575" y="632294"/>
                </a:lnTo>
                <a:lnTo>
                  <a:pt x="720458" y="631837"/>
                </a:lnTo>
                <a:lnTo>
                  <a:pt x="717829" y="631837"/>
                </a:lnTo>
                <a:lnTo>
                  <a:pt x="716711" y="632294"/>
                </a:lnTo>
                <a:lnTo>
                  <a:pt x="714844" y="634161"/>
                </a:lnTo>
                <a:lnTo>
                  <a:pt x="714375" y="635279"/>
                </a:lnTo>
                <a:lnTo>
                  <a:pt x="714375" y="637908"/>
                </a:lnTo>
                <a:lnTo>
                  <a:pt x="714844" y="639025"/>
                </a:lnTo>
                <a:lnTo>
                  <a:pt x="716711" y="640892"/>
                </a:lnTo>
                <a:lnTo>
                  <a:pt x="717829" y="641362"/>
                </a:lnTo>
                <a:lnTo>
                  <a:pt x="720458" y="641362"/>
                </a:lnTo>
                <a:lnTo>
                  <a:pt x="721575" y="640892"/>
                </a:lnTo>
                <a:lnTo>
                  <a:pt x="723442" y="639025"/>
                </a:lnTo>
                <a:lnTo>
                  <a:pt x="723900" y="637908"/>
                </a:lnTo>
                <a:lnTo>
                  <a:pt x="723900" y="635279"/>
                </a:lnTo>
                <a:close/>
              </a:path>
              <a:path w="4914900" h="3173729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4914900" h="3173729">
                <a:moveTo>
                  <a:pt x="771525" y="2530754"/>
                </a:moveTo>
                <a:lnTo>
                  <a:pt x="771067" y="2529636"/>
                </a:lnTo>
                <a:lnTo>
                  <a:pt x="769200" y="2527770"/>
                </a:lnTo>
                <a:lnTo>
                  <a:pt x="768083" y="2527300"/>
                </a:lnTo>
                <a:lnTo>
                  <a:pt x="765454" y="2527300"/>
                </a:lnTo>
                <a:lnTo>
                  <a:pt x="764336" y="2527770"/>
                </a:lnTo>
                <a:lnTo>
                  <a:pt x="762469" y="2529636"/>
                </a:lnTo>
                <a:lnTo>
                  <a:pt x="762000" y="2530754"/>
                </a:lnTo>
                <a:lnTo>
                  <a:pt x="762000" y="2533383"/>
                </a:lnTo>
                <a:lnTo>
                  <a:pt x="762469" y="2534501"/>
                </a:lnTo>
                <a:lnTo>
                  <a:pt x="764336" y="2536367"/>
                </a:lnTo>
                <a:lnTo>
                  <a:pt x="765454" y="2536825"/>
                </a:lnTo>
                <a:lnTo>
                  <a:pt x="768083" y="2536825"/>
                </a:lnTo>
                <a:lnTo>
                  <a:pt x="769200" y="2536367"/>
                </a:lnTo>
                <a:lnTo>
                  <a:pt x="771067" y="2534501"/>
                </a:lnTo>
                <a:lnTo>
                  <a:pt x="771525" y="2533383"/>
                </a:lnTo>
                <a:lnTo>
                  <a:pt x="771525" y="2530754"/>
                </a:lnTo>
                <a:close/>
              </a:path>
              <a:path w="4914900" h="3173729">
                <a:moveTo>
                  <a:pt x="771525" y="1898929"/>
                </a:moveTo>
                <a:lnTo>
                  <a:pt x="771067" y="1897811"/>
                </a:lnTo>
                <a:lnTo>
                  <a:pt x="769200" y="1895944"/>
                </a:lnTo>
                <a:lnTo>
                  <a:pt x="768083" y="1895475"/>
                </a:lnTo>
                <a:lnTo>
                  <a:pt x="765454" y="1895475"/>
                </a:lnTo>
                <a:lnTo>
                  <a:pt x="764336" y="1895944"/>
                </a:lnTo>
                <a:lnTo>
                  <a:pt x="762469" y="1897811"/>
                </a:lnTo>
                <a:lnTo>
                  <a:pt x="762000" y="1898929"/>
                </a:lnTo>
                <a:lnTo>
                  <a:pt x="762000" y="1901558"/>
                </a:lnTo>
                <a:lnTo>
                  <a:pt x="762469" y="1902675"/>
                </a:lnTo>
                <a:lnTo>
                  <a:pt x="764336" y="1904542"/>
                </a:lnTo>
                <a:lnTo>
                  <a:pt x="765454" y="1905000"/>
                </a:lnTo>
                <a:lnTo>
                  <a:pt x="768083" y="1905000"/>
                </a:lnTo>
                <a:lnTo>
                  <a:pt x="769200" y="1904542"/>
                </a:lnTo>
                <a:lnTo>
                  <a:pt x="771067" y="1902675"/>
                </a:lnTo>
                <a:lnTo>
                  <a:pt x="771525" y="1901558"/>
                </a:lnTo>
                <a:lnTo>
                  <a:pt x="771525" y="1898929"/>
                </a:lnTo>
                <a:close/>
              </a:path>
              <a:path w="4914900" h="3173729">
                <a:moveTo>
                  <a:pt x="771525" y="1267104"/>
                </a:moveTo>
                <a:lnTo>
                  <a:pt x="771067" y="1265986"/>
                </a:lnTo>
                <a:lnTo>
                  <a:pt x="769200" y="1264119"/>
                </a:lnTo>
                <a:lnTo>
                  <a:pt x="768083" y="1263650"/>
                </a:lnTo>
                <a:lnTo>
                  <a:pt x="765454" y="1263650"/>
                </a:lnTo>
                <a:lnTo>
                  <a:pt x="764336" y="1264119"/>
                </a:lnTo>
                <a:lnTo>
                  <a:pt x="762469" y="1265986"/>
                </a:lnTo>
                <a:lnTo>
                  <a:pt x="762000" y="1267104"/>
                </a:lnTo>
                <a:lnTo>
                  <a:pt x="762000" y="1269733"/>
                </a:lnTo>
                <a:lnTo>
                  <a:pt x="762469" y="1270850"/>
                </a:lnTo>
                <a:lnTo>
                  <a:pt x="764336" y="1272717"/>
                </a:lnTo>
                <a:lnTo>
                  <a:pt x="765454" y="1273175"/>
                </a:lnTo>
                <a:lnTo>
                  <a:pt x="768083" y="1273175"/>
                </a:lnTo>
                <a:lnTo>
                  <a:pt x="769200" y="1272717"/>
                </a:lnTo>
                <a:lnTo>
                  <a:pt x="771067" y="1270850"/>
                </a:lnTo>
                <a:lnTo>
                  <a:pt x="771525" y="1269733"/>
                </a:lnTo>
                <a:lnTo>
                  <a:pt x="771525" y="1267104"/>
                </a:lnTo>
                <a:close/>
              </a:path>
              <a:path w="4914900" h="3173729">
                <a:moveTo>
                  <a:pt x="771525" y="635279"/>
                </a:moveTo>
                <a:lnTo>
                  <a:pt x="771067" y="634161"/>
                </a:lnTo>
                <a:lnTo>
                  <a:pt x="769200" y="632294"/>
                </a:lnTo>
                <a:lnTo>
                  <a:pt x="768083" y="631837"/>
                </a:lnTo>
                <a:lnTo>
                  <a:pt x="765454" y="631837"/>
                </a:lnTo>
                <a:lnTo>
                  <a:pt x="764336" y="632294"/>
                </a:lnTo>
                <a:lnTo>
                  <a:pt x="762469" y="634161"/>
                </a:lnTo>
                <a:lnTo>
                  <a:pt x="762000" y="635279"/>
                </a:lnTo>
                <a:lnTo>
                  <a:pt x="762000" y="637908"/>
                </a:lnTo>
                <a:lnTo>
                  <a:pt x="762469" y="639025"/>
                </a:lnTo>
                <a:lnTo>
                  <a:pt x="764336" y="640892"/>
                </a:lnTo>
                <a:lnTo>
                  <a:pt x="765454" y="641362"/>
                </a:lnTo>
                <a:lnTo>
                  <a:pt x="768083" y="641362"/>
                </a:lnTo>
                <a:lnTo>
                  <a:pt x="769200" y="640892"/>
                </a:lnTo>
                <a:lnTo>
                  <a:pt x="771067" y="639025"/>
                </a:lnTo>
                <a:lnTo>
                  <a:pt x="771525" y="637908"/>
                </a:lnTo>
                <a:lnTo>
                  <a:pt x="771525" y="635279"/>
                </a:lnTo>
                <a:close/>
              </a:path>
              <a:path w="4914900" h="3173729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4914900" h="3173729">
                <a:moveTo>
                  <a:pt x="819150" y="2530754"/>
                </a:moveTo>
                <a:lnTo>
                  <a:pt x="818692" y="2529636"/>
                </a:lnTo>
                <a:lnTo>
                  <a:pt x="816825" y="2527770"/>
                </a:lnTo>
                <a:lnTo>
                  <a:pt x="815708" y="2527300"/>
                </a:lnTo>
                <a:lnTo>
                  <a:pt x="813079" y="2527300"/>
                </a:lnTo>
                <a:lnTo>
                  <a:pt x="811961" y="2527770"/>
                </a:lnTo>
                <a:lnTo>
                  <a:pt x="810094" y="2529636"/>
                </a:lnTo>
                <a:lnTo>
                  <a:pt x="809625" y="2530754"/>
                </a:lnTo>
                <a:lnTo>
                  <a:pt x="809625" y="2533383"/>
                </a:lnTo>
                <a:lnTo>
                  <a:pt x="810094" y="2534501"/>
                </a:lnTo>
                <a:lnTo>
                  <a:pt x="811961" y="2536367"/>
                </a:lnTo>
                <a:lnTo>
                  <a:pt x="813079" y="2536825"/>
                </a:lnTo>
                <a:lnTo>
                  <a:pt x="815708" y="2536825"/>
                </a:lnTo>
                <a:lnTo>
                  <a:pt x="816825" y="2536367"/>
                </a:lnTo>
                <a:lnTo>
                  <a:pt x="818692" y="2534501"/>
                </a:lnTo>
                <a:lnTo>
                  <a:pt x="819150" y="2533383"/>
                </a:lnTo>
                <a:lnTo>
                  <a:pt x="819150" y="2530754"/>
                </a:lnTo>
                <a:close/>
              </a:path>
              <a:path w="4914900" h="3173729">
                <a:moveTo>
                  <a:pt x="819150" y="1898929"/>
                </a:moveTo>
                <a:lnTo>
                  <a:pt x="818692" y="1897811"/>
                </a:lnTo>
                <a:lnTo>
                  <a:pt x="816825" y="1895944"/>
                </a:lnTo>
                <a:lnTo>
                  <a:pt x="815708" y="1895475"/>
                </a:lnTo>
                <a:lnTo>
                  <a:pt x="813079" y="1895475"/>
                </a:lnTo>
                <a:lnTo>
                  <a:pt x="811961" y="1895944"/>
                </a:lnTo>
                <a:lnTo>
                  <a:pt x="810094" y="1897811"/>
                </a:lnTo>
                <a:lnTo>
                  <a:pt x="809625" y="1898929"/>
                </a:lnTo>
                <a:lnTo>
                  <a:pt x="809625" y="1901558"/>
                </a:lnTo>
                <a:lnTo>
                  <a:pt x="810094" y="1902675"/>
                </a:lnTo>
                <a:lnTo>
                  <a:pt x="811961" y="1904542"/>
                </a:lnTo>
                <a:lnTo>
                  <a:pt x="813079" y="1905000"/>
                </a:lnTo>
                <a:lnTo>
                  <a:pt x="815708" y="1905000"/>
                </a:lnTo>
                <a:lnTo>
                  <a:pt x="816825" y="1904542"/>
                </a:lnTo>
                <a:lnTo>
                  <a:pt x="818692" y="1902675"/>
                </a:lnTo>
                <a:lnTo>
                  <a:pt x="819150" y="1901558"/>
                </a:lnTo>
                <a:lnTo>
                  <a:pt x="819150" y="1898929"/>
                </a:lnTo>
                <a:close/>
              </a:path>
              <a:path w="4914900" h="3173729">
                <a:moveTo>
                  <a:pt x="819150" y="1267104"/>
                </a:moveTo>
                <a:lnTo>
                  <a:pt x="818692" y="1265986"/>
                </a:lnTo>
                <a:lnTo>
                  <a:pt x="816825" y="1264119"/>
                </a:lnTo>
                <a:lnTo>
                  <a:pt x="815708" y="1263650"/>
                </a:lnTo>
                <a:lnTo>
                  <a:pt x="813079" y="1263650"/>
                </a:lnTo>
                <a:lnTo>
                  <a:pt x="811961" y="1264119"/>
                </a:lnTo>
                <a:lnTo>
                  <a:pt x="810094" y="1265986"/>
                </a:lnTo>
                <a:lnTo>
                  <a:pt x="809625" y="1267104"/>
                </a:lnTo>
                <a:lnTo>
                  <a:pt x="809625" y="1269733"/>
                </a:lnTo>
                <a:lnTo>
                  <a:pt x="810094" y="1270850"/>
                </a:lnTo>
                <a:lnTo>
                  <a:pt x="811961" y="1272717"/>
                </a:lnTo>
                <a:lnTo>
                  <a:pt x="813079" y="1273175"/>
                </a:lnTo>
                <a:lnTo>
                  <a:pt x="815708" y="1273175"/>
                </a:lnTo>
                <a:lnTo>
                  <a:pt x="816825" y="1272717"/>
                </a:lnTo>
                <a:lnTo>
                  <a:pt x="818692" y="1270850"/>
                </a:lnTo>
                <a:lnTo>
                  <a:pt x="819150" y="1269733"/>
                </a:lnTo>
                <a:lnTo>
                  <a:pt x="819150" y="1267104"/>
                </a:lnTo>
                <a:close/>
              </a:path>
              <a:path w="4914900" h="3173729">
                <a:moveTo>
                  <a:pt x="819150" y="635279"/>
                </a:moveTo>
                <a:lnTo>
                  <a:pt x="818692" y="634161"/>
                </a:lnTo>
                <a:lnTo>
                  <a:pt x="816825" y="632294"/>
                </a:lnTo>
                <a:lnTo>
                  <a:pt x="815708" y="631837"/>
                </a:lnTo>
                <a:lnTo>
                  <a:pt x="813079" y="631837"/>
                </a:lnTo>
                <a:lnTo>
                  <a:pt x="811961" y="632294"/>
                </a:lnTo>
                <a:lnTo>
                  <a:pt x="810094" y="634161"/>
                </a:lnTo>
                <a:lnTo>
                  <a:pt x="809625" y="635279"/>
                </a:lnTo>
                <a:lnTo>
                  <a:pt x="809625" y="637908"/>
                </a:lnTo>
                <a:lnTo>
                  <a:pt x="810094" y="639025"/>
                </a:lnTo>
                <a:lnTo>
                  <a:pt x="811961" y="640892"/>
                </a:lnTo>
                <a:lnTo>
                  <a:pt x="813079" y="641362"/>
                </a:lnTo>
                <a:lnTo>
                  <a:pt x="815708" y="641362"/>
                </a:lnTo>
                <a:lnTo>
                  <a:pt x="816825" y="640892"/>
                </a:lnTo>
                <a:lnTo>
                  <a:pt x="818692" y="639025"/>
                </a:lnTo>
                <a:lnTo>
                  <a:pt x="819150" y="637908"/>
                </a:lnTo>
                <a:lnTo>
                  <a:pt x="819150" y="635279"/>
                </a:lnTo>
                <a:close/>
              </a:path>
              <a:path w="4914900" h="3173729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4914900" h="3173729">
                <a:moveTo>
                  <a:pt x="866775" y="2530754"/>
                </a:moveTo>
                <a:lnTo>
                  <a:pt x="866317" y="2529636"/>
                </a:lnTo>
                <a:lnTo>
                  <a:pt x="864450" y="2527770"/>
                </a:lnTo>
                <a:lnTo>
                  <a:pt x="863333" y="2527300"/>
                </a:lnTo>
                <a:lnTo>
                  <a:pt x="860704" y="2527300"/>
                </a:lnTo>
                <a:lnTo>
                  <a:pt x="859586" y="2527770"/>
                </a:lnTo>
                <a:lnTo>
                  <a:pt x="857719" y="2529636"/>
                </a:lnTo>
                <a:lnTo>
                  <a:pt x="857250" y="2530754"/>
                </a:lnTo>
                <a:lnTo>
                  <a:pt x="857250" y="2533383"/>
                </a:lnTo>
                <a:lnTo>
                  <a:pt x="857719" y="2534501"/>
                </a:lnTo>
                <a:lnTo>
                  <a:pt x="859586" y="2536367"/>
                </a:lnTo>
                <a:lnTo>
                  <a:pt x="860704" y="2536825"/>
                </a:lnTo>
                <a:lnTo>
                  <a:pt x="863333" y="2536825"/>
                </a:lnTo>
                <a:lnTo>
                  <a:pt x="864450" y="2536367"/>
                </a:lnTo>
                <a:lnTo>
                  <a:pt x="866317" y="2534501"/>
                </a:lnTo>
                <a:lnTo>
                  <a:pt x="866775" y="2533383"/>
                </a:lnTo>
                <a:lnTo>
                  <a:pt x="866775" y="2530754"/>
                </a:lnTo>
                <a:close/>
              </a:path>
              <a:path w="4914900" h="3173729">
                <a:moveTo>
                  <a:pt x="866775" y="1898929"/>
                </a:moveTo>
                <a:lnTo>
                  <a:pt x="866317" y="1897811"/>
                </a:lnTo>
                <a:lnTo>
                  <a:pt x="864450" y="1895944"/>
                </a:lnTo>
                <a:lnTo>
                  <a:pt x="863333" y="1895475"/>
                </a:lnTo>
                <a:lnTo>
                  <a:pt x="860704" y="1895475"/>
                </a:lnTo>
                <a:lnTo>
                  <a:pt x="859586" y="1895944"/>
                </a:lnTo>
                <a:lnTo>
                  <a:pt x="857719" y="1897811"/>
                </a:lnTo>
                <a:lnTo>
                  <a:pt x="857250" y="1898929"/>
                </a:lnTo>
                <a:lnTo>
                  <a:pt x="857250" y="1901558"/>
                </a:lnTo>
                <a:lnTo>
                  <a:pt x="857719" y="1902675"/>
                </a:lnTo>
                <a:lnTo>
                  <a:pt x="859586" y="1904542"/>
                </a:lnTo>
                <a:lnTo>
                  <a:pt x="860704" y="1905000"/>
                </a:lnTo>
                <a:lnTo>
                  <a:pt x="863333" y="1905000"/>
                </a:lnTo>
                <a:lnTo>
                  <a:pt x="864450" y="1904542"/>
                </a:lnTo>
                <a:lnTo>
                  <a:pt x="866317" y="1902675"/>
                </a:lnTo>
                <a:lnTo>
                  <a:pt x="866775" y="1901558"/>
                </a:lnTo>
                <a:lnTo>
                  <a:pt x="866775" y="1898929"/>
                </a:lnTo>
                <a:close/>
              </a:path>
              <a:path w="4914900" h="3173729">
                <a:moveTo>
                  <a:pt x="866775" y="1267104"/>
                </a:moveTo>
                <a:lnTo>
                  <a:pt x="866317" y="1265986"/>
                </a:lnTo>
                <a:lnTo>
                  <a:pt x="864450" y="1264119"/>
                </a:lnTo>
                <a:lnTo>
                  <a:pt x="863333" y="1263650"/>
                </a:lnTo>
                <a:lnTo>
                  <a:pt x="860704" y="1263650"/>
                </a:lnTo>
                <a:lnTo>
                  <a:pt x="859586" y="1264119"/>
                </a:lnTo>
                <a:lnTo>
                  <a:pt x="857719" y="1265986"/>
                </a:lnTo>
                <a:lnTo>
                  <a:pt x="857250" y="1267104"/>
                </a:lnTo>
                <a:lnTo>
                  <a:pt x="857250" y="1269733"/>
                </a:lnTo>
                <a:lnTo>
                  <a:pt x="857719" y="1270850"/>
                </a:lnTo>
                <a:lnTo>
                  <a:pt x="859586" y="1272717"/>
                </a:lnTo>
                <a:lnTo>
                  <a:pt x="860704" y="1273175"/>
                </a:lnTo>
                <a:lnTo>
                  <a:pt x="863333" y="1273175"/>
                </a:lnTo>
                <a:lnTo>
                  <a:pt x="864450" y="1272717"/>
                </a:lnTo>
                <a:lnTo>
                  <a:pt x="866317" y="1270850"/>
                </a:lnTo>
                <a:lnTo>
                  <a:pt x="866775" y="1269733"/>
                </a:lnTo>
                <a:lnTo>
                  <a:pt x="866775" y="1267104"/>
                </a:lnTo>
                <a:close/>
              </a:path>
              <a:path w="4914900" h="3173729">
                <a:moveTo>
                  <a:pt x="866775" y="635279"/>
                </a:moveTo>
                <a:lnTo>
                  <a:pt x="866317" y="634161"/>
                </a:lnTo>
                <a:lnTo>
                  <a:pt x="864450" y="632294"/>
                </a:lnTo>
                <a:lnTo>
                  <a:pt x="863333" y="631837"/>
                </a:lnTo>
                <a:lnTo>
                  <a:pt x="860704" y="631837"/>
                </a:lnTo>
                <a:lnTo>
                  <a:pt x="859586" y="632294"/>
                </a:lnTo>
                <a:lnTo>
                  <a:pt x="857719" y="634161"/>
                </a:lnTo>
                <a:lnTo>
                  <a:pt x="857250" y="635279"/>
                </a:lnTo>
                <a:lnTo>
                  <a:pt x="857250" y="637908"/>
                </a:lnTo>
                <a:lnTo>
                  <a:pt x="857719" y="639025"/>
                </a:lnTo>
                <a:lnTo>
                  <a:pt x="859586" y="640892"/>
                </a:lnTo>
                <a:lnTo>
                  <a:pt x="860704" y="641362"/>
                </a:lnTo>
                <a:lnTo>
                  <a:pt x="863333" y="641362"/>
                </a:lnTo>
                <a:lnTo>
                  <a:pt x="864450" y="640892"/>
                </a:lnTo>
                <a:lnTo>
                  <a:pt x="866317" y="639025"/>
                </a:lnTo>
                <a:lnTo>
                  <a:pt x="866775" y="637908"/>
                </a:lnTo>
                <a:lnTo>
                  <a:pt x="866775" y="635279"/>
                </a:lnTo>
                <a:close/>
              </a:path>
              <a:path w="4914900" h="3173729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4914900" h="3173729">
                <a:moveTo>
                  <a:pt x="914400" y="2530754"/>
                </a:moveTo>
                <a:lnTo>
                  <a:pt x="913942" y="2529636"/>
                </a:lnTo>
                <a:lnTo>
                  <a:pt x="912075" y="2527770"/>
                </a:lnTo>
                <a:lnTo>
                  <a:pt x="910958" y="2527300"/>
                </a:lnTo>
                <a:lnTo>
                  <a:pt x="908329" y="2527300"/>
                </a:lnTo>
                <a:lnTo>
                  <a:pt x="907211" y="2527770"/>
                </a:lnTo>
                <a:lnTo>
                  <a:pt x="905344" y="2529636"/>
                </a:lnTo>
                <a:lnTo>
                  <a:pt x="904875" y="2530754"/>
                </a:lnTo>
                <a:lnTo>
                  <a:pt x="904875" y="2533383"/>
                </a:lnTo>
                <a:lnTo>
                  <a:pt x="905344" y="2534501"/>
                </a:lnTo>
                <a:lnTo>
                  <a:pt x="907211" y="2536367"/>
                </a:lnTo>
                <a:lnTo>
                  <a:pt x="908329" y="2536825"/>
                </a:lnTo>
                <a:lnTo>
                  <a:pt x="910958" y="2536825"/>
                </a:lnTo>
                <a:lnTo>
                  <a:pt x="912075" y="2536367"/>
                </a:lnTo>
                <a:lnTo>
                  <a:pt x="913942" y="2534501"/>
                </a:lnTo>
                <a:lnTo>
                  <a:pt x="914400" y="2533383"/>
                </a:lnTo>
                <a:lnTo>
                  <a:pt x="914400" y="2530754"/>
                </a:lnTo>
                <a:close/>
              </a:path>
              <a:path w="4914900" h="3173729">
                <a:moveTo>
                  <a:pt x="914400" y="1898929"/>
                </a:moveTo>
                <a:lnTo>
                  <a:pt x="913942" y="1897811"/>
                </a:lnTo>
                <a:lnTo>
                  <a:pt x="912075" y="1895944"/>
                </a:lnTo>
                <a:lnTo>
                  <a:pt x="910958" y="1895475"/>
                </a:lnTo>
                <a:lnTo>
                  <a:pt x="908329" y="1895475"/>
                </a:lnTo>
                <a:lnTo>
                  <a:pt x="907211" y="1895944"/>
                </a:lnTo>
                <a:lnTo>
                  <a:pt x="905344" y="1897811"/>
                </a:lnTo>
                <a:lnTo>
                  <a:pt x="904875" y="1898929"/>
                </a:lnTo>
                <a:lnTo>
                  <a:pt x="904875" y="1901558"/>
                </a:lnTo>
                <a:lnTo>
                  <a:pt x="905344" y="1902675"/>
                </a:lnTo>
                <a:lnTo>
                  <a:pt x="907211" y="1904542"/>
                </a:lnTo>
                <a:lnTo>
                  <a:pt x="908329" y="1905000"/>
                </a:lnTo>
                <a:lnTo>
                  <a:pt x="910958" y="1905000"/>
                </a:lnTo>
                <a:lnTo>
                  <a:pt x="912075" y="1904542"/>
                </a:lnTo>
                <a:lnTo>
                  <a:pt x="913942" y="1902675"/>
                </a:lnTo>
                <a:lnTo>
                  <a:pt x="914400" y="1901558"/>
                </a:lnTo>
                <a:lnTo>
                  <a:pt x="914400" y="1898929"/>
                </a:lnTo>
                <a:close/>
              </a:path>
              <a:path w="4914900" h="3173729">
                <a:moveTo>
                  <a:pt x="914400" y="1267104"/>
                </a:moveTo>
                <a:lnTo>
                  <a:pt x="913942" y="1265986"/>
                </a:lnTo>
                <a:lnTo>
                  <a:pt x="912075" y="1264119"/>
                </a:lnTo>
                <a:lnTo>
                  <a:pt x="910958" y="1263650"/>
                </a:lnTo>
                <a:lnTo>
                  <a:pt x="908329" y="1263650"/>
                </a:lnTo>
                <a:lnTo>
                  <a:pt x="907211" y="1264119"/>
                </a:lnTo>
                <a:lnTo>
                  <a:pt x="905344" y="1265986"/>
                </a:lnTo>
                <a:lnTo>
                  <a:pt x="904875" y="1267104"/>
                </a:lnTo>
                <a:lnTo>
                  <a:pt x="904875" y="1269733"/>
                </a:lnTo>
                <a:lnTo>
                  <a:pt x="905344" y="1270850"/>
                </a:lnTo>
                <a:lnTo>
                  <a:pt x="907211" y="1272717"/>
                </a:lnTo>
                <a:lnTo>
                  <a:pt x="908329" y="1273175"/>
                </a:lnTo>
                <a:lnTo>
                  <a:pt x="910958" y="1273175"/>
                </a:lnTo>
                <a:lnTo>
                  <a:pt x="912075" y="1272717"/>
                </a:lnTo>
                <a:lnTo>
                  <a:pt x="913942" y="1270850"/>
                </a:lnTo>
                <a:lnTo>
                  <a:pt x="914400" y="1269733"/>
                </a:lnTo>
                <a:lnTo>
                  <a:pt x="914400" y="1267104"/>
                </a:lnTo>
                <a:close/>
              </a:path>
              <a:path w="4914900" h="3173729">
                <a:moveTo>
                  <a:pt x="914400" y="635279"/>
                </a:moveTo>
                <a:lnTo>
                  <a:pt x="913942" y="634161"/>
                </a:lnTo>
                <a:lnTo>
                  <a:pt x="912075" y="632294"/>
                </a:lnTo>
                <a:lnTo>
                  <a:pt x="910958" y="631837"/>
                </a:lnTo>
                <a:lnTo>
                  <a:pt x="908329" y="631837"/>
                </a:lnTo>
                <a:lnTo>
                  <a:pt x="907211" y="632294"/>
                </a:lnTo>
                <a:lnTo>
                  <a:pt x="905344" y="634161"/>
                </a:lnTo>
                <a:lnTo>
                  <a:pt x="904875" y="635279"/>
                </a:lnTo>
                <a:lnTo>
                  <a:pt x="904875" y="637908"/>
                </a:lnTo>
                <a:lnTo>
                  <a:pt x="905344" y="639025"/>
                </a:lnTo>
                <a:lnTo>
                  <a:pt x="907211" y="640892"/>
                </a:lnTo>
                <a:lnTo>
                  <a:pt x="908329" y="641362"/>
                </a:lnTo>
                <a:lnTo>
                  <a:pt x="910958" y="641362"/>
                </a:lnTo>
                <a:lnTo>
                  <a:pt x="912075" y="640892"/>
                </a:lnTo>
                <a:lnTo>
                  <a:pt x="913942" y="639025"/>
                </a:lnTo>
                <a:lnTo>
                  <a:pt x="914400" y="637908"/>
                </a:lnTo>
                <a:lnTo>
                  <a:pt x="914400" y="635279"/>
                </a:lnTo>
                <a:close/>
              </a:path>
              <a:path w="4914900" h="3173729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4914900" h="3173729">
                <a:moveTo>
                  <a:pt x="962025" y="2530754"/>
                </a:moveTo>
                <a:lnTo>
                  <a:pt x="961567" y="2529636"/>
                </a:lnTo>
                <a:lnTo>
                  <a:pt x="959700" y="2527770"/>
                </a:lnTo>
                <a:lnTo>
                  <a:pt x="958583" y="2527300"/>
                </a:lnTo>
                <a:lnTo>
                  <a:pt x="955954" y="2527300"/>
                </a:lnTo>
                <a:lnTo>
                  <a:pt x="954836" y="2527770"/>
                </a:lnTo>
                <a:lnTo>
                  <a:pt x="952969" y="2529636"/>
                </a:lnTo>
                <a:lnTo>
                  <a:pt x="952500" y="2530754"/>
                </a:lnTo>
                <a:lnTo>
                  <a:pt x="952500" y="2533383"/>
                </a:lnTo>
                <a:lnTo>
                  <a:pt x="952969" y="2534501"/>
                </a:lnTo>
                <a:lnTo>
                  <a:pt x="954836" y="2536367"/>
                </a:lnTo>
                <a:lnTo>
                  <a:pt x="955954" y="2536825"/>
                </a:lnTo>
                <a:lnTo>
                  <a:pt x="958583" y="2536825"/>
                </a:lnTo>
                <a:lnTo>
                  <a:pt x="959700" y="2536367"/>
                </a:lnTo>
                <a:lnTo>
                  <a:pt x="961567" y="2534501"/>
                </a:lnTo>
                <a:lnTo>
                  <a:pt x="962025" y="2533383"/>
                </a:lnTo>
                <a:lnTo>
                  <a:pt x="962025" y="2530754"/>
                </a:lnTo>
                <a:close/>
              </a:path>
              <a:path w="4914900" h="3173729">
                <a:moveTo>
                  <a:pt x="962025" y="1898929"/>
                </a:moveTo>
                <a:lnTo>
                  <a:pt x="961567" y="1897811"/>
                </a:lnTo>
                <a:lnTo>
                  <a:pt x="959700" y="1895944"/>
                </a:lnTo>
                <a:lnTo>
                  <a:pt x="958583" y="1895475"/>
                </a:lnTo>
                <a:lnTo>
                  <a:pt x="955954" y="1895475"/>
                </a:lnTo>
                <a:lnTo>
                  <a:pt x="954836" y="1895944"/>
                </a:lnTo>
                <a:lnTo>
                  <a:pt x="952969" y="1897811"/>
                </a:lnTo>
                <a:lnTo>
                  <a:pt x="952500" y="1898929"/>
                </a:lnTo>
                <a:lnTo>
                  <a:pt x="952500" y="1901558"/>
                </a:lnTo>
                <a:lnTo>
                  <a:pt x="952969" y="1902675"/>
                </a:lnTo>
                <a:lnTo>
                  <a:pt x="954836" y="1904542"/>
                </a:lnTo>
                <a:lnTo>
                  <a:pt x="955954" y="1905000"/>
                </a:lnTo>
                <a:lnTo>
                  <a:pt x="958583" y="1905000"/>
                </a:lnTo>
                <a:lnTo>
                  <a:pt x="959700" y="1904542"/>
                </a:lnTo>
                <a:lnTo>
                  <a:pt x="961567" y="1902675"/>
                </a:lnTo>
                <a:lnTo>
                  <a:pt x="962025" y="1901558"/>
                </a:lnTo>
                <a:lnTo>
                  <a:pt x="962025" y="1898929"/>
                </a:lnTo>
                <a:close/>
              </a:path>
              <a:path w="4914900" h="3173729">
                <a:moveTo>
                  <a:pt x="962025" y="1267104"/>
                </a:moveTo>
                <a:lnTo>
                  <a:pt x="961567" y="1265986"/>
                </a:lnTo>
                <a:lnTo>
                  <a:pt x="959700" y="1264119"/>
                </a:lnTo>
                <a:lnTo>
                  <a:pt x="958583" y="1263650"/>
                </a:lnTo>
                <a:lnTo>
                  <a:pt x="955954" y="1263650"/>
                </a:lnTo>
                <a:lnTo>
                  <a:pt x="954836" y="1264119"/>
                </a:lnTo>
                <a:lnTo>
                  <a:pt x="952969" y="1265986"/>
                </a:lnTo>
                <a:lnTo>
                  <a:pt x="952500" y="1267104"/>
                </a:lnTo>
                <a:lnTo>
                  <a:pt x="952500" y="1269733"/>
                </a:lnTo>
                <a:lnTo>
                  <a:pt x="952969" y="1270850"/>
                </a:lnTo>
                <a:lnTo>
                  <a:pt x="954836" y="1272717"/>
                </a:lnTo>
                <a:lnTo>
                  <a:pt x="955954" y="1273175"/>
                </a:lnTo>
                <a:lnTo>
                  <a:pt x="958583" y="1273175"/>
                </a:lnTo>
                <a:lnTo>
                  <a:pt x="959700" y="1272717"/>
                </a:lnTo>
                <a:lnTo>
                  <a:pt x="961567" y="1270850"/>
                </a:lnTo>
                <a:lnTo>
                  <a:pt x="962025" y="1269733"/>
                </a:lnTo>
                <a:lnTo>
                  <a:pt x="962025" y="1267104"/>
                </a:lnTo>
                <a:close/>
              </a:path>
              <a:path w="4914900" h="3173729">
                <a:moveTo>
                  <a:pt x="962025" y="635279"/>
                </a:moveTo>
                <a:lnTo>
                  <a:pt x="961567" y="634161"/>
                </a:lnTo>
                <a:lnTo>
                  <a:pt x="959700" y="632294"/>
                </a:lnTo>
                <a:lnTo>
                  <a:pt x="958583" y="631837"/>
                </a:lnTo>
                <a:lnTo>
                  <a:pt x="955954" y="631837"/>
                </a:lnTo>
                <a:lnTo>
                  <a:pt x="954836" y="632294"/>
                </a:lnTo>
                <a:lnTo>
                  <a:pt x="952969" y="634161"/>
                </a:lnTo>
                <a:lnTo>
                  <a:pt x="952500" y="635279"/>
                </a:lnTo>
                <a:lnTo>
                  <a:pt x="952500" y="637908"/>
                </a:lnTo>
                <a:lnTo>
                  <a:pt x="952969" y="639025"/>
                </a:lnTo>
                <a:lnTo>
                  <a:pt x="954836" y="640892"/>
                </a:lnTo>
                <a:lnTo>
                  <a:pt x="955954" y="641362"/>
                </a:lnTo>
                <a:lnTo>
                  <a:pt x="958583" y="641362"/>
                </a:lnTo>
                <a:lnTo>
                  <a:pt x="959700" y="640892"/>
                </a:lnTo>
                <a:lnTo>
                  <a:pt x="961567" y="639025"/>
                </a:lnTo>
                <a:lnTo>
                  <a:pt x="962025" y="637908"/>
                </a:lnTo>
                <a:lnTo>
                  <a:pt x="962025" y="635279"/>
                </a:lnTo>
                <a:close/>
              </a:path>
              <a:path w="4914900" h="3173729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4914900" h="3173729">
                <a:moveTo>
                  <a:pt x="1009650" y="2530754"/>
                </a:moveTo>
                <a:lnTo>
                  <a:pt x="1009192" y="2529636"/>
                </a:lnTo>
                <a:lnTo>
                  <a:pt x="1007325" y="2527770"/>
                </a:lnTo>
                <a:lnTo>
                  <a:pt x="1006208" y="2527300"/>
                </a:lnTo>
                <a:lnTo>
                  <a:pt x="1003579" y="2527300"/>
                </a:lnTo>
                <a:lnTo>
                  <a:pt x="1002461" y="2527770"/>
                </a:lnTo>
                <a:lnTo>
                  <a:pt x="1000594" y="2529636"/>
                </a:lnTo>
                <a:lnTo>
                  <a:pt x="1000125" y="2530754"/>
                </a:lnTo>
                <a:lnTo>
                  <a:pt x="1000125" y="2533383"/>
                </a:lnTo>
                <a:lnTo>
                  <a:pt x="1000594" y="2534501"/>
                </a:lnTo>
                <a:lnTo>
                  <a:pt x="1002461" y="2536367"/>
                </a:lnTo>
                <a:lnTo>
                  <a:pt x="1003579" y="2536825"/>
                </a:lnTo>
                <a:lnTo>
                  <a:pt x="1006208" y="2536825"/>
                </a:lnTo>
                <a:lnTo>
                  <a:pt x="1007325" y="2536367"/>
                </a:lnTo>
                <a:lnTo>
                  <a:pt x="1009192" y="2534501"/>
                </a:lnTo>
                <a:lnTo>
                  <a:pt x="1009650" y="2533383"/>
                </a:lnTo>
                <a:lnTo>
                  <a:pt x="1009650" y="2530754"/>
                </a:lnTo>
                <a:close/>
              </a:path>
              <a:path w="4914900" h="3173729">
                <a:moveTo>
                  <a:pt x="1009650" y="1898929"/>
                </a:moveTo>
                <a:lnTo>
                  <a:pt x="1009192" y="1897811"/>
                </a:lnTo>
                <a:lnTo>
                  <a:pt x="1007325" y="1895944"/>
                </a:lnTo>
                <a:lnTo>
                  <a:pt x="1006208" y="1895475"/>
                </a:lnTo>
                <a:lnTo>
                  <a:pt x="1003579" y="1895475"/>
                </a:lnTo>
                <a:lnTo>
                  <a:pt x="1002461" y="1895944"/>
                </a:lnTo>
                <a:lnTo>
                  <a:pt x="1000594" y="1897811"/>
                </a:lnTo>
                <a:lnTo>
                  <a:pt x="1000125" y="1898929"/>
                </a:lnTo>
                <a:lnTo>
                  <a:pt x="1000125" y="1901558"/>
                </a:lnTo>
                <a:lnTo>
                  <a:pt x="1000594" y="1902675"/>
                </a:lnTo>
                <a:lnTo>
                  <a:pt x="1002461" y="1904542"/>
                </a:lnTo>
                <a:lnTo>
                  <a:pt x="1003579" y="1905000"/>
                </a:lnTo>
                <a:lnTo>
                  <a:pt x="1006208" y="1905000"/>
                </a:lnTo>
                <a:lnTo>
                  <a:pt x="1007325" y="1904542"/>
                </a:lnTo>
                <a:lnTo>
                  <a:pt x="1009192" y="1902675"/>
                </a:lnTo>
                <a:lnTo>
                  <a:pt x="1009650" y="1901558"/>
                </a:lnTo>
                <a:lnTo>
                  <a:pt x="1009650" y="1898929"/>
                </a:lnTo>
                <a:close/>
              </a:path>
              <a:path w="4914900" h="3173729">
                <a:moveTo>
                  <a:pt x="1009650" y="1267104"/>
                </a:moveTo>
                <a:lnTo>
                  <a:pt x="1009192" y="1265986"/>
                </a:lnTo>
                <a:lnTo>
                  <a:pt x="1007325" y="1264119"/>
                </a:lnTo>
                <a:lnTo>
                  <a:pt x="1006208" y="1263650"/>
                </a:lnTo>
                <a:lnTo>
                  <a:pt x="1003579" y="1263650"/>
                </a:lnTo>
                <a:lnTo>
                  <a:pt x="1002461" y="1264119"/>
                </a:lnTo>
                <a:lnTo>
                  <a:pt x="1000594" y="1265986"/>
                </a:lnTo>
                <a:lnTo>
                  <a:pt x="1000125" y="1267104"/>
                </a:lnTo>
                <a:lnTo>
                  <a:pt x="1000125" y="1269733"/>
                </a:lnTo>
                <a:lnTo>
                  <a:pt x="1000594" y="1270850"/>
                </a:lnTo>
                <a:lnTo>
                  <a:pt x="1002461" y="1272717"/>
                </a:lnTo>
                <a:lnTo>
                  <a:pt x="1003579" y="1273175"/>
                </a:lnTo>
                <a:lnTo>
                  <a:pt x="1006208" y="1273175"/>
                </a:lnTo>
                <a:lnTo>
                  <a:pt x="1007325" y="1272717"/>
                </a:lnTo>
                <a:lnTo>
                  <a:pt x="1009192" y="1270850"/>
                </a:lnTo>
                <a:lnTo>
                  <a:pt x="1009650" y="1269733"/>
                </a:lnTo>
                <a:lnTo>
                  <a:pt x="1009650" y="1267104"/>
                </a:lnTo>
                <a:close/>
              </a:path>
              <a:path w="4914900" h="3173729">
                <a:moveTo>
                  <a:pt x="1009650" y="635279"/>
                </a:moveTo>
                <a:lnTo>
                  <a:pt x="1009192" y="634161"/>
                </a:lnTo>
                <a:lnTo>
                  <a:pt x="1007325" y="632294"/>
                </a:lnTo>
                <a:lnTo>
                  <a:pt x="1006208" y="631837"/>
                </a:lnTo>
                <a:lnTo>
                  <a:pt x="1003579" y="631837"/>
                </a:lnTo>
                <a:lnTo>
                  <a:pt x="1002461" y="632294"/>
                </a:lnTo>
                <a:lnTo>
                  <a:pt x="1000594" y="634161"/>
                </a:lnTo>
                <a:lnTo>
                  <a:pt x="1000125" y="635279"/>
                </a:lnTo>
                <a:lnTo>
                  <a:pt x="1000125" y="637908"/>
                </a:lnTo>
                <a:lnTo>
                  <a:pt x="1000594" y="639025"/>
                </a:lnTo>
                <a:lnTo>
                  <a:pt x="1002461" y="640892"/>
                </a:lnTo>
                <a:lnTo>
                  <a:pt x="1003579" y="641362"/>
                </a:lnTo>
                <a:lnTo>
                  <a:pt x="1006208" y="641362"/>
                </a:lnTo>
                <a:lnTo>
                  <a:pt x="1007325" y="640892"/>
                </a:lnTo>
                <a:lnTo>
                  <a:pt x="1009192" y="639025"/>
                </a:lnTo>
                <a:lnTo>
                  <a:pt x="1009650" y="637908"/>
                </a:lnTo>
                <a:lnTo>
                  <a:pt x="1009650" y="635279"/>
                </a:lnTo>
                <a:close/>
              </a:path>
              <a:path w="4914900" h="3173729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4914900" h="3173729">
                <a:moveTo>
                  <a:pt x="1057275" y="2530754"/>
                </a:moveTo>
                <a:lnTo>
                  <a:pt x="1056817" y="2529636"/>
                </a:lnTo>
                <a:lnTo>
                  <a:pt x="1054950" y="2527770"/>
                </a:lnTo>
                <a:lnTo>
                  <a:pt x="1053833" y="2527300"/>
                </a:lnTo>
                <a:lnTo>
                  <a:pt x="1051204" y="2527300"/>
                </a:lnTo>
                <a:lnTo>
                  <a:pt x="1050086" y="2527770"/>
                </a:lnTo>
                <a:lnTo>
                  <a:pt x="1048219" y="2529636"/>
                </a:lnTo>
                <a:lnTo>
                  <a:pt x="1047750" y="2530754"/>
                </a:lnTo>
                <a:lnTo>
                  <a:pt x="1047750" y="2533383"/>
                </a:lnTo>
                <a:lnTo>
                  <a:pt x="1048219" y="2534501"/>
                </a:lnTo>
                <a:lnTo>
                  <a:pt x="1050086" y="2536367"/>
                </a:lnTo>
                <a:lnTo>
                  <a:pt x="1051204" y="2536825"/>
                </a:lnTo>
                <a:lnTo>
                  <a:pt x="1053833" y="2536825"/>
                </a:lnTo>
                <a:lnTo>
                  <a:pt x="1054950" y="2536367"/>
                </a:lnTo>
                <a:lnTo>
                  <a:pt x="1056817" y="2534501"/>
                </a:lnTo>
                <a:lnTo>
                  <a:pt x="1057275" y="2533383"/>
                </a:lnTo>
                <a:lnTo>
                  <a:pt x="1057275" y="2530754"/>
                </a:lnTo>
                <a:close/>
              </a:path>
              <a:path w="4914900" h="3173729">
                <a:moveTo>
                  <a:pt x="1057275" y="1898929"/>
                </a:moveTo>
                <a:lnTo>
                  <a:pt x="1056817" y="1897811"/>
                </a:lnTo>
                <a:lnTo>
                  <a:pt x="1054950" y="1895944"/>
                </a:lnTo>
                <a:lnTo>
                  <a:pt x="1053833" y="1895475"/>
                </a:lnTo>
                <a:lnTo>
                  <a:pt x="1051204" y="1895475"/>
                </a:lnTo>
                <a:lnTo>
                  <a:pt x="1050086" y="1895944"/>
                </a:lnTo>
                <a:lnTo>
                  <a:pt x="1048219" y="1897811"/>
                </a:lnTo>
                <a:lnTo>
                  <a:pt x="1047750" y="1898929"/>
                </a:lnTo>
                <a:lnTo>
                  <a:pt x="1047750" y="1901558"/>
                </a:lnTo>
                <a:lnTo>
                  <a:pt x="1048219" y="1902675"/>
                </a:lnTo>
                <a:lnTo>
                  <a:pt x="1050086" y="1904542"/>
                </a:lnTo>
                <a:lnTo>
                  <a:pt x="1051204" y="1905000"/>
                </a:lnTo>
                <a:lnTo>
                  <a:pt x="1053833" y="1905000"/>
                </a:lnTo>
                <a:lnTo>
                  <a:pt x="1054950" y="1904542"/>
                </a:lnTo>
                <a:lnTo>
                  <a:pt x="1056817" y="1902675"/>
                </a:lnTo>
                <a:lnTo>
                  <a:pt x="1057275" y="1901558"/>
                </a:lnTo>
                <a:lnTo>
                  <a:pt x="1057275" y="1898929"/>
                </a:lnTo>
                <a:close/>
              </a:path>
              <a:path w="4914900" h="3173729">
                <a:moveTo>
                  <a:pt x="1057275" y="1267104"/>
                </a:moveTo>
                <a:lnTo>
                  <a:pt x="1056817" y="1265986"/>
                </a:lnTo>
                <a:lnTo>
                  <a:pt x="1054950" y="1264119"/>
                </a:lnTo>
                <a:lnTo>
                  <a:pt x="1053833" y="1263650"/>
                </a:lnTo>
                <a:lnTo>
                  <a:pt x="1051204" y="1263650"/>
                </a:lnTo>
                <a:lnTo>
                  <a:pt x="1050086" y="1264119"/>
                </a:lnTo>
                <a:lnTo>
                  <a:pt x="1048219" y="1265986"/>
                </a:lnTo>
                <a:lnTo>
                  <a:pt x="1047750" y="1267104"/>
                </a:lnTo>
                <a:lnTo>
                  <a:pt x="1047750" y="1269733"/>
                </a:lnTo>
                <a:lnTo>
                  <a:pt x="1048219" y="1270850"/>
                </a:lnTo>
                <a:lnTo>
                  <a:pt x="1050086" y="1272717"/>
                </a:lnTo>
                <a:lnTo>
                  <a:pt x="1051204" y="1273175"/>
                </a:lnTo>
                <a:lnTo>
                  <a:pt x="1053833" y="1273175"/>
                </a:lnTo>
                <a:lnTo>
                  <a:pt x="1054950" y="1272717"/>
                </a:lnTo>
                <a:lnTo>
                  <a:pt x="1056817" y="1270850"/>
                </a:lnTo>
                <a:lnTo>
                  <a:pt x="1057275" y="1269733"/>
                </a:lnTo>
                <a:lnTo>
                  <a:pt x="1057275" y="1267104"/>
                </a:lnTo>
                <a:close/>
              </a:path>
              <a:path w="4914900" h="3173729">
                <a:moveTo>
                  <a:pt x="1057275" y="635279"/>
                </a:moveTo>
                <a:lnTo>
                  <a:pt x="1056817" y="634161"/>
                </a:lnTo>
                <a:lnTo>
                  <a:pt x="1054950" y="632294"/>
                </a:lnTo>
                <a:lnTo>
                  <a:pt x="1053833" y="631837"/>
                </a:lnTo>
                <a:lnTo>
                  <a:pt x="1051204" y="631837"/>
                </a:lnTo>
                <a:lnTo>
                  <a:pt x="1050086" y="632294"/>
                </a:lnTo>
                <a:lnTo>
                  <a:pt x="1048219" y="634161"/>
                </a:lnTo>
                <a:lnTo>
                  <a:pt x="1047750" y="635279"/>
                </a:lnTo>
                <a:lnTo>
                  <a:pt x="1047750" y="637908"/>
                </a:lnTo>
                <a:lnTo>
                  <a:pt x="1048219" y="639025"/>
                </a:lnTo>
                <a:lnTo>
                  <a:pt x="1050086" y="640892"/>
                </a:lnTo>
                <a:lnTo>
                  <a:pt x="1051204" y="641362"/>
                </a:lnTo>
                <a:lnTo>
                  <a:pt x="1053833" y="641362"/>
                </a:lnTo>
                <a:lnTo>
                  <a:pt x="1054950" y="640892"/>
                </a:lnTo>
                <a:lnTo>
                  <a:pt x="1056817" y="639025"/>
                </a:lnTo>
                <a:lnTo>
                  <a:pt x="1057275" y="637908"/>
                </a:lnTo>
                <a:lnTo>
                  <a:pt x="1057275" y="635279"/>
                </a:lnTo>
                <a:close/>
              </a:path>
              <a:path w="4914900" h="3173729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4914900" h="3173729">
                <a:moveTo>
                  <a:pt x="1104900" y="2530754"/>
                </a:moveTo>
                <a:lnTo>
                  <a:pt x="1104442" y="2529636"/>
                </a:lnTo>
                <a:lnTo>
                  <a:pt x="1102575" y="2527770"/>
                </a:lnTo>
                <a:lnTo>
                  <a:pt x="1101458" y="2527300"/>
                </a:lnTo>
                <a:lnTo>
                  <a:pt x="1098829" y="2527300"/>
                </a:lnTo>
                <a:lnTo>
                  <a:pt x="1097711" y="2527770"/>
                </a:lnTo>
                <a:lnTo>
                  <a:pt x="1095844" y="2529636"/>
                </a:lnTo>
                <a:lnTo>
                  <a:pt x="1095375" y="2530754"/>
                </a:lnTo>
                <a:lnTo>
                  <a:pt x="1095375" y="2533383"/>
                </a:lnTo>
                <a:lnTo>
                  <a:pt x="1095844" y="2534501"/>
                </a:lnTo>
                <a:lnTo>
                  <a:pt x="1097711" y="2536367"/>
                </a:lnTo>
                <a:lnTo>
                  <a:pt x="1098829" y="2536825"/>
                </a:lnTo>
                <a:lnTo>
                  <a:pt x="1101458" y="2536825"/>
                </a:lnTo>
                <a:lnTo>
                  <a:pt x="1102575" y="2536367"/>
                </a:lnTo>
                <a:lnTo>
                  <a:pt x="1104442" y="2534501"/>
                </a:lnTo>
                <a:lnTo>
                  <a:pt x="1104900" y="2533383"/>
                </a:lnTo>
                <a:lnTo>
                  <a:pt x="1104900" y="2530754"/>
                </a:lnTo>
                <a:close/>
              </a:path>
              <a:path w="4914900" h="3173729">
                <a:moveTo>
                  <a:pt x="1104900" y="1898929"/>
                </a:moveTo>
                <a:lnTo>
                  <a:pt x="1104442" y="1897811"/>
                </a:lnTo>
                <a:lnTo>
                  <a:pt x="1102575" y="1895944"/>
                </a:lnTo>
                <a:lnTo>
                  <a:pt x="1101458" y="1895475"/>
                </a:lnTo>
                <a:lnTo>
                  <a:pt x="1098829" y="1895475"/>
                </a:lnTo>
                <a:lnTo>
                  <a:pt x="1097711" y="1895944"/>
                </a:lnTo>
                <a:lnTo>
                  <a:pt x="1095844" y="1897811"/>
                </a:lnTo>
                <a:lnTo>
                  <a:pt x="1095375" y="1898929"/>
                </a:lnTo>
                <a:lnTo>
                  <a:pt x="1095375" y="1901558"/>
                </a:lnTo>
                <a:lnTo>
                  <a:pt x="1095844" y="1902675"/>
                </a:lnTo>
                <a:lnTo>
                  <a:pt x="1097711" y="1904542"/>
                </a:lnTo>
                <a:lnTo>
                  <a:pt x="1098829" y="1905000"/>
                </a:lnTo>
                <a:lnTo>
                  <a:pt x="1101458" y="1905000"/>
                </a:lnTo>
                <a:lnTo>
                  <a:pt x="1102575" y="1904542"/>
                </a:lnTo>
                <a:lnTo>
                  <a:pt x="1104442" y="1902675"/>
                </a:lnTo>
                <a:lnTo>
                  <a:pt x="1104900" y="1901558"/>
                </a:lnTo>
                <a:lnTo>
                  <a:pt x="1104900" y="1898929"/>
                </a:lnTo>
                <a:close/>
              </a:path>
              <a:path w="4914900" h="3173729">
                <a:moveTo>
                  <a:pt x="1104900" y="1267104"/>
                </a:moveTo>
                <a:lnTo>
                  <a:pt x="1104442" y="1265986"/>
                </a:lnTo>
                <a:lnTo>
                  <a:pt x="1102575" y="1264119"/>
                </a:lnTo>
                <a:lnTo>
                  <a:pt x="1101458" y="1263650"/>
                </a:lnTo>
                <a:lnTo>
                  <a:pt x="1098829" y="1263650"/>
                </a:lnTo>
                <a:lnTo>
                  <a:pt x="1097711" y="1264119"/>
                </a:lnTo>
                <a:lnTo>
                  <a:pt x="1095844" y="1265986"/>
                </a:lnTo>
                <a:lnTo>
                  <a:pt x="1095375" y="1267104"/>
                </a:lnTo>
                <a:lnTo>
                  <a:pt x="1095375" y="1269733"/>
                </a:lnTo>
                <a:lnTo>
                  <a:pt x="1095844" y="1270850"/>
                </a:lnTo>
                <a:lnTo>
                  <a:pt x="1097711" y="1272717"/>
                </a:lnTo>
                <a:lnTo>
                  <a:pt x="1098829" y="1273175"/>
                </a:lnTo>
                <a:lnTo>
                  <a:pt x="1101458" y="1273175"/>
                </a:lnTo>
                <a:lnTo>
                  <a:pt x="1102575" y="1272717"/>
                </a:lnTo>
                <a:lnTo>
                  <a:pt x="1104442" y="1270850"/>
                </a:lnTo>
                <a:lnTo>
                  <a:pt x="1104900" y="1269733"/>
                </a:lnTo>
                <a:lnTo>
                  <a:pt x="1104900" y="1267104"/>
                </a:lnTo>
                <a:close/>
              </a:path>
              <a:path w="4914900" h="3173729">
                <a:moveTo>
                  <a:pt x="1104900" y="635279"/>
                </a:moveTo>
                <a:lnTo>
                  <a:pt x="1104442" y="634161"/>
                </a:lnTo>
                <a:lnTo>
                  <a:pt x="1102575" y="632294"/>
                </a:lnTo>
                <a:lnTo>
                  <a:pt x="1101458" y="631837"/>
                </a:lnTo>
                <a:lnTo>
                  <a:pt x="1098829" y="631837"/>
                </a:lnTo>
                <a:lnTo>
                  <a:pt x="1097711" y="632294"/>
                </a:lnTo>
                <a:lnTo>
                  <a:pt x="1095844" y="634161"/>
                </a:lnTo>
                <a:lnTo>
                  <a:pt x="1095375" y="635279"/>
                </a:lnTo>
                <a:lnTo>
                  <a:pt x="1095375" y="637908"/>
                </a:lnTo>
                <a:lnTo>
                  <a:pt x="1095844" y="639025"/>
                </a:lnTo>
                <a:lnTo>
                  <a:pt x="1097711" y="640892"/>
                </a:lnTo>
                <a:lnTo>
                  <a:pt x="1098829" y="641362"/>
                </a:lnTo>
                <a:lnTo>
                  <a:pt x="1101458" y="641362"/>
                </a:lnTo>
                <a:lnTo>
                  <a:pt x="1102575" y="640892"/>
                </a:lnTo>
                <a:lnTo>
                  <a:pt x="1104442" y="639025"/>
                </a:lnTo>
                <a:lnTo>
                  <a:pt x="1104900" y="637908"/>
                </a:lnTo>
                <a:lnTo>
                  <a:pt x="1104900" y="635279"/>
                </a:lnTo>
                <a:close/>
              </a:path>
              <a:path w="4914900" h="3173729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4914900" h="3173729">
                <a:moveTo>
                  <a:pt x="1152525" y="2530754"/>
                </a:moveTo>
                <a:lnTo>
                  <a:pt x="1152067" y="2529636"/>
                </a:lnTo>
                <a:lnTo>
                  <a:pt x="1150200" y="2527770"/>
                </a:lnTo>
                <a:lnTo>
                  <a:pt x="1149083" y="2527300"/>
                </a:lnTo>
                <a:lnTo>
                  <a:pt x="1146454" y="2527300"/>
                </a:lnTo>
                <a:lnTo>
                  <a:pt x="1145336" y="2527770"/>
                </a:lnTo>
                <a:lnTo>
                  <a:pt x="1143469" y="2529636"/>
                </a:lnTo>
                <a:lnTo>
                  <a:pt x="1143000" y="2530754"/>
                </a:lnTo>
                <a:lnTo>
                  <a:pt x="1143000" y="2533383"/>
                </a:lnTo>
                <a:lnTo>
                  <a:pt x="1143469" y="2534501"/>
                </a:lnTo>
                <a:lnTo>
                  <a:pt x="1145336" y="2536367"/>
                </a:lnTo>
                <a:lnTo>
                  <a:pt x="1146454" y="2536825"/>
                </a:lnTo>
                <a:lnTo>
                  <a:pt x="1149083" y="2536825"/>
                </a:lnTo>
                <a:lnTo>
                  <a:pt x="1150200" y="2536367"/>
                </a:lnTo>
                <a:lnTo>
                  <a:pt x="1152067" y="2534501"/>
                </a:lnTo>
                <a:lnTo>
                  <a:pt x="1152525" y="2533383"/>
                </a:lnTo>
                <a:lnTo>
                  <a:pt x="1152525" y="2530754"/>
                </a:lnTo>
                <a:close/>
              </a:path>
              <a:path w="4914900" h="3173729">
                <a:moveTo>
                  <a:pt x="1152525" y="1898929"/>
                </a:moveTo>
                <a:lnTo>
                  <a:pt x="1152067" y="1897811"/>
                </a:lnTo>
                <a:lnTo>
                  <a:pt x="1150200" y="1895944"/>
                </a:lnTo>
                <a:lnTo>
                  <a:pt x="1149083" y="1895475"/>
                </a:lnTo>
                <a:lnTo>
                  <a:pt x="1146454" y="1895475"/>
                </a:lnTo>
                <a:lnTo>
                  <a:pt x="1145336" y="1895944"/>
                </a:lnTo>
                <a:lnTo>
                  <a:pt x="1143469" y="1897811"/>
                </a:lnTo>
                <a:lnTo>
                  <a:pt x="1143000" y="1898929"/>
                </a:lnTo>
                <a:lnTo>
                  <a:pt x="1143000" y="1901558"/>
                </a:lnTo>
                <a:lnTo>
                  <a:pt x="1143469" y="1902675"/>
                </a:lnTo>
                <a:lnTo>
                  <a:pt x="1145336" y="1904542"/>
                </a:lnTo>
                <a:lnTo>
                  <a:pt x="1146454" y="1905000"/>
                </a:lnTo>
                <a:lnTo>
                  <a:pt x="1149083" y="1905000"/>
                </a:lnTo>
                <a:lnTo>
                  <a:pt x="1150200" y="1904542"/>
                </a:lnTo>
                <a:lnTo>
                  <a:pt x="1152067" y="1902675"/>
                </a:lnTo>
                <a:lnTo>
                  <a:pt x="1152525" y="1901558"/>
                </a:lnTo>
                <a:lnTo>
                  <a:pt x="1152525" y="1898929"/>
                </a:lnTo>
                <a:close/>
              </a:path>
              <a:path w="4914900" h="3173729">
                <a:moveTo>
                  <a:pt x="1152525" y="1267104"/>
                </a:moveTo>
                <a:lnTo>
                  <a:pt x="1152067" y="1265986"/>
                </a:lnTo>
                <a:lnTo>
                  <a:pt x="1150200" y="1264119"/>
                </a:lnTo>
                <a:lnTo>
                  <a:pt x="1149083" y="1263650"/>
                </a:lnTo>
                <a:lnTo>
                  <a:pt x="1146454" y="1263650"/>
                </a:lnTo>
                <a:lnTo>
                  <a:pt x="1145336" y="1264119"/>
                </a:lnTo>
                <a:lnTo>
                  <a:pt x="1143469" y="1265986"/>
                </a:lnTo>
                <a:lnTo>
                  <a:pt x="1143000" y="1267104"/>
                </a:lnTo>
                <a:lnTo>
                  <a:pt x="1143000" y="1269733"/>
                </a:lnTo>
                <a:lnTo>
                  <a:pt x="1143469" y="1270850"/>
                </a:lnTo>
                <a:lnTo>
                  <a:pt x="1145336" y="1272717"/>
                </a:lnTo>
                <a:lnTo>
                  <a:pt x="1146454" y="1273175"/>
                </a:lnTo>
                <a:lnTo>
                  <a:pt x="1149083" y="1273175"/>
                </a:lnTo>
                <a:lnTo>
                  <a:pt x="1150200" y="1272717"/>
                </a:lnTo>
                <a:lnTo>
                  <a:pt x="1152067" y="1270850"/>
                </a:lnTo>
                <a:lnTo>
                  <a:pt x="1152525" y="1269733"/>
                </a:lnTo>
                <a:lnTo>
                  <a:pt x="1152525" y="1267104"/>
                </a:lnTo>
                <a:close/>
              </a:path>
              <a:path w="4914900" h="3173729">
                <a:moveTo>
                  <a:pt x="1152525" y="635279"/>
                </a:moveTo>
                <a:lnTo>
                  <a:pt x="1152067" y="634161"/>
                </a:lnTo>
                <a:lnTo>
                  <a:pt x="1150200" y="632294"/>
                </a:lnTo>
                <a:lnTo>
                  <a:pt x="1149083" y="631837"/>
                </a:lnTo>
                <a:lnTo>
                  <a:pt x="1146454" y="631837"/>
                </a:lnTo>
                <a:lnTo>
                  <a:pt x="1145336" y="632294"/>
                </a:lnTo>
                <a:lnTo>
                  <a:pt x="1143469" y="634161"/>
                </a:lnTo>
                <a:lnTo>
                  <a:pt x="1143000" y="635279"/>
                </a:lnTo>
                <a:lnTo>
                  <a:pt x="1143000" y="637908"/>
                </a:lnTo>
                <a:lnTo>
                  <a:pt x="1143469" y="639025"/>
                </a:lnTo>
                <a:lnTo>
                  <a:pt x="1145336" y="640892"/>
                </a:lnTo>
                <a:lnTo>
                  <a:pt x="1146454" y="641362"/>
                </a:lnTo>
                <a:lnTo>
                  <a:pt x="1149083" y="641362"/>
                </a:lnTo>
                <a:lnTo>
                  <a:pt x="1150200" y="640892"/>
                </a:lnTo>
                <a:lnTo>
                  <a:pt x="1152067" y="639025"/>
                </a:lnTo>
                <a:lnTo>
                  <a:pt x="1152525" y="637908"/>
                </a:lnTo>
                <a:lnTo>
                  <a:pt x="1152525" y="635279"/>
                </a:lnTo>
                <a:close/>
              </a:path>
              <a:path w="4914900" h="3173729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4914900" h="3173729">
                <a:moveTo>
                  <a:pt x="1200150" y="2530754"/>
                </a:moveTo>
                <a:lnTo>
                  <a:pt x="1199692" y="2529636"/>
                </a:lnTo>
                <a:lnTo>
                  <a:pt x="1197825" y="2527770"/>
                </a:lnTo>
                <a:lnTo>
                  <a:pt x="1196708" y="2527300"/>
                </a:lnTo>
                <a:lnTo>
                  <a:pt x="1194079" y="2527300"/>
                </a:lnTo>
                <a:lnTo>
                  <a:pt x="1192961" y="2527770"/>
                </a:lnTo>
                <a:lnTo>
                  <a:pt x="1191094" y="2529636"/>
                </a:lnTo>
                <a:lnTo>
                  <a:pt x="1190625" y="2530754"/>
                </a:lnTo>
                <a:lnTo>
                  <a:pt x="1190625" y="2533383"/>
                </a:lnTo>
                <a:lnTo>
                  <a:pt x="1191094" y="2534501"/>
                </a:lnTo>
                <a:lnTo>
                  <a:pt x="1192961" y="2536367"/>
                </a:lnTo>
                <a:lnTo>
                  <a:pt x="1194079" y="2536825"/>
                </a:lnTo>
                <a:lnTo>
                  <a:pt x="1196708" y="2536825"/>
                </a:lnTo>
                <a:lnTo>
                  <a:pt x="1197825" y="2536367"/>
                </a:lnTo>
                <a:lnTo>
                  <a:pt x="1199692" y="2534501"/>
                </a:lnTo>
                <a:lnTo>
                  <a:pt x="1200150" y="2533383"/>
                </a:lnTo>
                <a:lnTo>
                  <a:pt x="1200150" y="2530754"/>
                </a:lnTo>
                <a:close/>
              </a:path>
              <a:path w="4914900" h="3173729">
                <a:moveTo>
                  <a:pt x="1200150" y="1898929"/>
                </a:moveTo>
                <a:lnTo>
                  <a:pt x="1199692" y="1897811"/>
                </a:lnTo>
                <a:lnTo>
                  <a:pt x="1197825" y="1895944"/>
                </a:lnTo>
                <a:lnTo>
                  <a:pt x="1196708" y="1895475"/>
                </a:lnTo>
                <a:lnTo>
                  <a:pt x="1194079" y="1895475"/>
                </a:lnTo>
                <a:lnTo>
                  <a:pt x="1192961" y="1895944"/>
                </a:lnTo>
                <a:lnTo>
                  <a:pt x="1191094" y="1897811"/>
                </a:lnTo>
                <a:lnTo>
                  <a:pt x="1190625" y="1898929"/>
                </a:lnTo>
                <a:lnTo>
                  <a:pt x="1190625" y="1901558"/>
                </a:lnTo>
                <a:lnTo>
                  <a:pt x="1191094" y="1902675"/>
                </a:lnTo>
                <a:lnTo>
                  <a:pt x="1192961" y="1904542"/>
                </a:lnTo>
                <a:lnTo>
                  <a:pt x="1194079" y="1905000"/>
                </a:lnTo>
                <a:lnTo>
                  <a:pt x="1196708" y="1905000"/>
                </a:lnTo>
                <a:lnTo>
                  <a:pt x="1197825" y="1904542"/>
                </a:lnTo>
                <a:lnTo>
                  <a:pt x="1199692" y="1902675"/>
                </a:lnTo>
                <a:lnTo>
                  <a:pt x="1200150" y="1901558"/>
                </a:lnTo>
                <a:lnTo>
                  <a:pt x="1200150" y="1898929"/>
                </a:lnTo>
                <a:close/>
              </a:path>
              <a:path w="4914900" h="3173729">
                <a:moveTo>
                  <a:pt x="1200150" y="1267104"/>
                </a:moveTo>
                <a:lnTo>
                  <a:pt x="1199692" y="1265986"/>
                </a:lnTo>
                <a:lnTo>
                  <a:pt x="1197825" y="1264119"/>
                </a:lnTo>
                <a:lnTo>
                  <a:pt x="1196708" y="1263650"/>
                </a:lnTo>
                <a:lnTo>
                  <a:pt x="1194079" y="1263650"/>
                </a:lnTo>
                <a:lnTo>
                  <a:pt x="1192961" y="1264119"/>
                </a:lnTo>
                <a:lnTo>
                  <a:pt x="1191094" y="1265986"/>
                </a:lnTo>
                <a:lnTo>
                  <a:pt x="1190625" y="1267104"/>
                </a:lnTo>
                <a:lnTo>
                  <a:pt x="1190625" y="1269733"/>
                </a:lnTo>
                <a:lnTo>
                  <a:pt x="1191094" y="1270850"/>
                </a:lnTo>
                <a:lnTo>
                  <a:pt x="1192961" y="1272717"/>
                </a:lnTo>
                <a:lnTo>
                  <a:pt x="1194079" y="1273175"/>
                </a:lnTo>
                <a:lnTo>
                  <a:pt x="1196708" y="1273175"/>
                </a:lnTo>
                <a:lnTo>
                  <a:pt x="1197825" y="1272717"/>
                </a:lnTo>
                <a:lnTo>
                  <a:pt x="1199692" y="1270850"/>
                </a:lnTo>
                <a:lnTo>
                  <a:pt x="1200150" y="1269733"/>
                </a:lnTo>
                <a:lnTo>
                  <a:pt x="1200150" y="1267104"/>
                </a:lnTo>
                <a:close/>
              </a:path>
              <a:path w="4914900" h="3173729">
                <a:moveTo>
                  <a:pt x="1200150" y="635279"/>
                </a:moveTo>
                <a:lnTo>
                  <a:pt x="1199692" y="634161"/>
                </a:lnTo>
                <a:lnTo>
                  <a:pt x="1197825" y="632294"/>
                </a:lnTo>
                <a:lnTo>
                  <a:pt x="1196708" y="631837"/>
                </a:lnTo>
                <a:lnTo>
                  <a:pt x="1194079" y="631837"/>
                </a:lnTo>
                <a:lnTo>
                  <a:pt x="1192961" y="632294"/>
                </a:lnTo>
                <a:lnTo>
                  <a:pt x="1191094" y="634161"/>
                </a:lnTo>
                <a:lnTo>
                  <a:pt x="1190625" y="635279"/>
                </a:lnTo>
                <a:lnTo>
                  <a:pt x="1190625" y="637908"/>
                </a:lnTo>
                <a:lnTo>
                  <a:pt x="1191094" y="639025"/>
                </a:lnTo>
                <a:lnTo>
                  <a:pt x="1192961" y="640892"/>
                </a:lnTo>
                <a:lnTo>
                  <a:pt x="1194079" y="641362"/>
                </a:lnTo>
                <a:lnTo>
                  <a:pt x="1196708" y="641362"/>
                </a:lnTo>
                <a:lnTo>
                  <a:pt x="1197825" y="640892"/>
                </a:lnTo>
                <a:lnTo>
                  <a:pt x="1199692" y="639025"/>
                </a:lnTo>
                <a:lnTo>
                  <a:pt x="1200150" y="637908"/>
                </a:lnTo>
                <a:lnTo>
                  <a:pt x="1200150" y="635279"/>
                </a:lnTo>
                <a:close/>
              </a:path>
              <a:path w="4914900" h="3173729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4914900" h="3173729">
                <a:moveTo>
                  <a:pt x="1247775" y="2530754"/>
                </a:moveTo>
                <a:lnTo>
                  <a:pt x="1247317" y="2529636"/>
                </a:lnTo>
                <a:lnTo>
                  <a:pt x="1245450" y="2527770"/>
                </a:lnTo>
                <a:lnTo>
                  <a:pt x="1244333" y="2527300"/>
                </a:lnTo>
                <a:lnTo>
                  <a:pt x="1241704" y="2527300"/>
                </a:lnTo>
                <a:lnTo>
                  <a:pt x="1240586" y="2527770"/>
                </a:lnTo>
                <a:lnTo>
                  <a:pt x="1238719" y="2529636"/>
                </a:lnTo>
                <a:lnTo>
                  <a:pt x="1238250" y="2530754"/>
                </a:lnTo>
                <a:lnTo>
                  <a:pt x="1238250" y="2533383"/>
                </a:lnTo>
                <a:lnTo>
                  <a:pt x="1238719" y="2534501"/>
                </a:lnTo>
                <a:lnTo>
                  <a:pt x="1240586" y="2536367"/>
                </a:lnTo>
                <a:lnTo>
                  <a:pt x="1241704" y="2536825"/>
                </a:lnTo>
                <a:lnTo>
                  <a:pt x="1244333" y="2536825"/>
                </a:lnTo>
                <a:lnTo>
                  <a:pt x="1245450" y="2536367"/>
                </a:lnTo>
                <a:lnTo>
                  <a:pt x="1247317" y="2534501"/>
                </a:lnTo>
                <a:lnTo>
                  <a:pt x="1247775" y="2533383"/>
                </a:lnTo>
                <a:lnTo>
                  <a:pt x="1247775" y="2530754"/>
                </a:lnTo>
                <a:close/>
              </a:path>
              <a:path w="4914900" h="3173729">
                <a:moveTo>
                  <a:pt x="1247775" y="1898929"/>
                </a:moveTo>
                <a:lnTo>
                  <a:pt x="1247317" y="1897811"/>
                </a:lnTo>
                <a:lnTo>
                  <a:pt x="1245450" y="1895944"/>
                </a:lnTo>
                <a:lnTo>
                  <a:pt x="1244333" y="1895475"/>
                </a:lnTo>
                <a:lnTo>
                  <a:pt x="1241704" y="1895475"/>
                </a:lnTo>
                <a:lnTo>
                  <a:pt x="1240586" y="1895944"/>
                </a:lnTo>
                <a:lnTo>
                  <a:pt x="1238719" y="1897811"/>
                </a:lnTo>
                <a:lnTo>
                  <a:pt x="1238250" y="1898929"/>
                </a:lnTo>
                <a:lnTo>
                  <a:pt x="1238250" y="1901558"/>
                </a:lnTo>
                <a:lnTo>
                  <a:pt x="1238719" y="1902675"/>
                </a:lnTo>
                <a:lnTo>
                  <a:pt x="1240586" y="1904542"/>
                </a:lnTo>
                <a:lnTo>
                  <a:pt x="1241704" y="1905000"/>
                </a:lnTo>
                <a:lnTo>
                  <a:pt x="1244333" y="1905000"/>
                </a:lnTo>
                <a:lnTo>
                  <a:pt x="1245450" y="1904542"/>
                </a:lnTo>
                <a:lnTo>
                  <a:pt x="1247317" y="1902675"/>
                </a:lnTo>
                <a:lnTo>
                  <a:pt x="1247775" y="1901558"/>
                </a:lnTo>
                <a:lnTo>
                  <a:pt x="1247775" y="1898929"/>
                </a:lnTo>
                <a:close/>
              </a:path>
              <a:path w="4914900" h="3173729">
                <a:moveTo>
                  <a:pt x="1247775" y="1267104"/>
                </a:moveTo>
                <a:lnTo>
                  <a:pt x="1247317" y="1265986"/>
                </a:lnTo>
                <a:lnTo>
                  <a:pt x="1245450" y="1264119"/>
                </a:lnTo>
                <a:lnTo>
                  <a:pt x="1244333" y="1263650"/>
                </a:lnTo>
                <a:lnTo>
                  <a:pt x="1241704" y="1263650"/>
                </a:lnTo>
                <a:lnTo>
                  <a:pt x="1240586" y="1264119"/>
                </a:lnTo>
                <a:lnTo>
                  <a:pt x="1238719" y="1265986"/>
                </a:lnTo>
                <a:lnTo>
                  <a:pt x="1238250" y="1267104"/>
                </a:lnTo>
                <a:lnTo>
                  <a:pt x="1238250" y="1269733"/>
                </a:lnTo>
                <a:lnTo>
                  <a:pt x="1238719" y="1270850"/>
                </a:lnTo>
                <a:lnTo>
                  <a:pt x="1240586" y="1272717"/>
                </a:lnTo>
                <a:lnTo>
                  <a:pt x="1241704" y="1273175"/>
                </a:lnTo>
                <a:lnTo>
                  <a:pt x="1244333" y="1273175"/>
                </a:lnTo>
                <a:lnTo>
                  <a:pt x="1245450" y="1272717"/>
                </a:lnTo>
                <a:lnTo>
                  <a:pt x="1247317" y="1270850"/>
                </a:lnTo>
                <a:lnTo>
                  <a:pt x="1247775" y="1269733"/>
                </a:lnTo>
                <a:lnTo>
                  <a:pt x="1247775" y="1267104"/>
                </a:lnTo>
                <a:close/>
              </a:path>
              <a:path w="4914900" h="3173729">
                <a:moveTo>
                  <a:pt x="1247775" y="635279"/>
                </a:moveTo>
                <a:lnTo>
                  <a:pt x="1247317" y="634161"/>
                </a:lnTo>
                <a:lnTo>
                  <a:pt x="1245450" y="632294"/>
                </a:lnTo>
                <a:lnTo>
                  <a:pt x="1244333" y="631837"/>
                </a:lnTo>
                <a:lnTo>
                  <a:pt x="1241704" y="631837"/>
                </a:lnTo>
                <a:lnTo>
                  <a:pt x="1240586" y="632294"/>
                </a:lnTo>
                <a:lnTo>
                  <a:pt x="1238719" y="634161"/>
                </a:lnTo>
                <a:lnTo>
                  <a:pt x="1238250" y="635279"/>
                </a:lnTo>
                <a:lnTo>
                  <a:pt x="1238250" y="637908"/>
                </a:lnTo>
                <a:lnTo>
                  <a:pt x="1238719" y="639025"/>
                </a:lnTo>
                <a:lnTo>
                  <a:pt x="1240586" y="640892"/>
                </a:lnTo>
                <a:lnTo>
                  <a:pt x="1241704" y="641362"/>
                </a:lnTo>
                <a:lnTo>
                  <a:pt x="1244333" y="641362"/>
                </a:lnTo>
                <a:lnTo>
                  <a:pt x="1245450" y="640892"/>
                </a:lnTo>
                <a:lnTo>
                  <a:pt x="1247317" y="639025"/>
                </a:lnTo>
                <a:lnTo>
                  <a:pt x="1247775" y="637908"/>
                </a:lnTo>
                <a:lnTo>
                  <a:pt x="1247775" y="635279"/>
                </a:lnTo>
                <a:close/>
              </a:path>
              <a:path w="4914900" h="3173729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4914900" h="3173729">
                <a:moveTo>
                  <a:pt x="1295400" y="2530754"/>
                </a:moveTo>
                <a:lnTo>
                  <a:pt x="1294942" y="2529636"/>
                </a:lnTo>
                <a:lnTo>
                  <a:pt x="1293075" y="2527770"/>
                </a:lnTo>
                <a:lnTo>
                  <a:pt x="1291958" y="2527300"/>
                </a:lnTo>
                <a:lnTo>
                  <a:pt x="1289329" y="2527300"/>
                </a:lnTo>
                <a:lnTo>
                  <a:pt x="1288211" y="2527770"/>
                </a:lnTo>
                <a:lnTo>
                  <a:pt x="1286344" y="2529636"/>
                </a:lnTo>
                <a:lnTo>
                  <a:pt x="1285875" y="2530754"/>
                </a:lnTo>
                <a:lnTo>
                  <a:pt x="1285875" y="2533383"/>
                </a:lnTo>
                <a:lnTo>
                  <a:pt x="1286344" y="2534501"/>
                </a:lnTo>
                <a:lnTo>
                  <a:pt x="1288211" y="2536367"/>
                </a:lnTo>
                <a:lnTo>
                  <a:pt x="1289329" y="2536825"/>
                </a:lnTo>
                <a:lnTo>
                  <a:pt x="1291958" y="2536825"/>
                </a:lnTo>
                <a:lnTo>
                  <a:pt x="1293075" y="2536367"/>
                </a:lnTo>
                <a:lnTo>
                  <a:pt x="1294942" y="2534501"/>
                </a:lnTo>
                <a:lnTo>
                  <a:pt x="1295400" y="2533383"/>
                </a:lnTo>
                <a:lnTo>
                  <a:pt x="1295400" y="2530754"/>
                </a:lnTo>
                <a:close/>
              </a:path>
              <a:path w="4914900" h="3173729">
                <a:moveTo>
                  <a:pt x="1295400" y="1898929"/>
                </a:moveTo>
                <a:lnTo>
                  <a:pt x="1294942" y="1897811"/>
                </a:lnTo>
                <a:lnTo>
                  <a:pt x="1293075" y="1895944"/>
                </a:lnTo>
                <a:lnTo>
                  <a:pt x="1291958" y="1895475"/>
                </a:lnTo>
                <a:lnTo>
                  <a:pt x="1289329" y="1895475"/>
                </a:lnTo>
                <a:lnTo>
                  <a:pt x="1288211" y="1895944"/>
                </a:lnTo>
                <a:lnTo>
                  <a:pt x="1286344" y="1897811"/>
                </a:lnTo>
                <a:lnTo>
                  <a:pt x="1285875" y="1898929"/>
                </a:lnTo>
                <a:lnTo>
                  <a:pt x="1285875" y="1901558"/>
                </a:lnTo>
                <a:lnTo>
                  <a:pt x="1286344" y="1902675"/>
                </a:lnTo>
                <a:lnTo>
                  <a:pt x="1288211" y="1904542"/>
                </a:lnTo>
                <a:lnTo>
                  <a:pt x="1289329" y="1905000"/>
                </a:lnTo>
                <a:lnTo>
                  <a:pt x="1291958" y="1905000"/>
                </a:lnTo>
                <a:lnTo>
                  <a:pt x="1293075" y="1904542"/>
                </a:lnTo>
                <a:lnTo>
                  <a:pt x="1294942" y="1902675"/>
                </a:lnTo>
                <a:lnTo>
                  <a:pt x="1295400" y="1901558"/>
                </a:lnTo>
                <a:lnTo>
                  <a:pt x="1295400" y="1898929"/>
                </a:lnTo>
                <a:close/>
              </a:path>
              <a:path w="4914900" h="3173729">
                <a:moveTo>
                  <a:pt x="1295400" y="1267104"/>
                </a:moveTo>
                <a:lnTo>
                  <a:pt x="1294942" y="1265986"/>
                </a:lnTo>
                <a:lnTo>
                  <a:pt x="1293075" y="1264119"/>
                </a:lnTo>
                <a:lnTo>
                  <a:pt x="1291958" y="1263650"/>
                </a:lnTo>
                <a:lnTo>
                  <a:pt x="1289329" y="1263650"/>
                </a:lnTo>
                <a:lnTo>
                  <a:pt x="1288211" y="1264119"/>
                </a:lnTo>
                <a:lnTo>
                  <a:pt x="1286344" y="1265986"/>
                </a:lnTo>
                <a:lnTo>
                  <a:pt x="1285875" y="1267104"/>
                </a:lnTo>
                <a:lnTo>
                  <a:pt x="1285875" y="1269733"/>
                </a:lnTo>
                <a:lnTo>
                  <a:pt x="1286344" y="1270850"/>
                </a:lnTo>
                <a:lnTo>
                  <a:pt x="1288211" y="1272717"/>
                </a:lnTo>
                <a:lnTo>
                  <a:pt x="1289329" y="1273175"/>
                </a:lnTo>
                <a:lnTo>
                  <a:pt x="1291958" y="1273175"/>
                </a:lnTo>
                <a:lnTo>
                  <a:pt x="1293075" y="1272717"/>
                </a:lnTo>
                <a:lnTo>
                  <a:pt x="1294942" y="1270850"/>
                </a:lnTo>
                <a:lnTo>
                  <a:pt x="1295400" y="1269733"/>
                </a:lnTo>
                <a:lnTo>
                  <a:pt x="1295400" y="1267104"/>
                </a:lnTo>
                <a:close/>
              </a:path>
              <a:path w="4914900" h="3173729">
                <a:moveTo>
                  <a:pt x="1295400" y="635279"/>
                </a:moveTo>
                <a:lnTo>
                  <a:pt x="1294942" y="634161"/>
                </a:lnTo>
                <a:lnTo>
                  <a:pt x="1293075" y="632294"/>
                </a:lnTo>
                <a:lnTo>
                  <a:pt x="1291958" y="631837"/>
                </a:lnTo>
                <a:lnTo>
                  <a:pt x="1289329" y="631837"/>
                </a:lnTo>
                <a:lnTo>
                  <a:pt x="1288211" y="632294"/>
                </a:lnTo>
                <a:lnTo>
                  <a:pt x="1286344" y="634161"/>
                </a:lnTo>
                <a:lnTo>
                  <a:pt x="1285875" y="635279"/>
                </a:lnTo>
                <a:lnTo>
                  <a:pt x="1285875" y="637908"/>
                </a:lnTo>
                <a:lnTo>
                  <a:pt x="1286344" y="639025"/>
                </a:lnTo>
                <a:lnTo>
                  <a:pt x="1288211" y="640892"/>
                </a:lnTo>
                <a:lnTo>
                  <a:pt x="1289329" y="641362"/>
                </a:lnTo>
                <a:lnTo>
                  <a:pt x="1291958" y="641362"/>
                </a:lnTo>
                <a:lnTo>
                  <a:pt x="1293075" y="640892"/>
                </a:lnTo>
                <a:lnTo>
                  <a:pt x="1294942" y="639025"/>
                </a:lnTo>
                <a:lnTo>
                  <a:pt x="1295400" y="637908"/>
                </a:lnTo>
                <a:lnTo>
                  <a:pt x="1295400" y="635279"/>
                </a:lnTo>
                <a:close/>
              </a:path>
              <a:path w="4914900" h="3173729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4914900" h="3173729">
                <a:moveTo>
                  <a:pt x="1343025" y="2530754"/>
                </a:moveTo>
                <a:lnTo>
                  <a:pt x="1342567" y="2529636"/>
                </a:lnTo>
                <a:lnTo>
                  <a:pt x="1340700" y="2527770"/>
                </a:lnTo>
                <a:lnTo>
                  <a:pt x="1339583" y="2527300"/>
                </a:lnTo>
                <a:lnTo>
                  <a:pt x="1336954" y="2527300"/>
                </a:lnTo>
                <a:lnTo>
                  <a:pt x="1335836" y="2527770"/>
                </a:lnTo>
                <a:lnTo>
                  <a:pt x="1333969" y="2529636"/>
                </a:lnTo>
                <a:lnTo>
                  <a:pt x="1333500" y="2530754"/>
                </a:lnTo>
                <a:lnTo>
                  <a:pt x="1333500" y="2533383"/>
                </a:lnTo>
                <a:lnTo>
                  <a:pt x="1333969" y="2534501"/>
                </a:lnTo>
                <a:lnTo>
                  <a:pt x="1335836" y="2536367"/>
                </a:lnTo>
                <a:lnTo>
                  <a:pt x="1336954" y="2536825"/>
                </a:lnTo>
                <a:lnTo>
                  <a:pt x="1339583" y="2536825"/>
                </a:lnTo>
                <a:lnTo>
                  <a:pt x="1340700" y="2536367"/>
                </a:lnTo>
                <a:lnTo>
                  <a:pt x="1342567" y="2534501"/>
                </a:lnTo>
                <a:lnTo>
                  <a:pt x="1343025" y="2533383"/>
                </a:lnTo>
                <a:lnTo>
                  <a:pt x="1343025" y="2530754"/>
                </a:lnTo>
                <a:close/>
              </a:path>
              <a:path w="4914900" h="3173729">
                <a:moveTo>
                  <a:pt x="1343025" y="1898929"/>
                </a:moveTo>
                <a:lnTo>
                  <a:pt x="1342567" y="1897811"/>
                </a:lnTo>
                <a:lnTo>
                  <a:pt x="1340700" y="1895944"/>
                </a:lnTo>
                <a:lnTo>
                  <a:pt x="1339583" y="1895475"/>
                </a:lnTo>
                <a:lnTo>
                  <a:pt x="1336954" y="1895475"/>
                </a:lnTo>
                <a:lnTo>
                  <a:pt x="1335836" y="1895944"/>
                </a:lnTo>
                <a:lnTo>
                  <a:pt x="1333969" y="1897811"/>
                </a:lnTo>
                <a:lnTo>
                  <a:pt x="1333500" y="1898929"/>
                </a:lnTo>
                <a:lnTo>
                  <a:pt x="1333500" y="1901558"/>
                </a:lnTo>
                <a:lnTo>
                  <a:pt x="1333969" y="1902675"/>
                </a:lnTo>
                <a:lnTo>
                  <a:pt x="1335836" y="1904542"/>
                </a:lnTo>
                <a:lnTo>
                  <a:pt x="1336954" y="1905000"/>
                </a:lnTo>
                <a:lnTo>
                  <a:pt x="1339583" y="1905000"/>
                </a:lnTo>
                <a:lnTo>
                  <a:pt x="1340700" y="1904542"/>
                </a:lnTo>
                <a:lnTo>
                  <a:pt x="1342567" y="1902675"/>
                </a:lnTo>
                <a:lnTo>
                  <a:pt x="1343025" y="1901558"/>
                </a:lnTo>
                <a:lnTo>
                  <a:pt x="1343025" y="1898929"/>
                </a:lnTo>
                <a:close/>
              </a:path>
              <a:path w="4914900" h="3173729">
                <a:moveTo>
                  <a:pt x="1343025" y="1267104"/>
                </a:moveTo>
                <a:lnTo>
                  <a:pt x="1342567" y="1265986"/>
                </a:lnTo>
                <a:lnTo>
                  <a:pt x="1340700" y="1264119"/>
                </a:lnTo>
                <a:lnTo>
                  <a:pt x="1339583" y="1263650"/>
                </a:lnTo>
                <a:lnTo>
                  <a:pt x="1336954" y="1263650"/>
                </a:lnTo>
                <a:lnTo>
                  <a:pt x="1335836" y="1264119"/>
                </a:lnTo>
                <a:lnTo>
                  <a:pt x="1333969" y="1265986"/>
                </a:lnTo>
                <a:lnTo>
                  <a:pt x="1333500" y="1267104"/>
                </a:lnTo>
                <a:lnTo>
                  <a:pt x="1333500" y="1269733"/>
                </a:lnTo>
                <a:lnTo>
                  <a:pt x="1333969" y="1270850"/>
                </a:lnTo>
                <a:lnTo>
                  <a:pt x="1335836" y="1272717"/>
                </a:lnTo>
                <a:lnTo>
                  <a:pt x="1336954" y="1273175"/>
                </a:lnTo>
                <a:lnTo>
                  <a:pt x="1339583" y="1273175"/>
                </a:lnTo>
                <a:lnTo>
                  <a:pt x="1340700" y="1272717"/>
                </a:lnTo>
                <a:lnTo>
                  <a:pt x="1342567" y="1270850"/>
                </a:lnTo>
                <a:lnTo>
                  <a:pt x="1343025" y="1269733"/>
                </a:lnTo>
                <a:lnTo>
                  <a:pt x="1343025" y="1267104"/>
                </a:lnTo>
                <a:close/>
              </a:path>
              <a:path w="4914900" h="3173729">
                <a:moveTo>
                  <a:pt x="1343025" y="635279"/>
                </a:moveTo>
                <a:lnTo>
                  <a:pt x="1342567" y="634161"/>
                </a:lnTo>
                <a:lnTo>
                  <a:pt x="1340700" y="632294"/>
                </a:lnTo>
                <a:lnTo>
                  <a:pt x="1339583" y="631837"/>
                </a:lnTo>
                <a:lnTo>
                  <a:pt x="1336954" y="631837"/>
                </a:lnTo>
                <a:lnTo>
                  <a:pt x="1335836" y="632294"/>
                </a:lnTo>
                <a:lnTo>
                  <a:pt x="1333969" y="634161"/>
                </a:lnTo>
                <a:lnTo>
                  <a:pt x="1333500" y="635279"/>
                </a:lnTo>
                <a:lnTo>
                  <a:pt x="1333500" y="637908"/>
                </a:lnTo>
                <a:lnTo>
                  <a:pt x="1333969" y="639025"/>
                </a:lnTo>
                <a:lnTo>
                  <a:pt x="1335836" y="640892"/>
                </a:lnTo>
                <a:lnTo>
                  <a:pt x="1336954" y="641362"/>
                </a:lnTo>
                <a:lnTo>
                  <a:pt x="1339583" y="641362"/>
                </a:lnTo>
                <a:lnTo>
                  <a:pt x="1340700" y="640892"/>
                </a:lnTo>
                <a:lnTo>
                  <a:pt x="1342567" y="639025"/>
                </a:lnTo>
                <a:lnTo>
                  <a:pt x="1343025" y="637908"/>
                </a:lnTo>
                <a:lnTo>
                  <a:pt x="1343025" y="635279"/>
                </a:lnTo>
                <a:close/>
              </a:path>
              <a:path w="4914900" h="3173729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4914900" h="3173729">
                <a:moveTo>
                  <a:pt x="1390650" y="2530754"/>
                </a:moveTo>
                <a:lnTo>
                  <a:pt x="1390192" y="2529636"/>
                </a:lnTo>
                <a:lnTo>
                  <a:pt x="1388325" y="2527770"/>
                </a:lnTo>
                <a:lnTo>
                  <a:pt x="1387208" y="2527300"/>
                </a:lnTo>
                <a:lnTo>
                  <a:pt x="1384579" y="2527300"/>
                </a:lnTo>
                <a:lnTo>
                  <a:pt x="1383461" y="2527770"/>
                </a:lnTo>
                <a:lnTo>
                  <a:pt x="1381594" y="2529636"/>
                </a:lnTo>
                <a:lnTo>
                  <a:pt x="1381125" y="2530754"/>
                </a:lnTo>
                <a:lnTo>
                  <a:pt x="1381125" y="2533383"/>
                </a:lnTo>
                <a:lnTo>
                  <a:pt x="1381594" y="2534501"/>
                </a:lnTo>
                <a:lnTo>
                  <a:pt x="1383461" y="2536367"/>
                </a:lnTo>
                <a:lnTo>
                  <a:pt x="1384579" y="2536825"/>
                </a:lnTo>
                <a:lnTo>
                  <a:pt x="1387208" y="2536825"/>
                </a:lnTo>
                <a:lnTo>
                  <a:pt x="1388325" y="2536367"/>
                </a:lnTo>
                <a:lnTo>
                  <a:pt x="1390192" y="2534501"/>
                </a:lnTo>
                <a:lnTo>
                  <a:pt x="1390650" y="2533383"/>
                </a:lnTo>
                <a:lnTo>
                  <a:pt x="1390650" y="2530754"/>
                </a:lnTo>
                <a:close/>
              </a:path>
              <a:path w="4914900" h="3173729">
                <a:moveTo>
                  <a:pt x="1390650" y="1898929"/>
                </a:moveTo>
                <a:lnTo>
                  <a:pt x="1390192" y="1897811"/>
                </a:lnTo>
                <a:lnTo>
                  <a:pt x="1388325" y="1895944"/>
                </a:lnTo>
                <a:lnTo>
                  <a:pt x="1387208" y="1895475"/>
                </a:lnTo>
                <a:lnTo>
                  <a:pt x="1384579" y="1895475"/>
                </a:lnTo>
                <a:lnTo>
                  <a:pt x="1383461" y="1895944"/>
                </a:lnTo>
                <a:lnTo>
                  <a:pt x="1381594" y="1897811"/>
                </a:lnTo>
                <a:lnTo>
                  <a:pt x="1381125" y="1898929"/>
                </a:lnTo>
                <a:lnTo>
                  <a:pt x="1381125" y="1901558"/>
                </a:lnTo>
                <a:lnTo>
                  <a:pt x="1381594" y="1902675"/>
                </a:lnTo>
                <a:lnTo>
                  <a:pt x="1383461" y="1904542"/>
                </a:lnTo>
                <a:lnTo>
                  <a:pt x="1384579" y="1905000"/>
                </a:lnTo>
                <a:lnTo>
                  <a:pt x="1387208" y="1905000"/>
                </a:lnTo>
                <a:lnTo>
                  <a:pt x="1388325" y="1904542"/>
                </a:lnTo>
                <a:lnTo>
                  <a:pt x="1390192" y="1902675"/>
                </a:lnTo>
                <a:lnTo>
                  <a:pt x="1390650" y="1901558"/>
                </a:lnTo>
                <a:lnTo>
                  <a:pt x="1390650" y="1898929"/>
                </a:lnTo>
                <a:close/>
              </a:path>
              <a:path w="4914900" h="3173729">
                <a:moveTo>
                  <a:pt x="1390650" y="1267104"/>
                </a:moveTo>
                <a:lnTo>
                  <a:pt x="1390192" y="1265986"/>
                </a:lnTo>
                <a:lnTo>
                  <a:pt x="1388325" y="1264119"/>
                </a:lnTo>
                <a:lnTo>
                  <a:pt x="1387208" y="1263650"/>
                </a:lnTo>
                <a:lnTo>
                  <a:pt x="1384579" y="1263650"/>
                </a:lnTo>
                <a:lnTo>
                  <a:pt x="1383461" y="1264119"/>
                </a:lnTo>
                <a:lnTo>
                  <a:pt x="1381594" y="1265986"/>
                </a:lnTo>
                <a:lnTo>
                  <a:pt x="1381125" y="1267104"/>
                </a:lnTo>
                <a:lnTo>
                  <a:pt x="1381125" y="1269733"/>
                </a:lnTo>
                <a:lnTo>
                  <a:pt x="1381594" y="1270850"/>
                </a:lnTo>
                <a:lnTo>
                  <a:pt x="1383461" y="1272717"/>
                </a:lnTo>
                <a:lnTo>
                  <a:pt x="1384579" y="1273175"/>
                </a:lnTo>
                <a:lnTo>
                  <a:pt x="1387208" y="1273175"/>
                </a:lnTo>
                <a:lnTo>
                  <a:pt x="1388325" y="1272717"/>
                </a:lnTo>
                <a:lnTo>
                  <a:pt x="1390192" y="1270850"/>
                </a:lnTo>
                <a:lnTo>
                  <a:pt x="1390650" y="1269733"/>
                </a:lnTo>
                <a:lnTo>
                  <a:pt x="1390650" y="1267104"/>
                </a:lnTo>
                <a:close/>
              </a:path>
              <a:path w="4914900" h="3173729">
                <a:moveTo>
                  <a:pt x="1390650" y="635279"/>
                </a:moveTo>
                <a:lnTo>
                  <a:pt x="1390192" y="634161"/>
                </a:lnTo>
                <a:lnTo>
                  <a:pt x="1388325" y="632294"/>
                </a:lnTo>
                <a:lnTo>
                  <a:pt x="1387208" y="631837"/>
                </a:lnTo>
                <a:lnTo>
                  <a:pt x="1384579" y="631837"/>
                </a:lnTo>
                <a:lnTo>
                  <a:pt x="1383461" y="632294"/>
                </a:lnTo>
                <a:lnTo>
                  <a:pt x="1381594" y="634161"/>
                </a:lnTo>
                <a:lnTo>
                  <a:pt x="1381125" y="635279"/>
                </a:lnTo>
                <a:lnTo>
                  <a:pt x="1381125" y="637908"/>
                </a:lnTo>
                <a:lnTo>
                  <a:pt x="1381594" y="639025"/>
                </a:lnTo>
                <a:lnTo>
                  <a:pt x="1383461" y="640892"/>
                </a:lnTo>
                <a:lnTo>
                  <a:pt x="1384579" y="641362"/>
                </a:lnTo>
                <a:lnTo>
                  <a:pt x="1387208" y="641362"/>
                </a:lnTo>
                <a:lnTo>
                  <a:pt x="1388325" y="640892"/>
                </a:lnTo>
                <a:lnTo>
                  <a:pt x="1390192" y="639025"/>
                </a:lnTo>
                <a:lnTo>
                  <a:pt x="1390650" y="637908"/>
                </a:lnTo>
                <a:lnTo>
                  <a:pt x="1390650" y="635279"/>
                </a:lnTo>
                <a:close/>
              </a:path>
              <a:path w="4914900" h="3173729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4914900" h="3173729">
                <a:moveTo>
                  <a:pt x="1438275" y="2530754"/>
                </a:moveTo>
                <a:lnTo>
                  <a:pt x="1437817" y="2529636"/>
                </a:lnTo>
                <a:lnTo>
                  <a:pt x="1435950" y="2527770"/>
                </a:lnTo>
                <a:lnTo>
                  <a:pt x="1434833" y="2527300"/>
                </a:lnTo>
                <a:lnTo>
                  <a:pt x="1432204" y="2527300"/>
                </a:lnTo>
                <a:lnTo>
                  <a:pt x="1431086" y="2527770"/>
                </a:lnTo>
                <a:lnTo>
                  <a:pt x="1429219" y="2529636"/>
                </a:lnTo>
                <a:lnTo>
                  <a:pt x="1428750" y="2530754"/>
                </a:lnTo>
                <a:lnTo>
                  <a:pt x="1428750" y="2533383"/>
                </a:lnTo>
                <a:lnTo>
                  <a:pt x="1429219" y="2534501"/>
                </a:lnTo>
                <a:lnTo>
                  <a:pt x="1431086" y="2536367"/>
                </a:lnTo>
                <a:lnTo>
                  <a:pt x="1432204" y="2536825"/>
                </a:lnTo>
                <a:lnTo>
                  <a:pt x="1434833" y="2536825"/>
                </a:lnTo>
                <a:lnTo>
                  <a:pt x="1435950" y="2536367"/>
                </a:lnTo>
                <a:lnTo>
                  <a:pt x="1437817" y="2534501"/>
                </a:lnTo>
                <a:lnTo>
                  <a:pt x="1438275" y="2533383"/>
                </a:lnTo>
                <a:lnTo>
                  <a:pt x="1438275" y="2530754"/>
                </a:lnTo>
                <a:close/>
              </a:path>
              <a:path w="4914900" h="3173729">
                <a:moveTo>
                  <a:pt x="1438275" y="1898929"/>
                </a:moveTo>
                <a:lnTo>
                  <a:pt x="1437817" y="1897811"/>
                </a:lnTo>
                <a:lnTo>
                  <a:pt x="1435950" y="1895944"/>
                </a:lnTo>
                <a:lnTo>
                  <a:pt x="1434833" y="1895475"/>
                </a:lnTo>
                <a:lnTo>
                  <a:pt x="1432204" y="1895475"/>
                </a:lnTo>
                <a:lnTo>
                  <a:pt x="1431086" y="1895944"/>
                </a:lnTo>
                <a:lnTo>
                  <a:pt x="1429219" y="1897811"/>
                </a:lnTo>
                <a:lnTo>
                  <a:pt x="1428750" y="1898929"/>
                </a:lnTo>
                <a:lnTo>
                  <a:pt x="1428750" y="1901558"/>
                </a:lnTo>
                <a:lnTo>
                  <a:pt x="1429219" y="1902675"/>
                </a:lnTo>
                <a:lnTo>
                  <a:pt x="1431086" y="1904542"/>
                </a:lnTo>
                <a:lnTo>
                  <a:pt x="1432204" y="1905000"/>
                </a:lnTo>
                <a:lnTo>
                  <a:pt x="1434833" y="1905000"/>
                </a:lnTo>
                <a:lnTo>
                  <a:pt x="1435950" y="1904542"/>
                </a:lnTo>
                <a:lnTo>
                  <a:pt x="1437817" y="1902675"/>
                </a:lnTo>
                <a:lnTo>
                  <a:pt x="1438275" y="1901558"/>
                </a:lnTo>
                <a:lnTo>
                  <a:pt x="1438275" y="1898929"/>
                </a:lnTo>
                <a:close/>
              </a:path>
              <a:path w="4914900" h="3173729">
                <a:moveTo>
                  <a:pt x="1438275" y="1267104"/>
                </a:moveTo>
                <a:lnTo>
                  <a:pt x="1437817" y="1265986"/>
                </a:lnTo>
                <a:lnTo>
                  <a:pt x="1435950" y="1264119"/>
                </a:lnTo>
                <a:lnTo>
                  <a:pt x="1434833" y="1263650"/>
                </a:lnTo>
                <a:lnTo>
                  <a:pt x="1432204" y="1263650"/>
                </a:lnTo>
                <a:lnTo>
                  <a:pt x="1431086" y="1264119"/>
                </a:lnTo>
                <a:lnTo>
                  <a:pt x="1429219" y="1265986"/>
                </a:lnTo>
                <a:lnTo>
                  <a:pt x="1428750" y="1267104"/>
                </a:lnTo>
                <a:lnTo>
                  <a:pt x="1428750" y="1269733"/>
                </a:lnTo>
                <a:lnTo>
                  <a:pt x="1429219" y="1270850"/>
                </a:lnTo>
                <a:lnTo>
                  <a:pt x="1431086" y="1272717"/>
                </a:lnTo>
                <a:lnTo>
                  <a:pt x="1432204" y="1273175"/>
                </a:lnTo>
                <a:lnTo>
                  <a:pt x="1434833" y="1273175"/>
                </a:lnTo>
                <a:lnTo>
                  <a:pt x="1435950" y="1272717"/>
                </a:lnTo>
                <a:lnTo>
                  <a:pt x="1437817" y="1270850"/>
                </a:lnTo>
                <a:lnTo>
                  <a:pt x="1438275" y="1269733"/>
                </a:lnTo>
                <a:lnTo>
                  <a:pt x="1438275" y="1267104"/>
                </a:lnTo>
                <a:close/>
              </a:path>
              <a:path w="4914900" h="3173729">
                <a:moveTo>
                  <a:pt x="1438275" y="635279"/>
                </a:moveTo>
                <a:lnTo>
                  <a:pt x="1437817" y="634161"/>
                </a:lnTo>
                <a:lnTo>
                  <a:pt x="1435950" y="632294"/>
                </a:lnTo>
                <a:lnTo>
                  <a:pt x="1434833" y="631837"/>
                </a:lnTo>
                <a:lnTo>
                  <a:pt x="1432204" y="631837"/>
                </a:lnTo>
                <a:lnTo>
                  <a:pt x="1431086" y="632294"/>
                </a:lnTo>
                <a:lnTo>
                  <a:pt x="1429219" y="634161"/>
                </a:lnTo>
                <a:lnTo>
                  <a:pt x="1428750" y="635279"/>
                </a:lnTo>
                <a:lnTo>
                  <a:pt x="1428750" y="637908"/>
                </a:lnTo>
                <a:lnTo>
                  <a:pt x="1429219" y="639025"/>
                </a:lnTo>
                <a:lnTo>
                  <a:pt x="1431086" y="640892"/>
                </a:lnTo>
                <a:lnTo>
                  <a:pt x="1432204" y="641362"/>
                </a:lnTo>
                <a:lnTo>
                  <a:pt x="1434833" y="641362"/>
                </a:lnTo>
                <a:lnTo>
                  <a:pt x="1435950" y="640892"/>
                </a:lnTo>
                <a:lnTo>
                  <a:pt x="1437817" y="639025"/>
                </a:lnTo>
                <a:lnTo>
                  <a:pt x="1438275" y="637908"/>
                </a:lnTo>
                <a:lnTo>
                  <a:pt x="1438275" y="635279"/>
                </a:lnTo>
                <a:close/>
              </a:path>
              <a:path w="4914900" h="3173729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4914900" h="3173729">
                <a:moveTo>
                  <a:pt x="1485900" y="2530754"/>
                </a:moveTo>
                <a:lnTo>
                  <a:pt x="1485442" y="2529636"/>
                </a:lnTo>
                <a:lnTo>
                  <a:pt x="1483575" y="2527770"/>
                </a:lnTo>
                <a:lnTo>
                  <a:pt x="1482458" y="2527300"/>
                </a:lnTo>
                <a:lnTo>
                  <a:pt x="1479829" y="2527300"/>
                </a:lnTo>
                <a:lnTo>
                  <a:pt x="1478711" y="2527770"/>
                </a:lnTo>
                <a:lnTo>
                  <a:pt x="1476844" y="2529636"/>
                </a:lnTo>
                <a:lnTo>
                  <a:pt x="1476375" y="2530754"/>
                </a:lnTo>
                <a:lnTo>
                  <a:pt x="1476375" y="2533383"/>
                </a:lnTo>
                <a:lnTo>
                  <a:pt x="1476844" y="2534501"/>
                </a:lnTo>
                <a:lnTo>
                  <a:pt x="1478711" y="2536367"/>
                </a:lnTo>
                <a:lnTo>
                  <a:pt x="1479829" y="2536825"/>
                </a:lnTo>
                <a:lnTo>
                  <a:pt x="1482458" y="2536825"/>
                </a:lnTo>
                <a:lnTo>
                  <a:pt x="1483575" y="2536367"/>
                </a:lnTo>
                <a:lnTo>
                  <a:pt x="1485442" y="2534501"/>
                </a:lnTo>
                <a:lnTo>
                  <a:pt x="1485900" y="2533383"/>
                </a:lnTo>
                <a:lnTo>
                  <a:pt x="1485900" y="2530754"/>
                </a:lnTo>
                <a:close/>
              </a:path>
              <a:path w="4914900" h="3173729">
                <a:moveTo>
                  <a:pt x="1485900" y="1898929"/>
                </a:moveTo>
                <a:lnTo>
                  <a:pt x="1485442" y="1897811"/>
                </a:lnTo>
                <a:lnTo>
                  <a:pt x="1483575" y="1895944"/>
                </a:lnTo>
                <a:lnTo>
                  <a:pt x="1482458" y="1895475"/>
                </a:lnTo>
                <a:lnTo>
                  <a:pt x="1479829" y="1895475"/>
                </a:lnTo>
                <a:lnTo>
                  <a:pt x="1478711" y="1895944"/>
                </a:lnTo>
                <a:lnTo>
                  <a:pt x="1476844" y="1897811"/>
                </a:lnTo>
                <a:lnTo>
                  <a:pt x="1476375" y="1898929"/>
                </a:lnTo>
                <a:lnTo>
                  <a:pt x="1476375" y="1901558"/>
                </a:lnTo>
                <a:lnTo>
                  <a:pt x="1476844" y="1902675"/>
                </a:lnTo>
                <a:lnTo>
                  <a:pt x="1478711" y="1904542"/>
                </a:lnTo>
                <a:lnTo>
                  <a:pt x="1479829" y="1905000"/>
                </a:lnTo>
                <a:lnTo>
                  <a:pt x="1482458" y="1905000"/>
                </a:lnTo>
                <a:lnTo>
                  <a:pt x="1483575" y="1904542"/>
                </a:lnTo>
                <a:lnTo>
                  <a:pt x="1485442" y="1902675"/>
                </a:lnTo>
                <a:lnTo>
                  <a:pt x="1485900" y="1901558"/>
                </a:lnTo>
                <a:lnTo>
                  <a:pt x="1485900" y="1898929"/>
                </a:lnTo>
                <a:close/>
              </a:path>
              <a:path w="4914900" h="3173729">
                <a:moveTo>
                  <a:pt x="1485900" y="1267104"/>
                </a:moveTo>
                <a:lnTo>
                  <a:pt x="1485442" y="1265986"/>
                </a:lnTo>
                <a:lnTo>
                  <a:pt x="1483575" y="1264119"/>
                </a:lnTo>
                <a:lnTo>
                  <a:pt x="1482458" y="1263650"/>
                </a:lnTo>
                <a:lnTo>
                  <a:pt x="1479829" y="1263650"/>
                </a:lnTo>
                <a:lnTo>
                  <a:pt x="1478711" y="1264119"/>
                </a:lnTo>
                <a:lnTo>
                  <a:pt x="1476844" y="1265986"/>
                </a:lnTo>
                <a:lnTo>
                  <a:pt x="1476375" y="1267104"/>
                </a:lnTo>
                <a:lnTo>
                  <a:pt x="1476375" y="1269733"/>
                </a:lnTo>
                <a:lnTo>
                  <a:pt x="1476844" y="1270850"/>
                </a:lnTo>
                <a:lnTo>
                  <a:pt x="1478711" y="1272717"/>
                </a:lnTo>
                <a:lnTo>
                  <a:pt x="1479829" y="1273175"/>
                </a:lnTo>
                <a:lnTo>
                  <a:pt x="1482458" y="1273175"/>
                </a:lnTo>
                <a:lnTo>
                  <a:pt x="1483575" y="1272717"/>
                </a:lnTo>
                <a:lnTo>
                  <a:pt x="1485442" y="1270850"/>
                </a:lnTo>
                <a:lnTo>
                  <a:pt x="1485900" y="1269733"/>
                </a:lnTo>
                <a:lnTo>
                  <a:pt x="1485900" y="1267104"/>
                </a:lnTo>
                <a:close/>
              </a:path>
              <a:path w="4914900" h="3173729">
                <a:moveTo>
                  <a:pt x="1485900" y="635279"/>
                </a:moveTo>
                <a:lnTo>
                  <a:pt x="1485442" y="634161"/>
                </a:lnTo>
                <a:lnTo>
                  <a:pt x="1483575" y="632294"/>
                </a:lnTo>
                <a:lnTo>
                  <a:pt x="1482458" y="631837"/>
                </a:lnTo>
                <a:lnTo>
                  <a:pt x="1479829" y="631837"/>
                </a:lnTo>
                <a:lnTo>
                  <a:pt x="1478711" y="632294"/>
                </a:lnTo>
                <a:lnTo>
                  <a:pt x="1476844" y="634161"/>
                </a:lnTo>
                <a:lnTo>
                  <a:pt x="1476375" y="635279"/>
                </a:lnTo>
                <a:lnTo>
                  <a:pt x="1476375" y="637908"/>
                </a:lnTo>
                <a:lnTo>
                  <a:pt x="1476844" y="639025"/>
                </a:lnTo>
                <a:lnTo>
                  <a:pt x="1478711" y="640892"/>
                </a:lnTo>
                <a:lnTo>
                  <a:pt x="1479829" y="641362"/>
                </a:lnTo>
                <a:lnTo>
                  <a:pt x="1482458" y="641362"/>
                </a:lnTo>
                <a:lnTo>
                  <a:pt x="1483575" y="640892"/>
                </a:lnTo>
                <a:lnTo>
                  <a:pt x="1485442" y="639025"/>
                </a:lnTo>
                <a:lnTo>
                  <a:pt x="1485900" y="637908"/>
                </a:lnTo>
                <a:lnTo>
                  <a:pt x="1485900" y="635279"/>
                </a:lnTo>
                <a:close/>
              </a:path>
              <a:path w="4914900" h="3173729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4914900" h="3173729">
                <a:moveTo>
                  <a:pt x="1533525" y="2530754"/>
                </a:moveTo>
                <a:lnTo>
                  <a:pt x="1533067" y="2529636"/>
                </a:lnTo>
                <a:lnTo>
                  <a:pt x="1531200" y="2527770"/>
                </a:lnTo>
                <a:lnTo>
                  <a:pt x="1530083" y="2527300"/>
                </a:lnTo>
                <a:lnTo>
                  <a:pt x="1527454" y="2527300"/>
                </a:lnTo>
                <a:lnTo>
                  <a:pt x="1526336" y="2527770"/>
                </a:lnTo>
                <a:lnTo>
                  <a:pt x="1524469" y="2529636"/>
                </a:lnTo>
                <a:lnTo>
                  <a:pt x="1524000" y="2530754"/>
                </a:lnTo>
                <a:lnTo>
                  <a:pt x="1524000" y="2533383"/>
                </a:lnTo>
                <a:lnTo>
                  <a:pt x="1524469" y="2534501"/>
                </a:lnTo>
                <a:lnTo>
                  <a:pt x="1526336" y="2536367"/>
                </a:lnTo>
                <a:lnTo>
                  <a:pt x="1527454" y="2536825"/>
                </a:lnTo>
                <a:lnTo>
                  <a:pt x="1530083" y="2536825"/>
                </a:lnTo>
                <a:lnTo>
                  <a:pt x="1531200" y="2536367"/>
                </a:lnTo>
                <a:lnTo>
                  <a:pt x="1533067" y="2534501"/>
                </a:lnTo>
                <a:lnTo>
                  <a:pt x="1533525" y="2533383"/>
                </a:lnTo>
                <a:lnTo>
                  <a:pt x="1533525" y="2530754"/>
                </a:lnTo>
                <a:close/>
              </a:path>
              <a:path w="4914900" h="3173729">
                <a:moveTo>
                  <a:pt x="1533525" y="1898929"/>
                </a:moveTo>
                <a:lnTo>
                  <a:pt x="1533067" y="1897811"/>
                </a:lnTo>
                <a:lnTo>
                  <a:pt x="1531200" y="1895944"/>
                </a:lnTo>
                <a:lnTo>
                  <a:pt x="1530083" y="1895475"/>
                </a:lnTo>
                <a:lnTo>
                  <a:pt x="1527454" y="1895475"/>
                </a:lnTo>
                <a:lnTo>
                  <a:pt x="1526336" y="1895944"/>
                </a:lnTo>
                <a:lnTo>
                  <a:pt x="1524469" y="1897811"/>
                </a:lnTo>
                <a:lnTo>
                  <a:pt x="1524000" y="1898929"/>
                </a:lnTo>
                <a:lnTo>
                  <a:pt x="1524000" y="1901558"/>
                </a:lnTo>
                <a:lnTo>
                  <a:pt x="1524469" y="1902675"/>
                </a:lnTo>
                <a:lnTo>
                  <a:pt x="1526336" y="1904542"/>
                </a:lnTo>
                <a:lnTo>
                  <a:pt x="1527454" y="1905000"/>
                </a:lnTo>
                <a:lnTo>
                  <a:pt x="1530083" y="1905000"/>
                </a:lnTo>
                <a:lnTo>
                  <a:pt x="1531200" y="1904542"/>
                </a:lnTo>
                <a:lnTo>
                  <a:pt x="1533067" y="1902675"/>
                </a:lnTo>
                <a:lnTo>
                  <a:pt x="1533525" y="1901558"/>
                </a:lnTo>
                <a:lnTo>
                  <a:pt x="1533525" y="1898929"/>
                </a:lnTo>
                <a:close/>
              </a:path>
              <a:path w="4914900" h="3173729">
                <a:moveTo>
                  <a:pt x="1533525" y="1267104"/>
                </a:moveTo>
                <a:lnTo>
                  <a:pt x="1533067" y="1265986"/>
                </a:lnTo>
                <a:lnTo>
                  <a:pt x="1531200" y="1264119"/>
                </a:lnTo>
                <a:lnTo>
                  <a:pt x="1530083" y="1263650"/>
                </a:lnTo>
                <a:lnTo>
                  <a:pt x="1527454" y="1263650"/>
                </a:lnTo>
                <a:lnTo>
                  <a:pt x="1526336" y="1264119"/>
                </a:lnTo>
                <a:lnTo>
                  <a:pt x="1524469" y="1265986"/>
                </a:lnTo>
                <a:lnTo>
                  <a:pt x="1524000" y="1267104"/>
                </a:lnTo>
                <a:lnTo>
                  <a:pt x="1524000" y="1269733"/>
                </a:lnTo>
                <a:lnTo>
                  <a:pt x="1524469" y="1270850"/>
                </a:lnTo>
                <a:lnTo>
                  <a:pt x="1526336" y="1272717"/>
                </a:lnTo>
                <a:lnTo>
                  <a:pt x="1527454" y="1273175"/>
                </a:lnTo>
                <a:lnTo>
                  <a:pt x="1530083" y="1273175"/>
                </a:lnTo>
                <a:lnTo>
                  <a:pt x="1531200" y="1272717"/>
                </a:lnTo>
                <a:lnTo>
                  <a:pt x="1533067" y="1270850"/>
                </a:lnTo>
                <a:lnTo>
                  <a:pt x="1533525" y="1269733"/>
                </a:lnTo>
                <a:lnTo>
                  <a:pt x="1533525" y="1267104"/>
                </a:lnTo>
                <a:close/>
              </a:path>
              <a:path w="4914900" h="3173729">
                <a:moveTo>
                  <a:pt x="1533525" y="635279"/>
                </a:moveTo>
                <a:lnTo>
                  <a:pt x="1533067" y="634161"/>
                </a:lnTo>
                <a:lnTo>
                  <a:pt x="1531200" y="632294"/>
                </a:lnTo>
                <a:lnTo>
                  <a:pt x="1530083" y="631837"/>
                </a:lnTo>
                <a:lnTo>
                  <a:pt x="1527454" y="631837"/>
                </a:lnTo>
                <a:lnTo>
                  <a:pt x="1526336" y="632294"/>
                </a:lnTo>
                <a:lnTo>
                  <a:pt x="1524469" y="634161"/>
                </a:lnTo>
                <a:lnTo>
                  <a:pt x="1524000" y="635279"/>
                </a:lnTo>
                <a:lnTo>
                  <a:pt x="1524000" y="637908"/>
                </a:lnTo>
                <a:lnTo>
                  <a:pt x="1524469" y="639025"/>
                </a:lnTo>
                <a:lnTo>
                  <a:pt x="1526336" y="640892"/>
                </a:lnTo>
                <a:lnTo>
                  <a:pt x="1527454" y="641362"/>
                </a:lnTo>
                <a:lnTo>
                  <a:pt x="1530083" y="641362"/>
                </a:lnTo>
                <a:lnTo>
                  <a:pt x="1531200" y="640892"/>
                </a:lnTo>
                <a:lnTo>
                  <a:pt x="1533067" y="639025"/>
                </a:lnTo>
                <a:lnTo>
                  <a:pt x="1533525" y="637908"/>
                </a:lnTo>
                <a:lnTo>
                  <a:pt x="1533525" y="635279"/>
                </a:lnTo>
                <a:close/>
              </a:path>
              <a:path w="4914900" h="3173729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4914900" h="3173729">
                <a:moveTo>
                  <a:pt x="1581150" y="2530754"/>
                </a:moveTo>
                <a:lnTo>
                  <a:pt x="1580692" y="2529636"/>
                </a:lnTo>
                <a:lnTo>
                  <a:pt x="1578825" y="2527770"/>
                </a:lnTo>
                <a:lnTo>
                  <a:pt x="1577708" y="2527300"/>
                </a:lnTo>
                <a:lnTo>
                  <a:pt x="1575079" y="2527300"/>
                </a:lnTo>
                <a:lnTo>
                  <a:pt x="1573961" y="2527770"/>
                </a:lnTo>
                <a:lnTo>
                  <a:pt x="1572094" y="2529636"/>
                </a:lnTo>
                <a:lnTo>
                  <a:pt x="1571625" y="2530754"/>
                </a:lnTo>
                <a:lnTo>
                  <a:pt x="1571625" y="2533383"/>
                </a:lnTo>
                <a:lnTo>
                  <a:pt x="1572094" y="2534501"/>
                </a:lnTo>
                <a:lnTo>
                  <a:pt x="1573961" y="2536367"/>
                </a:lnTo>
                <a:lnTo>
                  <a:pt x="1575079" y="2536825"/>
                </a:lnTo>
                <a:lnTo>
                  <a:pt x="1577708" y="2536825"/>
                </a:lnTo>
                <a:lnTo>
                  <a:pt x="1578825" y="2536367"/>
                </a:lnTo>
                <a:lnTo>
                  <a:pt x="1580692" y="2534501"/>
                </a:lnTo>
                <a:lnTo>
                  <a:pt x="1581150" y="2533383"/>
                </a:lnTo>
                <a:lnTo>
                  <a:pt x="1581150" y="2530754"/>
                </a:lnTo>
                <a:close/>
              </a:path>
              <a:path w="4914900" h="3173729">
                <a:moveTo>
                  <a:pt x="1581150" y="1898929"/>
                </a:moveTo>
                <a:lnTo>
                  <a:pt x="1580692" y="1897811"/>
                </a:lnTo>
                <a:lnTo>
                  <a:pt x="1578825" y="1895944"/>
                </a:lnTo>
                <a:lnTo>
                  <a:pt x="1577708" y="1895475"/>
                </a:lnTo>
                <a:lnTo>
                  <a:pt x="1575079" y="1895475"/>
                </a:lnTo>
                <a:lnTo>
                  <a:pt x="1573961" y="1895944"/>
                </a:lnTo>
                <a:lnTo>
                  <a:pt x="1572094" y="1897811"/>
                </a:lnTo>
                <a:lnTo>
                  <a:pt x="1571625" y="1898929"/>
                </a:lnTo>
                <a:lnTo>
                  <a:pt x="1571625" y="1901558"/>
                </a:lnTo>
                <a:lnTo>
                  <a:pt x="1572094" y="1902675"/>
                </a:lnTo>
                <a:lnTo>
                  <a:pt x="1573961" y="1904542"/>
                </a:lnTo>
                <a:lnTo>
                  <a:pt x="1575079" y="1905000"/>
                </a:lnTo>
                <a:lnTo>
                  <a:pt x="1577708" y="1905000"/>
                </a:lnTo>
                <a:lnTo>
                  <a:pt x="1578825" y="1904542"/>
                </a:lnTo>
                <a:lnTo>
                  <a:pt x="1580692" y="1902675"/>
                </a:lnTo>
                <a:lnTo>
                  <a:pt x="1581150" y="1901558"/>
                </a:lnTo>
                <a:lnTo>
                  <a:pt x="1581150" y="1898929"/>
                </a:lnTo>
                <a:close/>
              </a:path>
              <a:path w="4914900" h="3173729">
                <a:moveTo>
                  <a:pt x="1581150" y="1267104"/>
                </a:moveTo>
                <a:lnTo>
                  <a:pt x="1580692" y="1265986"/>
                </a:lnTo>
                <a:lnTo>
                  <a:pt x="1578825" y="1264119"/>
                </a:lnTo>
                <a:lnTo>
                  <a:pt x="1577708" y="1263650"/>
                </a:lnTo>
                <a:lnTo>
                  <a:pt x="1575079" y="1263650"/>
                </a:lnTo>
                <a:lnTo>
                  <a:pt x="1573961" y="1264119"/>
                </a:lnTo>
                <a:lnTo>
                  <a:pt x="1572094" y="1265986"/>
                </a:lnTo>
                <a:lnTo>
                  <a:pt x="1571625" y="1267104"/>
                </a:lnTo>
                <a:lnTo>
                  <a:pt x="1571625" y="1269733"/>
                </a:lnTo>
                <a:lnTo>
                  <a:pt x="1572094" y="1270850"/>
                </a:lnTo>
                <a:lnTo>
                  <a:pt x="1573961" y="1272717"/>
                </a:lnTo>
                <a:lnTo>
                  <a:pt x="1575079" y="1273175"/>
                </a:lnTo>
                <a:lnTo>
                  <a:pt x="1577708" y="1273175"/>
                </a:lnTo>
                <a:lnTo>
                  <a:pt x="1578825" y="1272717"/>
                </a:lnTo>
                <a:lnTo>
                  <a:pt x="1580692" y="1270850"/>
                </a:lnTo>
                <a:lnTo>
                  <a:pt x="1581150" y="1269733"/>
                </a:lnTo>
                <a:lnTo>
                  <a:pt x="1581150" y="1267104"/>
                </a:lnTo>
                <a:close/>
              </a:path>
              <a:path w="4914900" h="3173729">
                <a:moveTo>
                  <a:pt x="1581150" y="635279"/>
                </a:moveTo>
                <a:lnTo>
                  <a:pt x="1580692" y="634161"/>
                </a:lnTo>
                <a:lnTo>
                  <a:pt x="1578825" y="632294"/>
                </a:lnTo>
                <a:lnTo>
                  <a:pt x="1577708" y="631837"/>
                </a:lnTo>
                <a:lnTo>
                  <a:pt x="1575079" y="631837"/>
                </a:lnTo>
                <a:lnTo>
                  <a:pt x="1573961" y="632294"/>
                </a:lnTo>
                <a:lnTo>
                  <a:pt x="1572094" y="634161"/>
                </a:lnTo>
                <a:lnTo>
                  <a:pt x="1571625" y="635279"/>
                </a:lnTo>
                <a:lnTo>
                  <a:pt x="1571625" y="637908"/>
                </a:lnTo>
                <a:lnTo>
                  <a:pt x="1572094" y="639025"/>
                </a:lnTo>
                <a:lnTo>
                  <a:pt x="1573961" y="640892"/>
                </a:lnTo>
                <a:lnTo>
                  <a:pt x="1575079" y="641362"/>
                </a:lnTo>
                <a:lnTo>
                  <a:pt x="1577708" y="641362"/>
                </a:lnTo>
                <a:lnTo>
                  <a:pt x="1578825" y="640892"/>
                </a:lnTo>
                <a:lnTo>
                  <a:pt x="1580692" y="639025"/>
                </a:lnTo>
                <a:lnTo>
                  <a:pt x="1581150" y="637908"/>
                </a:lnTo>
                <a:lnTo>
                  <a:pt x="1581150" y="635279"/>
                </a:lnTo>
                <a:close/>
              </a:path>
              <a:path w="4914900" h="3173729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4914900" h="3173729">
                <a:moveTo>
                  <a:pt x="1628775" y="2530754"/>
                </a:moveTo>
                <a:lnTo>
                  <a:pt x="1628317" y="2529636"/>
                </a:lnTo>
                <a:lnTo>
                  <a:pt x="1626450" y="2527770"/>
                </a:lnTo>
                <a:lnTo>
                  <a:pt x="1625333" y="2527300"/>
                </a:lnTo>
                <a:lnTo>
                  <a:pt x="1622704" y="2527300"/>
                </a:lnTo>
                <a:lnTo>
                  <a:pt x="1621586" y="2527770"/>
                </a:lnTo>
                <a:lnTo>
                  <a:pt x="1619719" y="2529636"/>
                </a:lnTo>
                <a:lnTo>
                  <a:pt x="1619250" y="2530754"/>
                </a:lnTo>
                <a:lnTo>
                  <a:pt x="1619250" y="2533383"/>
                </a:lnTo>
                <a:lnTo>
                  <a:pt x="1619719" y="2534501"/>
                </a:lnTo>
                <a:lnTo>
                  <a:pt x="1621586" y="2536367"/>
                </a:lnTo>
                <a:lnTo>
                  <a:pt x="1622704" y="2536825"/>
                </a:lnTo>
                <a:lnTo>
                  <a:pt x="1625333" y="2536825"/>
                </a:lnTo>
                <a:lnTo>
                  <a:pt x="1626450" y="2536367"/>
                </a:lnTo>
                <a:lnTo>
                  <a:pt x="1628317" y="2534501"/>
                </a:lnTo>
                <a:lnTo>
                  <a:pt x="1628775" y="2533383"/>
                </a:lnTo>
                <a:lnTo>
                  <a:pt x="1628775" y="2530754"/>
                </a:lnTo>
                <a:close/>
              </a:path>
              <a:path w="4914900" h="3173729">
                <a:moveTo>
                  <a:pt x="1628775" y="1898929"/>
                </a:moveTo>
                <a:lnTo>
                  <a:pt x="1628317" y="1897811"/>
                </a:lnTo>
                <a:lnTo>
                  <a:pt x="1626450" y="1895944"/>
                </a:lnTo>
                <a:lnTo>
                  <a:pt x="1625333" y="1895475"/>
                </a:lnTo>
                <a:lnTo>
                  <a:pt x="1622704" y="1895475"/>
                </a:lnTo>
                <a:lnTo>
                  <a:pt x="1621586" y="1895944"/>
                </a:lnTo>
                <a:lnTo>
                  <a:pt x="1619719" y="1897811"/>
                </a:lnTo>
                <a:lnTo>
                  <a:pt x="1619250" y="1898929"/>
                </a:lnTo>
                <a:lnTo>
                  <a:pt x="1619250" y="1901558"/>
                </a:lnTo>
                <a:lnTo>
                  <a:pt x="1619719" y="1902675"/>
                </a:lnTo>
                <a:lnTo>
                  <a:pt x="1621586" y="1904542"/>
                </a:lnTo>
                <a:lnTo>
                  <a:pt x="1622704" y="1905000"/>
                </a:lnTo>
                <a:lnTo>
                  <a:pt x="1625333" y="1905000"/>
                </a:lnTo>
                <a:lnTo>
                  <a:pt x="1626450" y="1904542"/>
                </a:lnTo>
                <a:lnTo>
                  <a:pt x="1628317" y="1902675"/>
                </a:lnTo>
                <a:lnTo>
                  <a:pt x="1628775" y="1901558"/>
                </a:lnTo>
                <a:lnTo>
                  <a:pt x="1628775" y="1898929"/>
                </a:lnTo>
                <a:close/>
              </a:path>
              <a:path w="4914900" h="3173729">
                <a:moveTo>
                  <a:pt x="1628775" y="1267104"/>
                </a:moveTo>
                <a:lnTo>
                  <a:pt x="1628317" y="1265986"/>
                </a:lnTo>
                <a:lnTo>
                  <a:pt x="1626450" y="1264119"/>
                </a:lnTo>
                <a:lnTo>
                  <a:pt x="1625333" y="1263650"/>
                </a:lnTo>
                <a:lnTo>
                  <a:pt x="1622704" y="1263650"/>
                </a:lnTo>
                <a:lnTo>
                  <a:pt x="1621586" y="1264119"/>
                </a:lnTo>
                <a:lnTo>
                  <a:pt x="1619719" y="1265986"/>
                </a:lnTo>
                <a:lnTo>
                  <a:pt x="1619250" y="1267104"/>
                </a:lnTo>
                <a:lnTo>
                  <a:pt x="1619250" y="1269733"/>
                </a:lnTo>
                <a:lnTo>
                  <a:pt x="1619719" y="1270850"/>
                </a:lnTo>
                <a:lnTo>
                  <a:pt x="1621586" y="1272717"/>
                </a:lnTo>
                <a:lnTo>
                  <a:pt x="1622704" y="1273175"/>
                </a:lnTo>
                <a:lnTo>
                  <a:pt x="1625333" y="1273175"/>
                </a:lnTo>
                <a:lnTo>
                  <a:pt x="1626450" y="1272717"/>
                </a:lnTo>
                <a:lnTo>
                  <a:pt x="1628317" y="1270850"/>
                </a:lnTo>
                <a:lnTo>
                  <a:pt x="1628775" y="1269733"/>
                </a:lnTo>
                <a:lnTo>
                  <a:pt x="1628775" y="1267104"/>
                </a:lnTo>
                <a:close/>
              </a:path>
              <a:path w="4914900" h="3173729">
                <a:moveTo>
                  <a:pt x="1628775" y="635279"/>
                </a:moveTo>
                <a:lnTo>
                  <a:pt x="1628317" y="634161"/>
                </a:lnTo>
                <a:lnTo>
                  <a:pt x="1626450" y="632294"/>
                </a:lnTo>
                <a:lnTo>
                  <a:pt x="1625333" y="631837"/>
                </a:lnTo>
                <a:lnTo>
                  <a:pt x="1622704" y="631837"/>
                </a:lnTo>
                <a:lnTo>
                  <a:pt x="1621586" y="632294"/>
                </a:lnTo>
                <a:lnTo>
                  <a:pt x="1619719" y="634161"/>
                </a:lnTo>
                <a:lnTo>
                  <a:pt x="1619250" y="635279"/>
                </a:lnTo>
                <a:lnTo>
                  <a:pt x="1619250" y="637908"/>
                </a:lnTo>
                <a:lnTo>
                  <a:pt x="1619719" y="639025"/>
                </a:lnTo>
                <a:lnTo>
                  <a:pt x="1621586" y="640892"/>
                </a:lnTo>
                <a:lnTo>
                  <a:pt x="1622704" y="641362"/>
                </a:lnTo>
                <a:lnTo>
                  <a:pt x="1625333" y="641362"/>
                </a:lnTo>
                <a:lnTo>
                  <a:pt x="1626450" y="640892"/>
                </a:lnTo>
                <a:lnTo>
                  <a:pt x="1628317" y="639025"/>
                </a:lnTo>
                <a:lnTo>
                  <a:pt x="1628775" y="637908"/>
                </a:lnTo>
                <a:lnTo>
                  <a:pt x="1628775" y="635279"/>
                </a:lnTo>
                <a:close/>
              </a:path>
              <a:path w="4914900" h="3173729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4914900" h="3173729">
                <a:moveTo>
                  <a:pt x="1676400" y="2530754"/>
                </a:moveTo>
                <a:lnTo>
                  <a:pt x="1675942" y="2529636"/>
                </a:lnTo>
                <a:lnTo>
                  <a:pt x="1674075" y="2527770"/>
                </a:lnTo>
                <a:lnTo>
                  <a:pt x="1672958" y="2527300"/>
                </a:lnTo>
                <a:lnTo>
                  <a:pt x="1670329" y="2527300"/>
                </a:lnTo>
                <a:lnTo>
                  <a:pt x="1669211" y="2527770"/>
                </a:lnTo>
                <a:lnTo>
                  <a:pt x="1667344" y="2529636"/>
                </a:lnTo>
                <a:lnTo>
                  <a:pt x="1666875" y="2530754"/>
                </a:lnTo>
                <a:lnTo>
                  <a:pt x="1666875" y="2533383"/>
                </a:lnTo>
                <a:lnTo>
                  <a:pt x="1667344" y="2534501"/>
                </a:lnTo>
                <a:lnTo>
                  <a:pt x="1669211" y="2536367"/>
                </a:lnTo>
                <a:lnTo>
                  <a:pt x="1670329" y="2536825"/>
                </a:lnTo>
                <a:lnTo>
                  <a:pt x="1672958" y="2536825"/>
                </a:lnTo>
                <a:lnTo>
                  <a:pt x="1674075" y="2536367"/>
                </a:lnTo>
                <a:lnTo>
                  <a:pt x="1675942" y="2534501"/>
                </a:lnTo>
                <a:lnTo>
                  <a:pt x="1676400" y="2533383"/>
                </a:lnTo>
                <a:lnTo>
                  <a:pt x="1676400" y="2530754"/>
                </a:lnTo>
                <a:close/>
              </a:path>
              <a:path w="4914900" h="3173729">
                <a:moveTo>
                  <a:pt x="1676400" y="1898929"/>
                </a:moveTo>
                <a:lnTo>
                  <a:pt x="1675942" y="1897811"/>
                </a:lnTo>
                <a:lnTo>
                  <a:pt x="1674075" y="1895944"/>
                </a:lnTo>
                <a:lnTo>
                  <a:pt x="1672958" y="1895475"/>
                </a:lnTo>
                <a:lnTo>
                  <a:pt x="1670329" y="1895475"/>
                </a:lnTo>
                <a:lnTo>
                  <a:pt x="1669211" y="1895944"/>
                </a:lnTo>
                <a:lnTo>
                  <a:pt x="1667344" y="1897811"/>
                </a:lnTo>
                <a:lnTo>
                  <a:pt x="1666875" y="1898929"/>
                </a:lnTo>
                <a:lnTo>
                  <a:pt x="1666875" y="1901558"/>
                </a:lnTo>
                <a:lnTo>
                  <a:pt x="1667344" y="1902675"/>
                </a:lnTo>
                <a:lnTo>
                  <a:pt x="1669211" y="1904542"/>
                </a:lnTo>
                <a:lnTo>
                  <a:pt x="1670329" y="1905000"/>
                </a:lnTo>
                <a:lnTo>
                  <a:pt x="1672958" y="1905000"/>
                </a:lnTo>
                <a:lnTo>
                  <a:pt x="1674075" y="1904542"/>
                </a:lnTo>
                <a:lnTo>
                  <a:pt x="1675942" y="1902675"/>
                </a:lnTo>
                <a:lnTo>
                  <a:pt x="1676400" y="1901558"/>
                </a:lnTo>
                <a:lnTo>
                  <a:pt x="1676400" y="1898929"/>
                </a:lnTo>
                <a:close/>
              </a:path>
              <a:path w="4914900" h="3173729">
                <a:moveTo>
                  <a:pt x="1676400" y="1267104"/>
                </a:moveTo>
                <a:lnTo>
                  <a:pt x="1675942" y="1265986"/>
                </a:lnTo>
                <a:lnTo>
                  <a:pt x="1674075" y="1264119"/>
                </a:lnTo>
                <a:lnTo>
                  <a:pt x="1672958" y="1263650"/>
                </a:lnTo>
                <a:lnTo>
                  <a:pt x="1670329" y="1263650"/>
                </a:lnTo>
                <a:lnTo>
                  <a:pt x="1669211" y="1264119"/>
                </a:lnTo>
                <a:lnTo>
                  <a:pt x="1667344" y="1265986"/>
                </a:lnTo>
                <a:lnTo>
                  <a:pt x="1666875" y="1267104"/>
                </a:lnTo>
                <a:lnTo>
                  <a:pt x="1666875" y="1269733"/>
                </a:lnTo>
                <a:lnTo>
                  <a:pt x="1667344" y="1270850"/>
                </a:lnTo>
                <a:lnTo>
                  <a:pt x="1669211" y="1272717"/>
                </a:lnTo>
                <a:lnTo>
                  <a:pt x="1670329" y="1273175"/>
                </a:lnTo>
                <a:lnTo>
                  <a:pt x="1672958" y="1273175"/>
                </a:lnTo>
                <a:lnTo>
                  <a:pt x="1674075" y="1272717"/>
                </a:lnTo>
                <a:lnTo>
                  <a:pt x="1675942" y="1270850"/>
                </a:lnTo>
                <a:lnTo>
                  <a:pt x="1676400" y="1269733"/>
                </a:lnTo>
                <a:lnTo>
                  <a:pt x="1676400" y="1267104"/>
                </a:lnTo>
                <a:close/>
              </a:path>
              <a:path w="4914900" h="3173729">
                <a:moveTo>
                  <a:pt x="1676400" y="635279"/>
                </a:moveTo>
                <a:lnTo>
                  <a:pt x="1675942" y="634161"/>
                </a:lnTo>
                <a:lnTo>
                  <a:pt x="1674075" y="632294"/>
                </a:lnTo>
                <a:lnTo>
                  <a:pt x="1672958" y="631837"/>
                </a:lnTo>
                <a:lnTo>
                  <a:pt x="1670329" y="631837"/>
                </a:lnTo>
                <a:lnTo>
                  <a:pt x="1669211" y="632294"/>
                </a:lnTo>
                <a:lnTo>
                  <a:pt x="1667344" y="634161"/>
                </a:lnTo>
                <a:lnTo>
                  <a:pt x="1666875" y="635279"/>
                </a:lnTo>
                <a:lnTo>
                  <a:pt x="1666875" y="637908"/>
                </a:lnTo>
                <a:lnTo>
                  <a:pt x="1667344" y="639025"/>
                </a:lnTo>
                <a:lnTo>
                  <a:pt x="1669211" y="640892"/>
                </a:lnTo>
                <a:lnTo>
                  <a:pt x="1670329" y="641362"/>
                </a:lnTo>
                <a:lnTo>
                  <a:pt x="1672958" y="641362"/>
                </a:lnTo>
                <a:lnTo>
                  <a:pt x="1674075" y="640892"/>
                </a:lnTo>
                <a:lnTo>
                  <a:pt x="1675942" y="639025"/>
                </a:lnTo>
                <a:lnTo>
                  <a:pt x="1676400" y="637908"/>
                </a:lnTo>
                <a:lnTo>
                  <a:pt x="1676400" y="635279"/>
                </a:lnTo>
                <a:close/>
              </a:path>
              <a:path w="4914900" h="3173729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4914900" h="3173729">
                <a:moveTo>
                  <a:pt x="1724025" y="2530754"/>
                </a:moveTo>
                <a:lnTo>
                  <a:pt x="1723567" y="2529636"/>
                </a:lnTo>
                <a:lnTo>
                  <a:pt x="1721700" y="2527770"/>
                </a:lnTo>
                <a:lnTo>
                  <a:pt x="1720583" y="2527300"/>
                </a:lnTo>
                <a:lnTo>
                  <a:pt x="1717954" y="2527300"/>
                </a:lnTo>
                <a:lnTo>
                  <a:pt x="1716836" y="2527770"/>
                </a:lnTo>
                <a:lnTo>
                  <a:pt x="1714969" y="2529636"/>
                </a:lnTo>
                <a:lnTo>
                  <a:pt x="1714500" y="2530754"/>
                </a:lnTo>
                <a:lnTo>
                  <a:pt x="1714500" y="2533383"/>
                </a:lnTo>
                <a:lnTo>
                  <a:pt x="1714969" y="2534501"/>
                </a:lnTo>
                <a:lnTo>
                  <a:pt x="1716836" y="2536367"/>
                </a:lnTo>
                <a:lnTo>
                  <a:pt x="1717954" y="2536825"/>
                </a:lnTo>
                <a:lnTo>
                  <a:pt x="1720583" y="2536825"/>
                </a:lnTo>
                <a:lnTo>
                  <a:pt x="1721700" y="2536367"/>
                </a:lnTo>
                <a:lnTo>
                  <a:pt x="1723567" y="2534501"/>
                </a:lnTo>
                <a:lnTo>
                  <a:pt x="1724025" y="2533383"/>
                </a:lnTo>
                <a:lnTo>
                  <a:pt x="1724025" y="2530754"/>
                </a:lnTo>
                <a:close/>
              </a:path>
              <a:path w="4914900" h="3173729">
                <a:moveTo>
                  <a:pt x="1724025" y="1898929"/>
                </a:moveTo>
                <a:lnTo>
                  <a:pt x="1723567" y="1897811"/>
                </a:lnTo>
                <a:lnTo>
                  <a:pt x="1721700" y="1895944"/>
                </a:lnTo>
                <a:lnTo>
                  <a:pt x="1720583" y="1895475"/>
                </a:lnTo>
                <a:lnTo>
                  <a:pt x="1717954" y="1895475"/>
                </a:lnTo>
                <a:lnTo>
                  <a:pt x="1716836" y="1895944"/>
                </a:lnTo>
                <a:lnTo>
                  <a:pt x="1714969" y="1897811"/>
                </a:lnTo>
                <a:lnTo>
                  <a:pt x="1714500" y="1898929"/>
                </a:lnTo>
                <a:lnTo>
                  <a:pt x="1714500" y="1901558"/>
                </a:lnTo>
                <a:lnTo>
                  <a:pt x="1714969" y="1902675"/>
                </a:lnTo>
                <a:lnTo>
                  <a:pt x="1716836" y="1904542"/>
                </a:lnTo>
                <a:lnTo>
                  <a:pt x="1717954" y="1905000"/>
                </a:lnTo>
                <a:lnTo>
                  <a:pt x="1720583" y="1905000"/>
                </a:lnTo>
                <a:lnTo>
                  <a:pt x="1721700" y="1904542"/>
                </a:lnTo>
                <a:lnTo>
                  <a:pt x="1723567" y="1902675"/>
                </a:lnTo>
                <a:lnTo>
                  <a:pt x="1724025" y="1901558"/>
                </a:lnTo>
                <a:lnTo>
                  <a:pt x="1724025" y="1898929"/>
                </a:lnTo>
                <a:close/>
              </a:path>
              <a:path w="4914900" h="3173729">
                <a:moveTo>
                  <a:pt x="1724025" y="1267104"/>
                </a:moveTo>
                <a:lnTo>
                  <a:pt x="1723567" y="1265986"/>
                </a:lnTo>
                <a:lnTo>
                  <a:pt x="1721700" y="1264119"/>
                </a:lnTo>
                <a:lnTo>
                  <a:pt x="1720583" y="1263650"/>
                </a:lnTo>
                <a:lnTo>
                  <a:pt x="1717954" y="1263650"/>
                </a:lnTo>
                <a:lnTo>
                  <a:pt x="1716836" y="1264119"/>
                </a:lnTo>
                <a:lnTo>
                  <a:pt x="1714969" y="1265986"/>
                </a:lnTo>
                <a:lnTo>
                  <a:pt x="1714500" y="1267104"/>
                </a:lnTo>
                <a:lnTo>
                  <a:pt x="1714500" y="1269733"/>
                </a:lnTo>
                <a:lnTo>
                  <a:pt x="1714969" y="1270850"/>
                </a:lnTo>
                <a:lnTo>
                  <a:pt x="1716836" y="1272717"/>
                </a:lnTo>
                <a:lnTo>
                  <a:pt x="1717954" y="1273175"/>
                </a:lnTo>
                <a:lnTo>
                  <a:pt x="1720583" y="1273175"/>
                </a:lnTo>
                <a:lnTo>
                  <a:pt x="1721700" y="1272717"/>
                </a:lnTo>
                <a:lnTo>
                  <a:pt x="1723567" y="1270850"/>
                </a:lnTo>
                <a:lnTo>
                  <a:pt x="1724025" y="1269733"/>
                </a:lnTo>
                <a:lnTo>
                  <a:pt x="1724025" y="1267104"/>
                </a:lnTo>
                <a:close/>
              </a:path>
              <a:path w="4914900" h="3173729">
                <a:moveTo>
                  <a:pt x="1724025" y="635279"/>
                </a:moveTo>
                <a:lnTo>
                  <a:pt x="1723567" y="634161"/>
                </a:lnTo>
                <a:lnTo>
                  <a:pt x="1721700" y="632294"/>
                </a:lnTo>
                <a:lnTo>
                  <a:pt x="1720583" y="631837"/>
                </a:lnTo>
                <a:lnTo>
                  <a:pt x="1717954" y="631837"/>
                </a:lnTo>
                <a:lnTo>
                  <a:pt x="1716836" y="632294"/>
                </a:lnTo>
                <a:lnTo>
                  <a:pt x="1714969" y="634161"/>
                </a:lnTo>
                <a:lnTo>
                  <a:pt x="1714500" y="635279"/>
                </a:lnTo>
                <a:lnTo>
                  <a:pt x="1714500" y="637908"/>
                </a:lnTo>
                <a:lnTo>
                  <a:pt x="1714969" y="639025"/>
                </a:lnTo>
                <a:lnTo>
                  <a:pt x="1716836" y="640892"/>
                </a:lnTo>
                <a:lnTo>
                  <a:pt x="1717954" y="641362"/>
                </a:lnTo>
                <a:lnTo>
                  <a:pt x="1720583" y="641362"/>
                </a:lnTo>
                <a:lnTo>
                  <a:pt x="1721700" y="640892"/>
                </a:lnTo>
                <a:lnTo>
                  <a:pt x="1723567" y="639025"/>
                </a:lnTo>
                <a:lnTo>
                  <a:pt x="1724025" y="637908"/>
                </a:lnTo>
                <a:lnTo>
                  <a:pt x="1724025" y="635279"/>
                </a:lnTo>
                <a:close/>
              </a:path>
              <a:path w="4914900" h="3173729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4914900" h="3173729">
                <a:moveTo>
                  <a:pt x="1771650" y="2530754"/>
                </a:moveTo>
                <a:lnTo>
                  <a:pt x="1771192" y="2529636"/>
                </a:lnTo>
                <a:lnTo>
                  <a:pt x="1769325" y="2527770"/>
                </a:lnTo>
                <a:lnTo>
                  <a:pt x="1768208" y="2527300"/>
                </a:lnTo>
                <a:lnTo>
                  <a:pt x="1765579" y="2527300"/>
                </a:lnTo>
                <a:lnTo>
                  <a:pt x="1764461" y="2527770"/>
                </a:lnTo>
                <a:lnTo>
                  <a:pt x="1762594" y="2529636"/>
                </a:lnTo>
                <a:lnTo>
                  <a:pt x="1762125" y="2530754"/>
                </a:lnTo>
                <a:lnTo>
                  <a:pt x="1762125" y="2533383"/>
                </a:lnTo>
                <a:lnTo>
                  <a:pt x="1762594" y="2534501"/>
                </a:lnTo>
                <a:lnTo>
                  <a:pt x="1764461" y="2536367"/>
                </a:lnTo>
                <a:lnTo>
                  <a:pt x="1765579" y="2536825"/>
                </a:lnTo>
                <a:lnTo>
                  <a:pt x="1768208" y="2536825"/>
                </a:lnTo>
                <a:lnTo>
                  <a:pt x="1769325" y="2536367"/>
                </a:lnTo>
                <a:lnTo>
                  <a:pt x="1771192" y="2534501"/>
                </a:lnTo>
                <a:lnTo>
                  <a:pt x="1771650" y="2533383"/>
                </a:lnTo>
                <a:lnTo>
                  <a:pt x="1771650" y="2530754"/>
                </a:lnTo>
                <a:close/>
              </a:path>
              <a:path w="4914900" h="3173729">
                <a:moveTo>
                  <a:pt x="1771650" y="1898929"/>
                </a:moveTo>
                <a:lnTo>
                  <a:pt x="1771192" y="1897811"/>
                </a:lnTo>
                <a:lnTo>
                  <a:pt x="1769325" y="1895944"/>
                </a:lnTo>
                <a:lnTo>
                  <a:pt x="1768208" y="1895475"/>
                </a:lnTo>
                <a:lnTo>
                  <a:pt x="1765579" y="1895475"/>
                </a:lnTo>
                <a:lnTo>
                  <a:pt x="1764461" y="1895944"/>
                </a:lnTo>
                <a:lnTo>
                  <a:pt x="1762594" y="1897811"/>
                </a:lnTo>
                <a:lnTo>
                  <a:pt x="1762125" y="1898929"/>
                </a:lnTo>
                <a:lnTo>
                  <a:pt x="1762125" y="1901558"/>
                </a:lnTo>
                <a:lnTo>
                  <a:pt x="1762594" y="1902675"/>
                </a:lnTo>
                <a:lnTo>
                  <a:pt x="1764461" y="1904542"/>
                </a:lnTo>
                <a:lnTo>
                  <a:pt x="1765579" y="1905000"/>
                </a:lnTo>
                <a:lnTo>
                  <a:pt x="1768208" y="1905000"/>
                </a:lnTo>
                <a:lnTo>
                  <a:pt x="1769325" y="1904542"/>
                </a:lnTo>
                <a:lnTo>
                  <a:pt x="1771192" y="1902675"/>
                </a:lnTo>
                <a:lnTo>
                  <a:pt x="1771650" y="1901558"/>
                </a:lnTo>
                <a:lnTo>
                  <a:pt x="1771650" y="1898929"/>
                </a:lnTo>
                <a:close/>
              </a:path>
              <a:path w="4914900" h="3173729">
                <a:moveTo>
                  <a:pt x="1771650" y="1267104"/>
                </a:moveTo>
                <a:lnTo>
                  <a:pt x="1771192" y="1265986"/>
                </a:lnTo>
                <a:lnTo>
                  <a:pt x="1769325" y="1264119"/>
                </a:lnTo>
                <a:lnTo>
                  <a:pt x="1768208" y="1263650"/>
                </a:lnTo>
                <a:lnTo>
                  <a:pt x="1765579" y="1263650"/>
                </a:lnTo>
                <a:lnTo>
                  <a:pt x="1764461" y="1264119"/>
                </a:lnTo>
                <a:lnTo>
                  <a:pt x="1762594" y="1265986"/>
                </a:lnTo>
                <a:lnTo>
                  <a:pt x="1762125" y="1267104"/>
                </a:lnTo>
                <a:lnTo>
                  <a:pt x="1762125" y="1269733"/>
                </a:lnTo>
                <a:lnTo>
                  <a:pt x="1762594" y="1270850"/>
                </a:lnTo>
                <a:lnTo>
                  <a:pt x="1764461" y="1272717"/>
                </a:lnTo>
                <a:lnTo>
                  <a:pt x="1765579" y="1273175"/>
                </a:lnTo>
                <a:lnTo>
                  <a:pt x="1768208" y="1273175"/>
                </a:lnTo>
                <a:lnTo>
                  <a:pt x="1769325" y="1272717"/>
                </a:lnTo>
                <a:lnTo>
                  <a:pt x="1771192" y="1270850"/>
                </a:lnTo>
                <a:lnTo>
                  <a:pt x="1771650" y="1269733"/>
                </a:lnTo>
                <a:lnTo>
                  <a:pt x="1771650" y="1267104"/>
                </a:lnTo>
                <a:close/>
              </a:path>
              <a:path w="4914900" h="3173729">
                <a:moveTo>
                  <a:pt x="1771650" y="635279"/>
                </a:moveTo>
                <a:lnTo>
                  <a:pt x="1771192" y="634161"/>
                </a:lnTo>
                <a:lnTo>
                  <a:pt x="1769325" y="632294"/>
                </a:lnTo>
                <a:lnTo>
                  <a:pt x="1768208" y="631837"/>
                </a:lnTo>
                <a:lnTo>
                  <a:pt x="1765579" y="631837"/>
                </a:lnTo>
                <a:lnTo>
                  <a:pt x="1764461" y="632294"/>
                </a:lnTo>
                <a:lnTo>
                  <a:pt x="1762594" y="634161"/>
                </a:lnTo>
                <a:lnTo>
                  <a:pt x="1762125" y="635279"/>
                </a:lnTo>
                <a:lnTo>
                  <a:pt x="1762125" y="637908"/>
                </a:lnTo>
                <a:lnTo>
                  <a:pt x="1762594" y="639025"/>
                </a:lnTo>
                <a:lnTo>
                  <a:pt x="1764461" y="640892"/>
                </a:lnTo>
                <a:lnTo>
                  <a:pt x="1765579" y="641362"/>
                </a:lnTo>
                <a:lnTo>
                  <a:pt x="1768208" y="641362"/>
                </a:lnTo>
                <a:lnTo>
                  <a:pt x="1769325" y="640892"/>
                </a:lnTo>
                <a:lnTo>
                  <a:pt x="1771192" y="639025"/>
                </a:lnTo>
                <a:lnTo>
                  <a:pt x="1771650" y="637908"/>
                </a:lnTo>
                <a:lnTo>
                  <a:pt x="1771650" y="635279"/>
                </a:lnTo>
                <a:close/>
              </a:path>
              <a:path w="4914900" h="3173729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4914900" h="3173729">
                <a:moveTo>
                  <a:pt x="1819275" y="2530754"/>
                </a:moveTo>
                <a:lnTo>
                  <a:pt x="1818817" y="2529636"/>
                </a:lnTo>
                <a:lnTo>
                  <a:pt x="1816950" y="2527770"/>
                </a:lnTo>
                <a:lnTo>
                  <a:pt x="1815833" y="2527300"/>
                </a:lnTo>
                <a:lnTo>
                  <a:pt x="1813204" y="2527300"/>
                </a:lnTo>
                <a:lnTo>
                  <a:pt x="1812086" y="2527770"/>
                </a:lnTo>
                <a:lnTo>
                  <a:pt x="1810219" y="2529636"/>
                </a:lnTo>
                <a:lnTo>
                  <a:pt x="1809750" y="2530754"/>
                </a:lnTo>
                <a:lnTo>
                  <a:pt x="1809750" y="2533383"/>
                </a:lnTo>
                <a:lnTo>
                  <a:pt x="1810219" y="2534501"/>
                </a:lnTo>
                <a:lnTo>
                  <a:pt x="1812086" y="2536367"/>
                </a:lnTo>
                <a:lnTo>
                  <a:pt x="1813204" y="2536825"/>
                </a:lnTo>
                <a:lnTo>
                  <a:pt x="1815833" y="2536825"/>
                </a:lnTo>
                <a:lnTo>
                  <a:pt x="1816950" y="2536367"/>
                </a:lnTo>
                <a:lnTo>
                  <a:pt x="1818817" y="2534501"/>
                </a:lnTo>
                <a:lnTo>
                  <a:pt x="1819275" y="2533383"/>
                </a:lnTo>
                <a:lnTo>
                  <a:pt x="1819275" y="2530754"/>
                </a:lnTo>
                <a:close/>
              </a:path>
              <a:path w="4914900" h="3173729">
                <a:moveTo>
                  <a:pt x="1819275" y="1898929"/>
                </a:moveTo>
                <a:lnTo>
                  <a:pt x="1818817" y="1897811"/>
                </a:lnTo>
                <a:lnTo>
                  <a:pt x="1816950" y="1895944"/>
                </a:lnTo>
                <a:lnTo>
                  <a:pt x="1815833" y="1895475"/>
                </a:lnTo>
                <a:lnTo>
                  <a:pt x="1813204" y="1895475"/>
                </a:lnTo>
                <a:lnTo>
                  <a:pt x="1812086" y="1895944"/>
                </a:lnTo>
                <a:lnTo>
                  <a:pt x="1810219" y="1897811"/>
                </a:lnTo>
                <a:lnTo>
                  <a:pt x="1809750" y="1898929"/>
                </a:lnTo>
                <a:lnTo>
                  <a:pt x="1809750" y="1901558"/>
                </a:lnTo>
                <a:lnTo>
                  <a:pt x="1810219" y="1902675"/>
                </a:lnTo>
                <a:lnTo>
                  <a:pt x="1812086" y="1904542"/>
                </a:lnTo>
                <a:lnTo>
                  <a:pt x="1813204" y="1905000"/>
                </a:lnTo>
                <a:lnTo>
                  <a:pt x="1815833" y="1905000"/>
                </a:lnTo>
                <a:lnTo>
                  <a:pt x="1816950" y="1904542"/>
                </a:lnTo>
                <a:lnTo>
                  <a:pt x="1818817" y="1902675"/>
                </a:lnTo>
                <a:lnTo>
                  <a:pt x="1819275" y="1901558"/>
                </a:lnTo>
                <a:lnTo>
                  <a:pt x="1819275" y="1898929"/>
                </a:lnTo>
                <a:close/>
              </a:path>
              <a:path w="4914900" h="3173729">
                <a:moveTo>
                  <a:pt x="1819275" y="1267104"/>
                </a:moveTo>
                <a:lnTo>
                  <a:pt x="1818817" y="1265986"/>
                </a:lnTo>
                <a:lnTo>
                  <a:pt x="1816950" y="1264119"/>
                </a:lnTo>
                <a:lnTo>
                  <a:pt x="1815833" y="1263650"/>
                </a:lnTo>
                <a:lnTo>
                  <a:pt x="1813204" y="1263650"/>
                </a:lnTo>
                <a:lnTo>
                  <a:pt x="1812086" y="1264119"/>
                </a:lnTo>
                <a:lnTo>
                  <a:pt x="1810219" y="1265986"/>
                </a:lnTo>
                <a:lnTo>
                  <a:pt x="1809750" y="1267104"/>
                </a:lnTo>
                <a:lnTo>
                  <a:pt x="1809750" y="1269733"/>
                </a:lnTo>
                <a:lnTo>
                  <a:pt x="1810219" y="1270850"/>
                </a:lnTo>
                <a:lnTo>
                  <a:pt x="1812086" y="1272717"/>
                </a:lnTo>
                <a:lnTo>
                  <a:pt x="1813204" y="1273175"/>
                </a:lnTo>
                <a:lnTo>
                  <a:pt x="1815833" y="1273175"/>
                </a:lnTo>
                <a:lnTo>
                  <a:pt x="1816950" y="1272717"/>
                </a:lnTo>
                <a:lnTo>
                  <a:pt x="1818817" y="1270850"/>
                </a:lnTo>
                <a:lnTo>
                  <a:pt x="1819275" y="1269733"/>
                </a:lnTo>
                <a:lnTo>
                  <a:pt x="1819275" y="1267104"/>
                </a:lnTo>
                <a:close/>
              </a:path>
              <a:path w="4914900" h="3173729">
                <a:moveTo>
                  <a:pt x="1819275" y="635279"/>
                </a:moveTo>
                <a:lnTo>
                  <a:pt x="1818817" y="634161"/>
                </a:lnTo>
                <a:lnTo>
                  <a:pt x="1816950" y="632294"/>
                </a:lnTo>
                <a:lnTo>
                  <a:pt x="1815833" y="631837"/>
                </a:lnTo>
                <a:lnTo>
                  <a:pt x="1813204" y="631837"/>
                </a:lnTo>
                <a:lnTo>
                  <a:pt x="1812086" y="632294"/>
                </a:lnTo>
                <a:lnTo>
                  <a:pt x="1810219" y="634161"/>
                </a:lnTo>
                <a:lnTo>
                  <a:pt x="1809750" y="635279"/>
                </a:lnTo>
                <a:lnTo>
                  <a:pt x="1809750" y="637908"/>
                </a:lnTo>
                <a:lnTo>
                  <a:pt x="1810219" y="639025"/>
                </a:lnTo>
                <a:lnTo>
                  <a:pt x="1812086" y="640892"/>
                </a:lnTo>
                <a:lnTo>
                  <a:pt x="1813204" y="641362"/>
                </a:lnTo>
                <a:lnTo>
                  <a:pt x="1815833" y="641362"/>
                </a:lnTo>
                <a:lnTo>
                  <a:pt x="1816950" y="640892"/>
                </a:lnTo>
                <a:lnTo>
                  <a:pt x="1818817" y="639025"/>
                </a:lnTo>
                <a:lnTo>
                  <a:pt x="1819275" y="637908"/>
                </a:lnTo>
                <a:lnTo>
                  <a:pt x="1819275" y="635279"/>
                </a:lnTo>
                <a:close/>
              </a:path>
              <a:path w="4914900" h="3173729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4914900" h="3173729">
                <a:moveTo>
                  <a:pt x="1866900" y="2530754"/>
                </a:moveTo>
                <a:lnTo>
                  <a:pt x="1866442" y="2529636"/>
                </a:lnTo>
                <a:lnTo>
                  <a:pt x="1864575" y="2527770"/>
                </a:lnTo>
                <a:lnTo>
                  <a:pt x="1863458" y="2527300"/>
                </a:lnTo>
                <a:lnTo>
                  <a:pt x="1860829" y="2527300"/>
                </a:lnTo>
                <a:lnTo>
                  <a:pt x="1859711" y="2527770"/>
                </a:lnTo>
                <a:lnTo>
                  <a:pt x="1857844" y="2529636"/>
                </a:lnTo>
                <a:lnTo>
                  <a:pt x="1857375" y="2530754"/>
                </a:lnTo>
                <a:lnTo>
                  <a:pt x="1857375" y="2533383"/>
                </a:lnTo>
                <a:lnTo>
                  <a:pt x="1857844" y="2534501"/>
                </a:lnTo>
                <a:lnTo>
                  <a:pt x="1859711" y="2536367"/>
                </a:lnTo>
                <a:lnTo>
                  <a:pt x="1860829" y="2536825"/>
                </a:lnTo>
                <a:lnTo>
                  <a:pt x="1863458" y="2536825"/>
                </a:lnTo>
                <a:lnTo>
                  <a:pt x="1864575" y="2536367"/>
                </a:lnTo>
                <a:lnTo>
                  <a:pt x="1866442" y="2534501"/>
                </a:lnTo>
                <a:lnTo>
                  <a:pt x="1866900" y="2533383"/>
                </a:lnTo>
                <a:lnTo>
                  <a:pt x="1866900" y="2530754"/>
                </a:lnTo>
                <a:close/>
              </a:path>
              <a:path w="4914900" h="3173729">
                <a:moveTo>
                  <a:pt x="1866900" y="1898929"/>
                </a:moveTo>
                <a:lnTo>
                  <a:pt x="1866442" y="1897811"/>
                </a:lnTo>
                <a:lnTo>
                  <a:pt x="1864575" y="1895944"/>
                </a:lnTo>
                <a:lnTo>
                  <a:pt x="1863458" y="1895475"/>
                </a:lnTo>
                <a:lnTo>
                  <a:pt x="1860829" y="1895475"/>
                </a:lnTo>
                <a:lnTo>
                  <a:pt x="1859711" y="1895944"/>
                </a:lnTo>
                <a:lnTo>
                  <a:pt x="1857844" y="1897811"/>
                </a:lnTo>
                <a:lnTo>
                  <a:pt x="1857375" y="1898929"/>
                </a:lnTo>
                <a:lnTo>
                  <a:pt x="1857375" y="1901558"/>
                </a:lnTo>
                <a:lnTo>
                  <a:pt x="1857844" y="1902675"/>
                </a:lnTo>
                <a:lnTo>
                  <a:pt x="1859711" y="1904542"/>
                </a:lnTo>
                <a:lnTo>
                  <a:pt x="1860829" y="1905000"/>
                </a:lnTo>
                <a:lnTo>
                  <a:pt x="1863458" y="1905000"/>
                </a:lnTo>
                <a:lnTo>
                  <a:pt x="1864575" y="1904542"/>
                </a:lnTo>
                <a:lnTo>
                  <a:pt x="1866442" y="1902675"/>
                </a:lnTo>
                <a:lnTo>
                  <a:pt x="1866900" y="1901558"/>
                </a:lnTo>
                <a:lnTo>
                  <a:pt x="1866900" y="1898929"/>
                </a:lnTo>
                <a:close/>
              </a:path>
              <a:path w="4914900" h="3173729">
                <a:moveTo>
                  <a:pt x="1866900" y="1267104"/>
                </a:moveTo>
                <a:lnTo>
                  <a:pt x="1866442" y="1265986"/>
                </a:lnTo>
                <a:lnTo>
                  <a:pt x="1864575" y="1264119"/>
                </a:lnTo>
                <a:lnTo>
                  <a:pt x="1863458" y="1263650"/>
                </a:lnTo>
                <a:lnTo>
                  <a:pt x="1860829" y="1263650"/>
                </a:lnTo>
                <a:lnTo>
                  <a:pt x="1859711" y="1264119"/>
                </a:lnTo>
                <a:lnTo>
                  <a:pt x="1857844" y="1265986"/>
                </a:lnTo>
                <a:lnTo>
                  <a:pt x="1857375" y="1267104"/>
                </a:lnTo>
                <a:lnTo>
                  <a:pt x="1857375" y="1269733"/>
                </a:lnTo>
                <a:lnTo>
                  <a:pt x="1857844" y="1270850"/>
                </a:lnTo>
                <a:lnTo>
                  <a:pt x="1859711" y="1272717"/>
                </a:lnTo>
                <a:lnTo>
                  <a:pt x="1860829" y="1273175"/>
                </a:lnTo>
                <a:lnTo>
                  <a:pt x="1863458" y="1273175"/>
                </a:lnTo>
                <a:lnTo>
                  <a:pt x="1864575" y="1272717"/>
                </a:lnTo>
                <a:lnTo>
                  <a:pt x="1866442" y="1270850"/>
                </a:lnTo>
                <a:lnTo>
                  <a:pt x="1866900" y="1269733"/>
                </a:lnTo>
                <a:lnTo>
                  <a:pt x="1866900" y="1267104"/>
                </a:lnTo>
                <a:close/>
              </a:path>
              <a:path w="4914900" h="3173729">
                <a:moveTo>
                  <a:pt x="1866900" y="635279"/>
                </a:moveTo>
                <a:lnTo>
                  <a:pt x="1866442" y="634161"/>
                </a:lnTo>
                <a:lnTo>
                  <a:pt x="1864575" y="632294"/>
                </a:lnTo>
                <a:lnTo>
                  <a:pt x="1863458" y="631837"/>
                </a:lnTo>
                <a:lnTo>
                  <a:pt x="1860829" y="631837"/>
                </a:lnTo>
                <a:lnTo>
                  <a:pt x="1859711" y="632294"/>
                </a:lnTo>
                <a:lnTo>
                  <a:pt x="1857844" y="634161"/>
                </a:lnTo>
                <a:lnTo>
                  <a:pt x="1857375" y="635279"/>
                </a:lnTo>
                <a:lnTo>
                  <a:pt x="1857375" y="637908"/>
                </a:lnTo>
                <a:lnTo>
                  <a:pt x="1857844" y="639025"/>
                </a:lnTo>
                <a:lnTo>
                  <a:pt x="1859711" y="640892"/>
                </a:lnTo>
                <a:lnTo>
                  <a:pt x="1860829" y="641362"/>
                </a:lnTo>
                <a:lnTo>
                  <a:pt x="1863458" y="641362"/>
                </a:lnTo>
                <a:lnTo>
                  <a:pt x="1864575" y="640892"/>
                </a:lnTo>
                <a:lnTo>
                  <a:pt x="1866442" y="639025"/>
                </a:lnTo>
                <a:lnTo>
                  <a:pt x="1866900" y="637908"/>
                </a:lnTo>
                <a:lnTo>
                  <a:pt x="1866900" y="635279"/>
                </a:lnTo>
                <a:close/>
              </a:path>
              <a:path w="4914900" h="3173729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4914900" h="3173729">
                <a:moveTo>
                  <a:pt x="1914525" y="2530754"/>
                </a:moveTo>
                <a:lnTo>
                  <a:pt x="1914067" y="2529636"/>
                </a:lnTo>
                <a:lnTo>
                  <a:pt x="1912200" y="2527770"/>
                </a:lnTo>
                <a:lnTo>
                  <a:pt x="1911083" y="2527300"/>
                </a:lnTo>
                <a:lnTo>
                  <a:pt x="1908454" y="2527300"/>
                </a:lnTo>
                <a:lnTo>
                  <a:pt x="1907336" y="2527770"/>
                </a:lnTo>
                <a:lnTo>
                  <a:pt x="1905469" y="2529636"/>
                </a:lnTo>
                <a:lnTo>
                  <a:pt x="1905000" y="2530754"/>
                </a:lnTo>
                <a:lnTo>
                  <a:pt x="1905000" y="2533383"/>
                </a:lnTo>
                <a:lnTo>
                  <a:pt x="1905469" y="2534501"/>
                </a:lnTo>
                <a:lnTo>
                  <a:pt x="1907336" y="2536367"/>
                </a:lnTo>
                <a:lnTo>
                  <a:pt x="1908454" y="2536825"/>
                </a:lnTo>
                <a:lnTo>
                  <a:pt x="1911083" y="2536825"/>
                </a:lnTo>
                <a:lnTo>
                  <a:pt x="1912200" y="2536367"/>
                </a:lnTo>
                <a:lnTo>
                  <a:pt x="1914067" y="2534501"/>
                </a:lnTo>
                <a:lnTo>
                  <a:pt x="1914525" y="2533383"/>
                </a:lnTo>
                <a:lnTo>
                  <a:pt x="1914525" y="2530754"/>
                </a:lnTo>
                <a:close/>
              </a:path>
              <a:path w="4914900" h="3173729">
                <a:moveTo>
                  <a:pt x="1914525" y="1898929"/>
                </a:moveTo>
                <a:lnTo>
                  <a:pt x="1914067" y="1897811"/>
                </a:lnTo>
                <a:lnTo>
                  <a:pt x="1912200" y="1895944"/>
                </a:lnTo>
                <a:lnTo>
                  <a:pt x="1911083" y="1895475"/>
                </a:lnTo>
                <a:lnTo>
                  <a:pt x="1908454" y="1895475"/>
                </a:lnTo>
                <a:lnTo>
                  <a:pt x="1907336" y="1895944"/>
                </a:lnTo>
                <a:lnTo>
                  <a:pt x="1905469" y="1897811"/>
                </a:lnTo>
                <a:lnTo>
                  <a:pt x="1905000" y="1898929"/>
                </a:lnTo>
                <a:lnTo>
                  <a:pt x="1905000" y="1901558"/>
                </a:lnTo>
                <a:lnTo>
                  <a:pt x="1905469" y="1902675"/>
                </a:lnTo>
                <a:lnTo>
                  <a:pt x="1907336" y="1904542"/>
                </a:lnTo>
                <a:lnTo>
                  <a:pt x="1908454" y="1905000"/>
                </a:lnTo>
                <a:lnTo>
                  <a:pt x="1911083" y="1905000"/>
                </a:lnTo>
                <a:lnTo>
                  <a:pt x="1912200" y="1904542"/>
                </a:lnTo>
                <a:lnTo>
                  <a:pt x="1914067" y="1902675"/>
                </a:lnTo>
                <a:lnTo>
                  <a:pt x="1914525" y="1901558"/>
                </a:lnTo>
                <a:lnTo>
                  <a:pt x="1914525" y="1898929"/>
                </a:lnTo>
                <a:close/>
              </a:path>
              <a:path w="4914900" h="3173729">
                <a:moveTo>
                  <a:pt x="1914525" y="1267104"/>
                </a:moveTo>
                <a:lnTo>
                  <a:pt x="1914067" y="1265986"/>
                </a:lnTo>
                <a:lnTo>
                  <a:pt x="1912200" y="1264119"/>
                </a:lnTo>
                <a:lnTo>
                  <a:pt x="1911083" y="1263650"/>
                </a:lnTo>
                <a:lnTo>
                  <a:pt x="1908454" y="1263650"/>
                </a:lnTo>
                <a:lnTo>
                  <a:pt x="1907336" y="1264119"/>
                </a:lnTo>
                <a:lnTo>
                  <a:pt x="1905469" y="1265986"/>
                </a:lnTo>
                <a:lnTo>
                  <a:pt x="1905000" y="1267104"/>
                </a:lnTo>
                <a:lnTo>
                  <a:pt x="1905000" y="1269733"/>
                </a:lnTo>
                <a:lnTo>
                  <a:pt x="1905469" y="1270850"/>
                </a:lnTo>
                <a:lnTo>
                  <a:pt x="1907336" y="1272717"/>
                </a:lnTo>
                <a:lnTo>
                  <a:pt x="1908454" y="1273175"/>
                </a:lnTo>
                <a:lnTo>
                  <a:pt x="1911083" y="1273175"/>
                </a:lnTo>
                <a:lnTo>
                  <a:pt x="1912200" y="1272717"/>
                </a:lnTo>
                <a:lnTo>
                  <a:pt x="1914067" y="1270850"/>
                </a:lnTo>
                <a:lnTo>
                  <a:pt x="1914525" y="1269733"/>
                </a:lnTo>
                <a:lnTo>
                  <a:pt x="1914525" y="1267104"/>
                </a:lnTo>
                <a:close/>
              </a:path>
              <a:path w="4914900" h="3173729">
                <a:moveTo>
                  <a:pt x="1914525" y="635279"/>
                </a:moveTo>
                <a:lnTo>
                  <a:pt x="1914067" y="634161"/>
                </a:lnTo>
                <a:lnTo>
                  <a:pt x="1912200" y="632294"/>
                </a:lnTo>
                <a:lnTo>
                  <a:pt x="1911083" y="631837"/>
                </a:lnTo>
                <a:lnTo>
                  <a:pt x="1908454" y="631837"/>
                </a:lnTo>
                <a:lnTo>
                  <a:pt x="1907336" y="632294"/>
                </a:lnTo>
                <a:lnTo>
                  <a:pt x="1905469" y="634161"/>
                </a:lnTo>
                <a:lnTo>
                  <a:pt x="1905000" y="635279"/>
                </a:lnTo>
                <a:lnTo>
                  <a:pt x="1905000" y="637908"/>
                </a:lnTo>
                <a:lnTo>
                  <a:pt x="1905469" y="639025"/>
                </a:lnTo>
                <a:lnTo>
                  <a:pt x="1907336" y="640892"/>
                </a:lnTo>
                <a:lnTo>
                  <a:pt x="1908454" y="641362"/>
                </a:lnTo>
                <a:lnTo>
                  <a:pt x="1911083" y="641362"/>
                </a:lnTo>
                <a:lnTo>
                  <a:pt x="1912200" y="640892"/>
                </a:lnTo>
                <a:lnTo>
                  <a:pt x="1914067" y="639025"/>
                </a:lnTo>
                <a:lnTo>
                  <a:pt x="1914525" y="637908"/>
                </a:lnTo>
                <a:lnTo>
                  <a:pt x="1914525" y="635279"/>
                </a:lnTo>
                <a:close/>
              </a:path>
              <a:path w="4914900" h="3173729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4914900" h="3173729">
                <a:moveTo>
                  <a:pt x="1962150" y="2530754"/>
                </a:moveTo>
                <a:lnTo>
                  <a:pt x="1961692" y="2529636"/>
                </a:lnTo>
                <a:lnTo>
                  <a:pt x="1959825" y="2527770"/>
                </a:lnTo>
                <a:lnTo>
                  <a:pt x="1958708" y="2527300"/>
                </a:lnTo>
                <a:lnTo>
                  <a:pt x="1956079" y="2527300"/>
                </a:lnTo>
                <a:lnTo>
                  <a:pt x="1954961" y="2527770"/>
                </a:lnTo>
                <a:lnTo>
                  <a:pt x="1953094" y="2529636"/>
                </a:lnTo>
                <a:lnTo>
                  <a:pt x="1952625" y="2530754"/>
                </a:lnTo>
                <a:lnTo>
                  <a:pt x="1952625" y="2533383"/>
                </a:lnTo>
                <a:lnTo>
                  <a:pt x="1953094" y="2534501"/>
                </a:lnTo>
                <a:lnTo>
                  <a:pt x="1954961" y="2536367"/>
                </a:lnTo>
                <a:lnTo>
                  <a:pt x="1956079" y="2536825"/>
                </a:lnTo>
                <a:lnTo>
                  <a:pt x="1958708" y="2536825"/>
                </a:lnTo>
                <a:lnTo>
                  <a:pt x="1959825" y="2536367"/>
                </a:lnTo>
                <a:lnTo>
                  <a:pt x="1961692" y="2534501"/>
                </a:lnTo>
                <a:lnTo>
                  <a:pt x="1962150" y="2533383"/>
                </a:lnTo>
                <a:lnTo>
                  <a:pt x="1962150" y="2530754"/>
                </a:lnTo>
                <a:close/>
              </a:path>
              <a:path w="4914900" h="3173729">
                <a:moveTo>
                  <a:pt x="1962150" y="1898929"/>
                </a:moveTo>
                <a:lnTo>
                  <a:pt x="1961692" y="1897811"/>
                </a:lnTo>
                <a:lnTo>
                  <a:pt x="1959825" y="1895944"/>
                </a:lnTo>
                <a:lnTo>
                  <a:pt x="1958708" y="1895475"/>
                </a:lnTo>
                <a:lnTo>
                  <a:pt x="1956079" y="1895475"/>
                </a:lnTo>
                <a:lnTo>
                  <a:pt x="1954961" y="1895944"/>
                </a:lnTo>
                <a:lnTo>
                  <a:pt x="1953094" y="1897811"/>
                </a:lnTo>
                <a:lnTo>
                  <a:pt x="1952625" y="1898929"/>
                </a:lnTo>
                <a:lnTo>
                  <a:pt x="1952625" y="1901558"/>
                </a:lnTo>
                <a:lnTo>
                  <a:pt x="1953094" y="1902675"/>
                </a:lnTo>
                <a:lnTo>
                  <a:pt x="1954961" y="1904542"/>
                </a:lnTo>
                <a:lnTo>
                  <a:pt x="1956079" y="1905000"/>
                </a:lnTo>
                <a:lnTo>
                  <a:pt x="1958708" y="1905000"/>
                </a:lnTo>
                <a:lnTo>
                  <a:pt x="1959825" y="1904542"/>
                </a:lnTo>
                <a:lnTo>
                  <a:pt x="1961692" y="1902675"/>
                </a:lnTo>
                <a:lnTo>
                  <a:pt x="1962150" y="1901558"/>
                </a:lnTo>
                <a:lnTo>
                  <a:pt x="1962150" y="1898929"/>
                </a:lnTo>
                <a:close/>
              </a:path>
              <a:path w="4914900" h="3173729">
                <a:moveTo>
                  <a:pt x="1962150" y="1267104"/>
                </a:moveTo>
                <a:lnTo>
                  <a:pt x="1961692" y="1265986"/>
                </a:lnTo>
                <a:lnTo>
                  <a:pt x="1959825" y="1264119"/>
                </a:lnTo>
                <a:lnTo>
                  <a:pt x="1958708" y="1263650"/>
                </a:lnTo>
                <a:lnTo>
                  <a:pt x="1956079" y="1263650"/>
                </a:lnTo>
                <a:lnTo>
                  <a:pt x="1954961" y="1264119"/>
                </a:lnTo>
                <a:lnTo>
                  <a:pt x="1953094" y="1265986"/>
                </a:lnTo>
                <a:lnTo>
                  <a:pt x="1952625" y="1267104"/>
                </a:lnTo>
                <a:lnTo>
                  <a:pt x="1952625" y="1269733"/>
                </a:lnTo>
                <a:lnTo>
                  <a:pt x="1953094" y="1270850"/>
                </a:lnTo>
                <a:lnTo>
                  <a:pt x="1954961" y="1272717"/>
                </a:lnTo>
                <a:lnTo>
                  <a:pt x="1956079" y="1273175"/>
                </a:lnTo>
                <a:lnTo>
                  <a:pt x="1958708" y="1273175"/>
                </a:lnTo>
                <a:lnTo>
                  <a:pt x="1959825" y="1272717"/>
                </a:lnTo>
                <a:lnTo>
                  <a:pt x="1961692" y="1270850"/>
                </a:lnTo>
                <a:lnTo>
                  <a:pt x="1962150" y="1269733"/>
                </a:lnTo>
                <a:lnTo>
                  <a:pt x="1962150" y="1267104"/>
                </a:lnTo>
                <a:close/>
              </a:path>
              <a:path w="4914900" h="3173729">
                <a:moveTo>
                  <a:pt x="1962150" y="635279"/>
                </a:moveTo>
                <a:lnTo>
                  <a:pt x="1961692" y="634161"/>
                </a:lnTo>
                <a:lnTo>
                  <a:pt x="1959825" y="632294"/>
                </a:lnTo>
                <a:lnTo>
                  <a:pt x="1958708" y="631837"/>
                </a:lnTo>
                <a:lnTo>
                  <a:pt x="1956079" y="631837"/>
                </a:lnTo>
                <a:lnTo>
                  <a:pt x="1954961" y="632294"/>
                </a:lnTo>
                <a:lnTo>
                  <a:pt x="1953094" y="634161"/>
                </a:lnTo>
                <a:lnTo>
                  <a:pt x="1952625" y="635279"/>
                </a:lnTo>
                <a:lnTo>
                  <a:pt x="1952625" y="637908"/>
                </a:lnTo>
                <a:lnTo>
                  <a:pt x="1953094" y="639025"/>
                </a:lnTo>
                <a:lnTo>
                  <a:pt x="1954961" y="640892"/>
                </a:lnTo>
                <a:lnTo>
                  <a:pt x="1956079" y="641362"/>
                </a:lnTo>
                <a:lnTo>
                  <a:pt x="1958708" y="641362"/>
                </a:lnTo>
                <a:lnTo>
                  <a:pt x="1959825" y="640892"/>
                </a:lnTo>
                <a:lnTo>
                  <a:pt x="1961692" y="639025"/>
                </a:lnTo>
                <a:lnTo>
                  <a:pt x="1962150" y="637908"/>
                </a:lnTo>
                <a:lnTo>
                  <a:pt x="1962150" y="635279"/>
                </a:lnTo>
                <a:close/>
              </a:path>
              <a:path w="4914900" h="3173729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4914900" h="3173729">
                <a:moveTo>
                  <a:pt x="2009775" y="2530754"/>
                </a:moveTo>
                <a:lnTo>
                  <a:pt x="2009317" y="2529636"/>
                </a:lnTo>
                <a:lnTo>
                  <a:pt x="2007450" y="2527770"/>
                </a:lnTo>
                <a:lnTo>
                  <a:pt x="2006333" y="2527300"/>
                </a:lnTo>
                <a:lnTo>
                  <a:pt x="2003704" y="2527300"/>
                </a:lnTo>
                <a:lnTo>
                  <a:pt x="2002586" y="2527770"/>
                </a:lnTo>
                <a:lnTo>
                  <a:pt x="2000719" y="2529636"/>
                </a:lnTo>
                <a:lnTo>
                  <a:pt x="2000250" y="2530754"/>
                </a:lnTo>
                <a:lnTo>
                  <a:pt x="2000250" y="2533383"/>
                </a:lnTo>
                <a:lnTo>
                  <a:pt x="2000719" y="2534501"/>
                </a:lnTo>
                <a:lnTo>
                  <a:pt x="2002586" y="2536367"/>
                </a:lnTo>
                <a:lnTo>
                  <a:pt x="2003704" y="2536825"/>
                </a:lnTo>
                <a:lnTo>
                  <a:pt x="2006333" y="2536825"/>
                </a:lnTo>
                <a:lnTo>
                  <a:pt x="2007450" y="2536367"/>
                </a:lnTo>
                <a:lnTo>
                  <a:pt x="2009317" y="2534501"/>
                </a:lnTo>
                <a:lnTo>
                  <a:pt x="2009775" y="2533383"/>
                </a:lnTo>
                <a:lnTo>
                  <a:pt x="2009775" y="2530754"/>
                </a:lnTo>
                <a:close/>
              </a:path>
              <a:path w="4914900" h="3173729">
                <a:moveTo>
                  <a:pt x="2009775" y="1898929"/>
                </a:moveTo>
                <a:lnTo>
                  <a:pt x="2009317" y="1897811"/>
                </a:lnTo>
                <a:lnTo>
                  <a:pt x="2007450" y="1895944"/>
                </a:lnTo>
                <a:lnTo>
                  <a:pt x="2006333" y="1895475"/>
                </a:lnTo>
                <a:lnTo>
                  <a:pt x="2003704" y="1895475"/>
                </a:lnTo>
                <a:lnTo>
                  <a:pt x="2002586" y="1895944"/>
                </a:lnTo>
                <a:lnTo>
                  <a:pt x="2000719" y="1897811"/>
                </a:lnTo>
                <a:lnTo>
                  <a:pt x="2000250" y="1898929"/>
                </a:lnTo>
                <a:lnTo>
                  <a:pt x="2000250" y="1901558"/>
                </a:lnTo>
                <a:lnTo>
                  <a:pt x="2000719" y="1902675"/>
                </a:lnTo>
                <a:lnTo>
                  <a:pt x="2002586" y="1904542"/>
                </a:lnTo>
                <a:lnTo>
                  <a:pt x="2003704" y="1905000"/>
                </a:lnTo>
                <a:lnTo>
                  <a:pt x="2006333" y="1905000"/>
                </a:lnTo>
                <a:lnTo>
                  <a:pt x="2007450" y="1904542"/>
                </a:lnTo>
                <a:lnTo>
                  <a:pt x="2009317" y="1902675"/>
                </a:lnTo>
                <a:lnTo>
                  <a:pt x="2009775" y="1901558"/>
                </a:lnTo>
                <a:lnTo>
                  <a:pt x="2009775" y="1898929"/>
                </a:lnTo>
                <a:close/>
              </a:path>
              <a:path w="4914900" h="3173729">
                <a:moveTo>
                  <a:pt x="2009775" y="1267104"/>
                </a:moveTo>
                <a:lnTo>
                  <a:pt x="2009317" y="1265986"/>
                </a:lnTo>
                <a:lnTo>
                  <a:pt x="2007450" y="1264119"/>
                </a:lnTo>
                <a:lnTo>
                  <a:pt x="2006333" y="1263650"/>
                </a:lnTo>
                <a:lnTo>
                  <a:pt x="2003704" y="1263650"/>
                </a:lnTo>
                <a:lnTo>
                  <a:pt x="2002586" y="1264119"/>
                </a:lnTo>
                <a:lnTo>
                  <a:pt x="2000719" y="1265986"/>
                </a:lnTo>
                <a:lnTo>
                  <a:pt x="2000250" y="1267104"/>
                </a:lnTo>
                <a:lnTo>
                  <a:pt x="2000250" y="1269733"/>
                </a:lnTo>
                <a:lnTo>
                  <a:pt x="2000719" y="1270850"/>
                </a:lnTo>
                <a:lnTo>
                  <a:pt x="2002586" y="1272717"/>
                </a:lnTo>
                <a:lnTo>
                  <a:pt x="2003704" y="1273175"/>
                </a:lnTo>
                <a:lnTo>
                  <a:pt x="2006333" y="1273175"/>
                </a:lnTo>
                <a:lnTo>
                  <a:pt x="2007450" y="1272717"/>
                </a:lnTo>
                <a:lnTo>
                  <a:pt x="2009317" y="1270850"/>
                </a:lnTo>
                <a:lnTo>
                  <a:pt x="2009775" y="1269733"/>
                </a:lnTo>
                <a:lnTo>
                  <a:pt x="2009775" y="1267104"/>
                </a:lnTo>
                <a:close/>
              </a:path>
              <a:path w="4914900" h="3173729">
                <a:moveTo>
                  <a:pt x="2009775" y="635279"/>
                </a:moveTo>
                <a:lnTo>
                  <a:pt x="2009317" y="634161"/>
                </a:lnTo>
                <a:lnTo>
                  <a:pt x="2007450" y="632294"/>
                </a:lnTo>
                <a:lnTo>
                  <a:pt x="2006333" y="631837"/>
                </a:lnTo>
                <a:lnTo>
                  <a:pt x="2003704" y="631837"/>
                </a:lnTo>
                <a:lnTo>
                  <a:pt x="2002586" y="632294"/>
                </a:lnTo>
                <a:lnTo>
                  <a:pt x="2000719" y="634161"/>
                </a:lnTo>
                <a:lnTo>
                  <a:pt x="2000250" y="635279"/>
                </a:lnTo>
                <a:lnTo>
                  <a:pt x="2000250" y="637908"/>
                </a:lnTo>
                <a:lnTo>
                  <a:pt x="2000719" y="639025"/>
                </a:lnTo>
                <a:lnTo>
                  <a:pt x="2002586" y="640892"/>
                </a:lnTo>
                <a:lnTo>
                  <a:pt x="2003704" y="641362"/>
                </a:lnTo>
                <a:lnTo>
                  <a:pt x="2006333" y="641362"/>
                </a:lnTo>
                <a:lnTo>
                  <a:pt x="2007450" y="640892"/>
                </a:lnTo>
                <a:lnTo>
                  <a:pt x="2009317" y="639025"/>
                </a:lnTo>
                <a:lnTo>
                  <a:pt x="2009775" y="637908"/>
                </a:lnTo>
                <a:lnTo>
                  <a:pt x="2009775" y="635279"/>
                </a:lnTo>
                <a:close/>
              </a:path>
              <a:path w="4914900" h="3173729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4914900" h="3173729">
                <a:moveTo>
                  <a:pt x="2057400" y="2530754"/>
                </a:moveTo>
                <a:lnTo>
                  <a:pt x="2056942" y="2529636"/>
                </a:lnTo>
                <a:lnTo>
                  <a:pt x="2055075" y="2527770"/>
                </a:lnTo>
                <a:lnTo>
                  <a:pt x="2053958" y="2527300"/>
                </a:lnTo>
                <a:lnTo>
                  <a:pt x="2051329" y="2527300"/>
                </a:lnTo>
                <a:lnTo>
                  <a:pt x="2050211" y="2527770"/>
                </a:lnTo>
                <a:lnTo>
                  <a:pt x="2048344" y="2529636"/>
                </a:lnTo>
                <a:lnTo>
                  <a:pt x="2047875" y="2530754"/>
                </a:lnTo>
                <a:lnTo>
                  <a:pt x="2047875" y="2533383"/>
                </a:lnTo>
                <a:lnTo>
                  <a:pt x="2048344" y="2534501"/>
                </a:lnTo>
                <a:lnTo>
                  <a:pt x="2050211" y="2536367"/>
                </a:lnTo>
                <a:lnTo>
                  <a:pt x="2051329" y="2536825"/>
                </a:lnTo>
                <a:lnTo>
                  <a:pt x="2053958" y="2536825"/>
                </a:lnTo>
                <a:lnTo>
                  <a:pt x="2055075" y="2536367"/>
                </a:lnTo>
                <a:lnTo>
                  <a:pt x="2056942" y="2534501"/>
                </a:lnTo>
                <a:lnTo>
                  <a:pt x="2057400" y="2533383"/>
                </a:lnTo>
                <a:lnTo>
                  <a:pt x="2057400" y="2530754"/>
                </a:lnTo>
                <a:close/>
              </a:path>
              <a:path w="4914900" h="3173729">
                <a:moveTo>
                  <a:pt x="2057400" y="1898929"/>
                </a:moveTo>
                <a:lnTo>
                  <a:pt x="2056942" y="1897811"/>
                </a:lnTo>
                <a:lnTo>
                  <a:pt x="2055075" y="1895944"/>
                </a:lnTo>
                <a:lnTo>
                  <a:pt x="2053958" y="1895475"/>
                </a:lnTo>
                <a:lnTo>
                  <a:pt x="2051329" y="1895475"/>
                </a:lnTo>
                <a:lnTo>
                  <a:pt x="2050211" y="1895944"/>
                </a:lnTo>
                <a:lnTo>
                  <a:pt x="2048344" y="1897811"/>
                </a:lnTo>
                <a:lnTo>
                  <a:pt x="2047875" y="1898929"/>
                </a:lnTo>
                <a:lnTo>
                  <a:pt x="2047875" y="1901558"/>
                </a:lnTo>
                <a:lnTo>
                  <a:pt x="2048344" y="1902675"/>
                </a:lnTo>
                <a:lnTo>
                  <a:pt x="2050211" y="1904542"/>
                </a:lnTo>
                <a:lnTo>
                  <a:pt x="2051329" y="1905000"/>
                </a:lnTo>
                <a:lnTo>
                  <a:pt x="2053958" y="1905000"/>
                </a:lnTo>
                <a:lnTo>
                  <a:pt x="2055075" y="1904542"/>
                </a:lnTo>
                <a:lnTo>
                  <a:pt x="2056942" y="1902675"/>
                </a:lnTo>
                <a:lnTo>
                  <a:pt x="2057400" y="1901558"/>
                </a:lnTo>
                <a:lnTo>
                  <a:pt x="2057400" y="1898929"/>
                </a:lnTo>
                <a:close/>
              </a:path>
              <a:path w="4914900" h="3173729">
                <a:moveTo>
                  <a:pt x="2057400" y="1267104"/>
                </a:moveTo>
                <a:lnTo>
                  <a:pt x="2056942" y="1265986"/>
                </a:lnTo>
                <a:lnTo>
                  <a:pt x="2055075" y="1264119"/>
                </a:lnTo>
                <a:lnTo>
                  <a:pt x="2053958" y="1263650"/>
                </a:lnTo>
                <a:lnTo>
                  <a:pt x="2051329" y="1263650"/>
                </a:lnTo>
                <a:lnTo>
                  <a:pt x="2050211" y="1264119"/>
                </a:lnTo>
                <a:lnTo>
                  <a:pt x="2048344" y="1265986"/>
                </a:lnTo>
                <a:lnTo>
                  <a:pt x="2047875" y="1267104"/>
                </a:lnTo>
                <a:lnTo>
                  <a:pt x="2047875" y="1269733"/>
                </a:lnTo>
                <a:lnTo>
                  <a:pt x="2048344" y="1270850"/>
                </a:lnTo>
                <a:lnTo>
                  <a:pt x="2050211" y="1272717"/>
                </a:lnTo>
                <a:lnTo>
                  <a:pt x="2051329" y="1273175"/>
                </a:lnTo>
                <a:lnTo>
                  <a:pt x="2053958" y="1273175"/>
                </a:lnTo>
                <a:lnTo>
                  <a:pt x="2055075" y="1272717"/>
                </a:lnTo>
                <a:lnTo>
                  <a:pt x="2056942" y="1270850"/>
                </a:lnTo>
                <a:lnTo>
                  <a:pt x="2057400" y="1269733"/>
                </a:lnTo>
                <a:lnTo>
                  <a:pt x="2057400" y="1267104"/>
                </a:lnTo>
                <a:close/>
              </a:path>
              <a:path w="4914900" h="3173729">
                <a:moveTo>
                  <a:pt x="2057400" y="635279"/>
                </a:moveTo>
                <a:lnTo>
                  <a:pt x="2056942" y="634161"/>
                </a:lnTo>
                <a:lnTo>
                  <a:pt x="2055075" y="632294"/>
                </a:lnTo>
                <a:lnTo>
                  <a:pt x="2053958" y="631837"/>
                </a:lnTo>
                <a:lnTo>
                  <a:pt x="2051329" y="631837"/>
                </a:lnTo>
                <a:lnTo>
                  <a:pt x="2050211" y="632294"/>
                </a:lnTo>
                <a:lnTo>
                  <a:pt x="2048344" y="634161"/>
                </a:lnTo>
                <a:lnTo>
                  <a:pt x="2047875" y="635279"/>
                </a:lnTo>
                <a:lnTo>
                  <a:pt x="2047875" y="637908"/>
                </a:lnTo>
                <a:lnTo>
                  <a:pt x="2048344" y="639025"/>
                </a:lnTo>
                <a:lnTo>
                  <a:pt x="2050211" y="640892"/>
                </a:lnTo>
                <a:lnTo>
                  <a:pt x="2051329" y="641362"/>
                </a:lnTo>
                <a:lnTo>
                  <a:pt x="2053958" y="641362"/>
                </a:lnTo>
                <a:lnTo>
                  <a:pt x="2055075" y="640892"/>
                </a:lnTo>
                <a:lnTo>
                  <a:pt x="2056942" y="639025"/>
                </a:lnTo>
                <a:lnTo>
                  <a:pt x="2057400" y="637908"/>
                </a:lnTo>
                <a:lnTo>
                  <a:pt x="2057400" y="635279"/>
                </a:lnTo>
                <a:close/>
              </a:path>
              <a:path w="4914900" h="3173729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4914900" h="3173729">
                <a:moveTo>
                  <a:pt x="2105025" y="2530754"/>
                </a:moveTo>
                <a:lnTo>
                  <a:pt x="2104567" y="2529636"/>
                </a:lnTo>
                <a:lnTo>
                  <a:pt x="2102700" y="2527770"/>
                </a:lnTo>
                <a:lnTo>
                  <a:pt x="2101583" y="2527300"/>
                </a:lnTo>
                <a:lnTo>
                  <a:pt x="2098954" y="2527300"/>
                </a:lnTo>
                <a:lnTo>
                  <a:pt x="2097836" y="2527770"/>
                </a:lnTo>
                <a:lnTo>
                  <a:pt x="2095969" y="2529636"/>
                </a:lnTo>
                <a:lnTo>
                  <a:pt x="2095500" y="2530754"/>
                </a:lnTo>
                <a:lnTo>
                  <a:pt x="2095500" y="2533383"/>
                </a:lnTo>
                <a:lnTo>
                  <a:pt x="2095969" y="2534501"/>
                </a:lnTo>
                <a:lnTo>
                  <a:pt x="2097836" y="2536367"/>
                </a:lnTo>
                <a:lnTo>
                  <a:pt x="2098954" y="2536825"/>
                </a:lnTo>
                <a:lnTo>
                  <a:pt x="2101583" y="2536825"/>
                </a:lnTo>
                <a:lnTo>
                  <a:pt x="2102700" y="2536367"/>
                </a:lnTo>
                <a:lnTo>
                  <a:pt x="2104567" y="2534501"/>
                </a:lnTo>
                <a:lnTo>
                  <a:pt x="2105025" y="2533383"/>
                </a:lnTo>
                <a:lnTo>
                  <a:pt x="2105025" y="2530754"/>
                </a:lnTo>
                <a:close/>
              </a:path>
              <a:path w="4914900" h="3173729">
                <a:moveTo>
                  <a:pt x="2105025" y="1898929"/>
                </a:moveTo>
                <a:lnTo>
                  <a:pt x="2104567" y="1897811"/>
                </a:lnTo>
                <a:lnTo>
                  <a:pt x="2102700" y="1895944"/>
                </a:lnTo>
                <a:lnTo>
                  <a:pt x="2101583" y="1895475"/>
                </a:lnTo>
                <a:lnTo>
                  <a:pt x="2098954" y="1895475"/>
                </a:lnTo>
                <a:lnTo>
                  <a:pt x="2097836" y="1895944"/>
                </a:lnTo>
                <a:lnTo>
                  <a:pt x="2095969" y="1897811"/>
                </a:lnTo>
                <a:lnTo>
                  <a:pt x="2095500" y="1898929"/>
                </a:lnTo>
                <a:lnTo>
                  <a:pt x="2095500" y="1901558"/>
                </a:lnTo>
                <a:lnTo>
                  <a:pt x="2095969" y="1902675"/>
                </a:lnTo>
                <a:lnTo>
                  <a:pt x="2097836" y="1904542"/>
                </a:lnTo>
                <a:lnTo>
                  <a:pt x="2098954" y="1905000"/>
                </a:lnTo>
                <a:lnTo>
                  <a:pt x="2101583" y="1905000"/>
                </a:lnTo>
                <a:lnTo>
                  <a:pt x="2102700" y="1904542"/>
                </a:lnTo>
                <a:lnTo>
                  <a:pt x="2104567" y="1902675"/>
                </a:lnTo>
                <a:lnTo>
                  <a:pt x="2105025" y="1901558"/>
                </a:lnTo>
                <a:lnTo>
                  <a:pt x="2105025" y="1898929"/>
                </a:lnTo>
                <a:close/>
              </a:path>
              <a:path w="4914900" h="3173729">
                <a:moveTo>
                  <a:pt x="2105025" y="1267104"/>
                </a:moveTo>
                <a:lnTo>
                  <a:pt x="2104567" y="1265986"/>
                </a:lnTo>
                <a:lnTo>
                  <a:pt x="2102700" y="1264119"/>
                </a:lnTo>
                <a:lnTo>
                  <a:pt x="2101583" y="1263650"/>
                </a:lnTo>
                <a:lnTo>
                  <a:pt x="2098954" y="1263650"/>
                </a:lnTo>
                <a:lnTo>
                  <a:pt x="2097836" y="1264119"/>
                </a:lnTo>
                <a:lnTo>
                  <a:pt x="2095969" y="1265986"/>
                </a:lnTo>
                <a:lnTo>
                  <a:pt x="2095500" y="1267104"/>
                </a:lnTo>
                <a:lnTo>
                  <a:pt x="2095500" y="1269733"/>
                </a:lnTo>
                <a:lnTo>
                  <a:pt x="2095969" y="1270850"/>
                </a:lnTo>
                <a:lnTo>
                  <a:pt x="2097836" y="1272717"/>
                </a:lnTo>
                <a:lnTo>
                  <a:pt x="2098954" y="1273175"/>
                </a:lnTo>
                <a:lnTo>
                  <a:pt x="2101583" y="1273175"/>
                </a:lnTo>
                <a:lnTo>
                  <a:pt x="2102700" y="1272717"/>
                </a:lnTo>
                <a:lnTo>
                  <a:pt x="2104567" y="1270850"/>
                </a:lnTo>
                <a:lnTo>
                  <a:pt x="2105025" y="1269733"/>
                </a:lnTo>
                <a:lnTo>
                  <a:pt x="2105025" y="1267104"/>
                </a:lnTo>
                <a:close/>
              </a:path>
              <a:path w="4914900" h="3173729">
                <a:moveTo>
                  <a:pt x="2105025" y="635279"/>
                </a:moveTo>
                <a:lnTo>
                  <a:pt x="2104567" y="634161"/>
                </a:lnTo>
                <a:lnTo>
                  <a:pt x="2102700" y="632294"/>
                </a:lnTo>
                <a:lnTo>
                  <a:pt x="2101583" y="631837"/>
                </a:lnTo>
                <a:lnTo>
                  <a:pt x="2098954" y="631837"/>
                </a:lnTo>
                <a:lnTo>
                  <a:pt x="2097836" y="632294"/>
                </a:lnTo>
                <a:lnTo>
                  <a:pt x="2095969" y="634161"/>
                </a:lnTo>
                <a:lnTo>
                  <a:pt x="2095500" y="635279"/>
                </a:lnTo>
                <a:lnTo>
                  <a:pt x="2095500" y="637908"/>
                </a:lnTo>
                <a:lnTo>
                  <a:pt x="2095969" y="639025"/>
                </a:lnTo>
                <a:lnTo>
                  <a:pt x="2097836" y="640892"/>
                </a:lnTo>
                <a:lnTo>
                  <a:pt x="2098954" y="641362"/>
                </a:lnTo>
                <a:lnTo>
                  <a:pt x="2101583" y="641362"/>
                </a:lnTo>
                <a:lnTo>
                  <a:pt x="2102700" y="640892"/>
                </a:lnTo>
                <a:lnTo>
                  <a:pt x="2104567" y="639025"/>
                </a:lnTo>
                <a:lnTo>
                  <a:pt x="2105025" y="637908"/>
                </a:lnTo>
                <a:lnTo>
                  <a:pt x="2105025" y="635279"/>
                </a:lnTo>
                <a:close/>
              </a:path>
              <a:path w="4914900" h="3173729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4914900" h="3173729">
                <a:moveTo>
                  <a:pt x="2152650" y="2530754"/>
                </a:moveTo>
                <a:lnTo>
                  <a:pt x="2152192" y="2529636"/>
                </a:lnTo>
                <a:lnTo>
                  <a:pt x="2150326" y="2527770"/>
                </a:lnTo>
                <a:lnTo>
                  <a:pt x="2149208" y="2527300"/>
                </a:lnTo>
                <a:lnTo>
                  <a:pt x="2146579" y="2527300"/>
                </a:lnTo>
                <a:lnTo>
                  <a:pt x="2145461" y="2527770"/>
                </a:lnTo>
                <a:lnTo>
                  <a:pt x="2143595" y="2529636"/>
                </a:lnTo>
                <a:lnTo>
                  <a:pt x="2143125" y="2530754"/>
                </a:lnTo>
                <a:lnTo>
                  <a:pt x="2143125" y="2533383"/>
                </a:lnTo>
                <a:lnTo>
                  <a:pt x="2143595" y="2534501"/>
                </a:lnTo>
                <a:lnTo>
                  <a:pt x="2145461" y="2536367"/>
                </a:lnTo>
                <a:lnTo>
                  <a:pt x="2146579" y="2536825"/>
                </a:lnTo>
                <a:lnTo>
                  <a:pt x="2149208" y="2536825"/>
                </a:lnTo>
                <a:lnTo>
                  <a:pt x="2150326" y="2536367"/>
                </a:lnTo>
                <a:lnTo>
                  <a:pt x="2152192" y="2534501"/>
                </a:lnTo>
                <a:lnTo>
                  <a:pt x="2152650" y="2533383"/>
                </a:lnTo>
                <a:lnTo>
                  <a:pt x="2152650" y="2530754"/>
                </a:lnTo>
                <a:close/>
              </a:path>
              <a:path w="4914900" h="3173729">
                <a:moveTo>
                  <a:pt x="2152650" y="1898929"/>
                </a:moveTo>
                <a:lnTo>
                  <a:pt x="2152192" y="1897811"/>
                </a:lnTo>
                <a:lnTo>
                  <a:pt x="2150326" y="1895944"/>
                </a:lnTo>
                <a:lnTo>
                  <a:pt x="2149208" y="1895475"/>
                </a:lnTo>
                <a:lnTo>
                  <a:pt x="2146579" y="1895475"/>
                </a:lnTo>
                <a:lnTo>
                  <a:pt x="2145461" y="1895944"/>
                </a:lnTo>
                <a:lnTo>
                  <a:pt x="2143595" y="1897811"/>
                </a:lnTo>
                <a:lnTo>
                  <a:pt x="2143125" y="1898929"/>
                </a:lnTo>
                <a:lnTo>
                  <a:pt x="2143125" y="1901558"/>
                </a:lnTo>
                <a:lnTo>
                  <a:pt x="2143595" y="1902675"/>
                </a:lnTo>
                <a:lnTo>
                  <a:pt x="2145461" y="1904542"/>
                </a:lnTo>
                <a:lnTo>
                  <a:pt x="2146579" y="1905000"/>
                </a:lnTo>
                <a:lnTo>
                  <a:pt x="2149208" y="1905000"/>
                </a:lnTo>
                <a:lnTo>
                  <a:pt x="2150326" y="1904542"/>
                </a:lnTo>
                <a:lnTo>
                  <a:pt x="2152192" y="1902675"/>
                </a:lnTo>
                <a:lnTo>
                  <a:pt x="2152650" y="1901558"/>
                </a:lnTo>
                <a:lnTo>
                  <a:pt x="2152650" y="1898929"/>
                </a:lnTo>
                <a:close/>
              </a:path>
              <a:path w="4914900" h="3173729">
                <a:moveTo>
                  <a:pt x="2152650" y="1267104"/>
                </a:moveTo>
                <a:lnTo>
                  <a:pt x="2152192" y="1265986"/>
                </a:lnTo>
                <a:lnTo>
                  <a:pt x="2150326" y="1264119"/>
                </a:lnTo>
                <a:lnTo>
                  <a:pt x="2149208" y="1263650"/>
                </a:lnTo>
                <a:lnTo>
                  <a:pt x="2146579" y="1263650"/>
                </a:lnTo>
                <a:lnTo>
                  <a:pt x="2145461" y="1264119"/>
                </a:lnTo>
                <a:lnTo>
                  <a:pt x="2143595" y="1265986"/>
                </a:lnTo>
                <a:lnTo>
                  <a:pt x="2143125" y="1267104"/>
                </a:lnTo>
                <a:lnTo>
                  <a:pt x="2143125" y="1269733"/>
                </a:lnTo>
                <a:lnTo>
                  <a:pt x="2143595" y="1270850"/>
                </a:lnTo>
                <a:lnTo>
                  <a:pt x="2145461" y="1272717"/>
                </a:lnTo>
                <a:lnTo>
                  <a:pt x="2146579" y="1273175"/>
                </a:lnTo>
                <a:lnTo>
                  <a:pt x="2149208" y="1273175"/>
                </a:lnTo>
                <a:lnTo>
                  <a:pt x="2150326" y="1272717"/>
                </a:lnTo>
                <a:lnTo>
                  <a:pt x="2152192" y="1270850"/>
                </a:lnTo>
                <a:lnTo>
                  <a:pt x="2152650" y="1269733"/>
                </a:lnTo>
                <a:lnTo>
                  <a:pt x="2152650" y="1267104"/>
                </a:lnTo>
                <a:close/>
              </a:path>
              <a:path w="4914900" h="3173729">
                <a:moveTo>
                  <a:pt x="2152650" y="635279"/>
                </a:moveTo>
                <a:lnTo>
                  <a:pt x="2152192" y="634161"/>
                </a:lnTo>
                <a:lnTo>
                  <a:pt x="2150326" y="632294"/>
                </a:lnTo>
                <a:lnTo>
                  <a:pt x="2149208" y="631837"/>
                </a:lnTo>
                <a:lnTo>
                  <a:pt x="2146579" y="631837"/>
                </a:lnTo>
                <a:lnTo>
                  <a:pt x="2145461" y="632294"/>
                </a:lnTo>
                <a:lnTo>
                  <a:pt x="2143595" y="634161"/>
                </a:lnTo>
                <a:lnTo>
                  <a:pt x="2143125" y="635279"/>
                </a:lnTo>
                <a:lnTo>
                  <a:pt x="2143125" y="637908"/>
                </a:lnTo>
                <a:lnTo>
                  <a:pt x="2143595" y="639025"/>
                </a:lnTo>
                <a:lnTo>
                  <a:pt x="2145461" y="640892"/>
                </a:lnTo>
                <a:lnTo>
                  <a:pt x="2146579" y="641362"/>
                </a:lnTo>
                <a:lnTo>
                  <a:pt x="2149208" y="641362"/>
                </a:lnTo>
                <a:lnTo>
                  <a:pt x="2150326" y="640892"/>
                </a:lnTo>
                <a:lnTo>
                  <a:pt x="2152192" y="639025"/>
                </a:lnTo>
                <a:lnTo>
                  <a:pt x="2152650" y="637908"/>
                </a:lnTo>
                <a:lnTo>
                  <a:pt x="2152650" y="635279"/>
                </a:lnTo>
                <a:close/>
              </a:path>
              <a:path w="4914900" h="3173729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4914900" h="3173729">
                <a:moveTo>
                  <a:pt x="2200275" y="2530754"/>
                </a:moveTo>
                <a:lnTo>
                  <a:pt x="2199817" y="2529636"/>
                </a:lnTo>
                <a:lnTo>
                  <a:pt x="2197951" y="2527770"/>
                </a:lnTo>
                <a:lnTo>
                  <a:pt x="2196833" y="2527300"/>
                </a:lnTo>
                <a:lnTo>
                  <a:pt x="2194204" y="2527300"/>
                </a:lnTo>
                <a:lnTo>
                  <a:pt x="2193086" y="2527770"/>
                </a:lnTo>
                <a:lnTo>
                  <a:pt x="2191220" y="2529636"/>
                </a:lnTo>
                <a:lnTo>
                  <a:pt x="2190750" y="2530754"/>
                </a:lnTo>
                <a:lnTo>
                  <a:pt x="2190750" y="2533383"/>
                </a:lnTo>
                <a:lnTo>
                  <a:pt x="2191220" y="2534501"/>
                </a:lnTo>
                <a:lnTo>
                  <a:pt x="2193086" y="2536367"/>
                </a:lnTo>
                <a:lnTo>
                  <a:pt x="2194204" y="2536825"/>
                </a:lnTo>
                <a:lnTo>
                  <a:pt x="2196833" y="2536825"/>
                </a:lnTo>
                <a:lnTo>
                  <a:pt x="2197951" y="2536367"/>
                </a:lnTo>
                <a:lnTo>
                  <a:pt x="2199817" y="2534501"/>
                </a:lnTo>
                <a:lnTo>
                  <a:pt x="2200275" y="2533383"/>
                </a:lnTo>
                <a:lnTo>
                  <a:pt x="2200275" y="2530754"/>
                </a:lnTo>
                <a:close/>
              </a:path>
              <a:path w="4914900" h="3173729">
                <a:moveTo>
                  <a:pt x="2200275" y="1898929"/>
                </a:moveTo>
                <a:lnTo>
                  <a:pt x="2199817" y="1897811"/>
                </a:lnTo>
                <a:lnTo>
                  <a:pt x="2197951" y="1895944"/>
                </a:lnTo>
                <a:lnTo>
                  <a:pt x="2196833" y="1895475"/>
                </a:lnTo>
                <a:lnTo>
                  <a:pt x="2194204" y="1895475"/>
                </a:lnTo>
                <a:lnTo>
                  <a:pt x="2193086" y="1895944"/>
                </a:lnTo>
                <a:lnTo>
                  <a:pt x="2191220" y="1897811"/>
                </a:lnTo>
                <a:lnTo>
                  <a:pt x="2190750" y="1898929"/>
                </a:lnTo>
                <a:lnTo>
                  <a:pt x="2190750" y="1901558"/>
                </a:lnTo>
                <a:lnTo>
                  <a:pt x="2191220" y="1902675"/>
                </a:lnTo>
                <a:lnTo>
                  <a:pt x="2193086" y="1904542"/>
                </a:lnTo>
                <a:lnTo>
                  <a:pt x="2194204" y="1905000"/>
                </a:lnTo>
                <a:lnTo>
                  <a:pt x="2196833" y="1905000"/>
                </a:lnTo>
                <a:lnTo>
                  <a:pt x="2197951" y="1904542"/>
                </a:lnTo>
                <a:lnTo>
                  <a:pt x="2199817" y="1902675"/>
                </a:lnTo>
                <a:lnTo>
                  <a:pt x="2200275" y="1901558"/>
                </a:lnTo>
                <a:lnTo>
                  <a:pt x="2200275" y="1898929"/>
                </a:lnTo>
                <a:close/>
              </a:path>
              <a:path w="4914900" h="3173729">
                <a:moveTo>
                  <a:pt x="2200275" y="1267104"/>
                </a:moveTo>
                <a:lnTo>
                  <a:pt x="2199817" y="1265986"/>
                </a:lnTo>
                <a:lnTo>
                  <a:pt x="2197951" y="1264119"/>
                </a:lnTo>
                <a:lnTo>
                  <a:pt x="2196833" y="1263650"/>
                </a:lnTo>
                <a:lnTo>
                  <a:pt x="2194204" y="1263650"/>
                </a:lnTo>
                <a:lnTo>
                  <a:pt x="2193086" y="1264119"/>
                </a:lnTo>
                <a:lnTo>
                  <a:pt x="2191220" y="1265986"/>
                </a:lnTo>
                <a:lnTo>
                  <a:pt x="2190750" y="1267104"/>
                </a:lnTo>
                <a:lnTo>
                  <a:pt x="2190750" y="1269733"/>
                </a:lnTo>
                <a:lnTo>
                  <a:pt x="2191220" y="1270850"/>
                </a:lnTo>
                <a:lnTo>
                  <a:pt x="2193086" y="1272717"/>
                </a:lnTo>
                <a:lnTo>
                  <a:pt x="2194204" y="1273175"/>
                </a:lnTo>
                <a:lnTo>
                  <a:pt x="2196833" y="1273175"/>
                </a:lnTo>
                <a:lnTo>
                  <a:pt x="2197951" y="1272717"/>
                </a:lnTo>
                <a:lnTo>
                  <a:pt x="2199817" y="1270850"/>
                </a:lnTo>
                <a:lnTo>
                  <a:pt x="2200275" y="1269733"/>
                </a:lnTo>
                <a:lnTo>
                  <a:pt x="2200275" y="1267104"/>
                </a:lnTo>
                <a:close/>
              </a:path>
              <a:path w="4914900" h="3173729">
                <a:moveTo>
                  <a:pt x="2200275" y="635279"/>
                </a:moveTo>
                <a:lnTo>
                  <a:pt x="2199817" y="634161"/>
                </a:lnTo>
                <a:lnTo>
                  <a:pt x="2197951" y="632294"/>
                </a:lnTo>
                <a:lnTo>
                  <a:pt x="2196833" y="631837"/>
                </a:lnTo>
                <a:lnTo>
                  <a:pt x="2194204" y="631837"/>
                </a:lnTo>
                <a:lnTo>
                  <a:pt x="2193086" y="632294"/>
                </a:lnTo>
                <a:lnTo>
                  <a:pt x="2191220" y="634161"/>
                </a:lnTo>
                <a:lnTo>
                  <a:pt x="2190750" y="635279"/>
                </a:lnTo>
                <a:lnTo>
                  <a:pt x="2190750" y="637908"/>
                </a:lnTo>
                <a:lnTo>
                  <a:pt x="2191220" y="639025"/>
                </a:lnTo>
                <a:lnTo>
                  <a:pt x="2193086" y="640892"/>
                </a:lnTo>
                <a:lnTo>
                  <a:pt x="2194204" y="641362"/>
                </a:lnTo>
                <a:lnTo>
                  <a:pt x="2196833" y="641362"/>
                </a:lnTo>
                <a:lnTo>
                  <a:pt x="2197951" y="640892"/>
                </a:lnTo>
                <a:lnTo>
                  <a:pt x="2199817" y="639025"/>
                </a:lnTo>
                <a:lnTo>
                  <a:pt x="2200275" y="637908"/>
                </a:lnTo>
                <a:lnTo>
                  <a:pt x="2200275" y="635279"/>
                </a:lnTo>
                <a:close/>
              </a:path>
              <a:path w="4914900" h="3173729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4914900" h="3173729">
                <a:moveTo>
                  <a:pt x="2247900" y="2530754"/>
                </a:moveTo>
                <a:lnTo>
                  <a:pt x="2247442" y="2529636"/>
                </a:lnTo>
                <a:lnTo>
                  <a:pt x="2245576" y="2527770"/>
                </a:lnTo>
                <a:lnTo>
                  <a:pt x="2244458" y="2527300"/>
                </a:lnTo>
                <a:lnTo>
                  <a:pt x="2241829" y="2527300"/>
                </a:lnTo>
                <a:lnTo>
                  <a:pt x="2240711" y="2527770"/>
                </a:lnTo>
                <a:lnTo>
                  <a:pt x="2238845" y="2529636"/>
                </a:lnTo>
                <a:lnTo>
                  <a:pt x="2238375" y="2530754"/>
                </a:lnTo>
                <a:lnTo>
                  <a:pt x="2238375" y="2533383"/>
                </a:lnTo>
                <a:lnTo>
                  <a:pt x="2238845" y="2534501"/>
                </a:lnTo>
                <a:lnTo>
                  <a:pt x="2240711" y="2536367"/>
                </a:lnTo>
                <a:lnTo>
                  <a:pt x="2241829" y="2536825"/>
                </a:lnTo>
                <a:lnTo>
                  <a:pt x="2244458" y="2536825"/>
                </a:lnTo>
                <a:lnTo>
                  <a:pt x="2245576" y="2536367"/>
                </a:lnTo>
                <a:lnTo>
                  <a:pt x="2247442" y="2534501"/>
                </a:lnTo>
                <a:lnTo>
                  <a:pt x="2247900" y="2533383"/>
                </a:lnTo>
                <a:lnTo>
                  <a:pt x="2247900" y="2530754"/>
                </a:lnTo>
                <a:close/>
              </a:path>
              <a:path w="4914900" h="3173729">
                <a:moveTo>
                  <a:pt x="2247900" y="1898929"/>
                </a:moveTo>
                <a:lnTo>
                  <a:pt x="2247442" y="1897811"/>
                </a:lnTo>
                <a:lnTo>
                  <a:pt x="2245576" y="1895944"/>
                </a:lnTo>
                <a:lnTo>
                  <a:pt x="2244458" y="1895475"/>
                </a:lnTo>
                <a:lnTo>
                  <a:pt x="2241829" y="1895475"/>
                </a:lnTo>
                <a:lnTo>
                  <a:pt x="2240711" y="1895944"/>
                </a:lnTo>
                <a:lnTo>
                  <a:pt x="2238845" y="1897811"/>
                </a:lnTo>
                <a:lnTo>
                  <a:pt x="2238375" y="1898929"/>
                </a:lnTo>
                <a:lnTo>
                  <a:pt x="2238375" y="1901558"/>
                </a:lnTo>
                <a:lnTo>
                  <a:pt x="2238845" y="1902675"/>
                </a:lnTo>
                <a:lnTo>
                  <a:pt x="2240711" y="1904542"/>
                </a:lnTo>
                <a:lnTo>
                  <a:pt x="2241829" y="1905000"/>
                </a:lnTo>
                <a:lnTo>
                  <a:pt x="2244458" y="1905000"/>
                </a:lnTo>
                <a:lnTo>
                  <a:pt x="2245576" y="1904542"/>
                </a:lnTo>
                <a:lnTo>
                  <a:pt x="2247442" y="1902675"/>
                </a:lnTo>
                <a:lnTo>
                  <a:pt x="2247900" y="1901558"/>
                </a:lnTo>
                <a:lnTo>
                  <a:pt x="2247900" y="1898929"/>
                </a:lnTo>
                <a:close/>
              </a:path>
              <a:path w="4914900" h="3173729">
                <a:moveTo>
                  <a:pt x="2247900" y="1267104"/>
                </a:moveTo>
                <a:lnTo>
                  <a:pt x="2247442" y="1265986"/>
                </a:lnTo>
                <a:lnTo>
                  <a:pt x="2245576" y="1264119"/>
                </a:lnTo>
                <a:lnTo>
                  <a:pt x="2244458" y="1263650"/>
                </a:lnTo>
                <a:lnTo>
                  <a:pt x="2241829" y="1263650"/>
                </a:lnTo>
                <a:lnTo>
                  <a:pt x="2240711" y="1264119"/>
                </a:lnTo>
                <a:lnTo>
                  <a:pt x="2238845" y="1265986"/>
                </a:lnTo>
                <a:lnTo>
                  <a:pt x="2238375" y="1267104"/>
                </a:lnTo>
                <a:lnTo>
                  <a:pt x="2238375" y="1269733"/>
                </a:lnTo>
                <a:lnTo>
                  <a:pt x="2238845" y="1270850"/>
                </a:lnTo>
                <a:lnTo>
                  <a:pt x="2240711" y="1272717"/>
                </a:lnTo>
                <a:lnTo>
                  <a:pt x="2241829" y="1273175"/>
                </a:lnTo>
                <a:lnTo>
                  <a:pt x="2244458" y="1273175"/>
                </a:lnTo>
                <a:lnTo>
                  <a:pt x="2245576" y="1272717"/>
                </a:lnTo>
                <a:lnTo>
                  <a:pt x="2247442" y="1270850"/>
                </a:lnTo>
                <a:lnTo>
                  <a:pt x="2247900" y="1269733"/>
                </a:lnTo>
                <a:lnTo>
                  <a:pt x="2247900" y="1267104"/>
                </a:lnTo>
                <a:close/>
              </a:path>
              <a:path w="4914900" h="3173729">
                <a:moveTo>
                  <a:pt x="2247900" y="635279"/>
                </a:moveTo>
                <a:lnTo>
                  <a:pt x="2247442" y="634161"/>
                </a:lnTo>
                <a:lnTo>
                  <a:pt x="2245576" y="632294"/>
                </a:lnTo>
                <a:lnTo>
                  <a:pt x="2244458" y="631837"/>
                </a:lnTo>
                <a:lnTo>
                  <a:pt x="2241829" y="631837"/>
                </a:lnTo>
                <a:lnTo>
                  <a:pt x="2240711" y="632294"/>
                </a:lnTo>
                <a:lnTo>
                  <a:pt x="2238845" y="634161"/>
                </a:lnTo>
                <a:lnTo>
                  <a:pt x="2238375" y="635279"/>
                </a:lnTo>
                <a:lnTo>
                  <a:pt x="2238375" y="637908"/>
                </a:lnTo>
                <a:lnTo>
                  <a:pt x="2238845" y="639025"/>
                </a:lnTo>
                <a:lnTo>
                  <a:pt x="2240711" y="640892"/>
                </a:lnTo>
                <a:lnTo>
                  <a:pt x="2241829" y="641362"/>
                </a:lnTo>
                <a:lnTo>
                  <a:pt x="2244458" y="641362"/>
                </a:lnTo>
                <a:lnTo>
                  <a:pt x="2245576" y="640892"/>
                </a:lnTo>
                <a:lnTo>
                  <a:pt x="2247442" y="639025"/>
                </a:lnTo>
                <a:lnTo>
                  <a:pt x="2247900" y="637908"/>
                </a:lnTo>
                <a:lnTo>
                  <a:pt x="2247900" y="635279"/>
                </a:lnTo>
                <a:close/>
              </a:path>
              <a:path w="4914900" h="3173729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4914900" h="3173729">
                <a:moveTo>
                  <a:pt x="2295525" y="2530754"/>
                </a:moveTo>
                <a:lnTo>
                  <a:pt x="2295067" y="2529636"/>
                </a:lnTo>
                <a:lnTo>
                  <a:pt x="2293201" y="2527770"/>
                </a:lnTo>
                <a:lnTo>
                  <a:pt x="2292083" y="2527300"/>
                </a:lnTo>
                <a:lnTo>
                  <a:pt x="2289454" y="2527300"/>
                </a:lnTo>
                <a:lnTo>
                  <a:pt x="2288336" y="2527770"/>
                </a:lnTo>
                <a:lnTo>
                  <a:pt x="2286470" y="2529636"/>
                </a:lnTo>
                <a:lnTo>
                  <a:pt x="2286000" y="2530754"/>
                </a:lnTo>
                <a:lnTo>
                  <a:pt x="2286000" y="2533383"/>
                </a:lnTo>
                <a:lnTo>
                  <a:pt x="2286470" y="2534501"/>
                </a:lnTo>
                <a:lnTo>
                  <a:pt x="2288336" y="2536367"/>
                </a:lnTo>
                <a:lnTo>
                  <a:pt x="2289454" y="2536825"/>
                </a:lnTo>
                <a:lnTo>
                  <a:pt x="2292083" y="2536825"/>
                </a:lnTo>
                <a:lnTo>
                  <a:pt x="2293201" y="2536367"/>
                </a:lnTo>
                <a:lnTo>
                  <a:pt x="2295067" y="2534501"/>
                </a:lnTo>
                <a:lnTo>
                  <a:pt x="2295525" y="2533383"/>
                </a:lnTo>
                <a:lnTo>
                  <a:pt x="2295525" y="2530754"/>
                </a:lnTo>
                <a:close/>
              </a:path>
              <a:path w="4914900" h="3173729">
                <a:moveTo>
                  <a:pt x="2295525" y="1898929"/>
                </a:moveTo>
                <a:lnTo>
                  <a:pt x="2295067" y="1897811"/>
                </a:lnTo>
                <a:lnTo>
                  <a:pt x="2293201" y="1895944"/>
                </a:lnTo>
                <a:lnTo>
                  <a:pt x="2292083" y="1895475"/>
                </a:lnTo>
                <a:lnTo>
                  <a:pt x="2289454" y="1895475"/>
                </a:lnTo>
                <a:lnTo>
                  <a:pt x="2288336" y="1895944"/>
                </a:lnTo>
                <a:lnTo>
                  <a:pt x="2286470" y="1897811"/>
                </a:lnTo>
                <a:lnTo>
                  <a:pt x="2286000" y="1898929"/>
                </a:lnTo>
                <a:lnTo>
                  <a:pt x="2286000" y="1901558"/>
                </a:lnTo>
                <a:lnTo>
                  <a:pt x="2286470" y="1902675"/>
                </a:lnTo>
                <a:lnTo>
                  <a:pt x="2288336" y="1904542"/>
                </a:lnTo>
                <a:lnTo>
                  <a:pt x="2289454" y="1905000"/>
                </a:lnTo>
                <a:lnTo>
                  <a:pt x="2292083" y="1905000"/>
                </a:lnTo>
                <a:lnTo>
                  <a:pt x="2293201" y="1904542"/>
                </a:lnTo>
                <a:lnTo>
                  <a:pt x="2295067" y="1902675"/>
                </a:lnTo>
                <a:lnTo>
                  <a:pt x="2295525" y="1901558"/>
                </a:lnTo>
                <a:lnTo>
                  <a:pt x="2295525" y="1898929"/>
                </a:lnTo>
                <a:close/>
              </a:path>
              <a:path w="4914900" h="3173729">
                <a:moveTo>
                  <a:pt x="2295525" y="1267104"/>
                </a:moveTo>
                <a:lnTo>
                  <a:pt x="2295067" y="1265986"/>
                </a:lnTo>
                <a:lnTo>
                  <a:pt x="2293201" y="1264119"/>
                </a:lnTo>
                <a:lnTo>
                  <a:pt x="2292083" y="1263650"/>
                </a:lnTo>
                <a:lnTo>
                  <a:pt x="2289454" y="1263650"/>
                </a:lnTo>
                <a:lnTo>
                  <a:pt x="2288336" y="1264119"/>
                </a:lnTo>
                <a:lnTo>
                  <a:pt x="2286470" y="1265986"/>
                </a:lnTo>
                <a:lnTo>
                  <a:pt x="2286000" y="1267104"/>
                </a:lnTo>
                <a:lnTo>
                  <a:pt x="2286000" y="1269733"/>
                </a:lnTo>
                <a:lnTo>
                  <a:pt x="2286470" y="1270850"/>
                </a:lnTo>
                <a:lnTo>
                  <a:pt x="2288336" y="1272717"/>
                </a:lnTo>
                <a:lnTo>
                  <a:pt x="2289454" y="1273175"/>
                </a:lnTo>
                <a:lnTo>
                  <a:pt x="2292083" y="1273175"/>
                </a:lnTo>
                <a:lnTo>
                  <a:pt x="2293201" y="1272717"/>
                </a:lnTo>
                <a:lnTo>
                  <a:pt x="2295067" y="1270850"/>
                </a:lnTo>
                <a:lnTo>
                  <a:pt x="2295525" y="1269733"/>
                </a:lnTo>
                <a:lnTo>
                  <a:pt x="2295525" y="1267104"/>
                </a:lnTo>
                <a:close/>
              </a:path>
              <a:path w="4914900" h="3173729">
                <a:moveTo>
                  <a:pt x="2295525" y="635279"/>
                </a:moveTo>
                <a:lnTo>
                  <a:pt x="2295067" y="634161"/>
                </a:lnTo>
                <a:lnTo>
                  <a:pt x="2293201" y="632294"/>
                </a:lnTo>
                <a:lnTo>
                  <a:pt x="2292083" y="631837"/>
                </a:lnTo>
                <a:lnTo>
                  <a:pt x="2289454" y="631837"/>
                </a:lnTo>
                <a:lnTo>
                  <a:pt x="2288336" y="632294"/>
                </a:lnTo>
                <a:lnTo>
                  <a:pt x="2286470" y="634161"/>
                </a:lnTo>
                <a:lnTo>
                  <a:pt x="2286000" y="635279"/>
                </a:lnTo>
                <a:lnTo>
                  <a:pt x="2286000" y="637908"/>
                </a:lnTo>
                <a:lnTo>
                  <a:pt x="2286470" y="639025"/>
                </a:lnTo>
                <a:lnTo>
                  <a:pt x="2288336" y="640892"/>
                </a:lnTo>
                <a:lnTo>
                  <a:pt x="2289454" y="641362"/>
                </a:lnTo>
                <a:lnTo>
                  <a:pt x="2292083" y="641362"/>
                </a:lnTo>
                <a:lnTo>
                  <a:pt x="2293201" y="640892"/>
                </a:lnTo>
                <a:lnTo>
                  <a:pt x="2295067" y="639025"/>
                </a:lnTo>
                <a:lnTo>
                  <a:pt x="2295525" y="637908"/>
                </a:lnTo>
                <a:lnTo>
                  <a:pt x="2295525" y="635279"/>
                </a:lnTo>
                <a:close/>
              </a:path>
              <a:path w="4914900" h="3173729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4914900" h="3173729">
                <a:moveTo>
                  <a:pt x="2343150" y="2530754"/>
                </a:moveTo>
                <a:lnTo>
                  <a:pt x="2342692" y="2529636"/>
                </a:lnTo>
                <a:lnTo>
                  <a:pt x="2340826" y="2527770"/>
                </a:lnTo>
                <a:lnTo>
                  <a:pt x="2339708" y="2527300"/>
                </a:lnTo>
                <a:lnTo>
                  <a:pt x="2337079" y="2527300"/>
                </a:lnTo>
                <a:lnTo>
                  <a:pt x="2335961" y="2527770"/>
                </a:lnTo>
                <a:lnTo>
                  <a:pt x="2334095" y="2529636"/>
                </a:lnTo>
                <a:lnTo>
                  <a:pt x="2333625" y="2530754"/>
                </a:lnTo>
                <a:lnTo>
                  <a:pt x="2333625" y="2533383"/>
                </a:lnTo>
                <a:lnTo>
                  <a:pt x="2334095" y="2534501"/>
                </a:lnTo>
                <a:lnTo>
                  <a:pt x="2335961" y="2536367"/>
                </a:lnTo>
                <a:lnTo>
                  <a:pt x="2337079" y="2536825"/>
                </a:lnTo>
                <a:lnTo>
                  <a:pt x="2339708" y="2536825"/>
                </a:lnTo>
                <a:lnTo>
                  <a:pt x="2340826" y="2536367"/>
                </a:lnTo>
                <a:lnTo>
                  <a:pt x="2342692" y="2534501"/>
                </a:lnTo>
                <a:lnTo>
                  <a:pt x="2343150" y="2533383"/>
                </a:lnTo>
                <a:lnTo>
                  <a:pt x="2343150" y="2530754"/>
                </a:lnTo>
                <a:close/>
              </a:path>
              <a:path w="4914900" h="3173729">
                <a:moveTo>
                  <a:pt x="2343150" y="1898929"/>
                </a:moveTo>
                <a:lnTo>
                  <a:pt x="2342692" y="1897811"/>
                </a:lnTo>
                <a:lnTo>
                  <a:pt x="2340826" y="1895944"/>
                </a:lnTo>
                <a:lnTo>
                  <a:pt x="2339708" y="1895475"/>
                </a:lnTo>
                <a:lnTo>
                  <a:pt x="2337079" y="1895475"/>
                </a:lnTo>
                <a:lnTo>
                  <a:pt x="2335961" y="1895944"/>
                </a:lnTo>
                <a:lnTo>
                  <a:pt x="2334095" y="1897811"/>
                </a:lnTo>
                <a:lnTo>
                  <a:pt x="2333625" y="1898929"/>
                </a:lnTo>
                <a:lnTo>
                  <a:pt x="2333625" y="1901558"/>
                </a:lnTo>
                <a:lnTo>
                  <a:pt x="2334095" y="1902675"/>
                </a:lnTo>
                <a:lnTo>
                  <a:pt x="2335961" y="1904542"/>
                </a:lnTo>
                <a:lnTo>
                  <a:pt x="2337079" y="1905000"/>
                </a:lnTo>
                <a:lnTo>
                  <a:pt x="2339708" y="1905000"/>
                </a:lnTo>
                <a:lnTo>
                  <a:pt x="2340826" y="1904542"/>
                </a:lnTo>
                <a:lnTo>
                  <a:pt x="2342692" y="1902675"/>
                </a:lnTo>
                <a:lnTo>
                  <a:pt x="2343150" y="1901558"/>
                </a:lnTo>
                <a:lnTo>
                  <a:pt x="2343150" y="1898929"/>
                </a:lnTo>
                <a:close/>
              </a:path>
              <a:path w="4914900" h="3173729">
                <a:moveTo>
                  <a:pt x="2343150" y="1267104"/>
                </a:moveTo>
                <a:lnTo>
                  <a:pt x="2342692" y="1265986"/>
                </a:lnTo>
                <a:lnTo>
                  <a:pt x="2340826" y="1264119"/>
                </a:lnTo>
                <a:lnTo>
                  <a:pt x="2339708" y="1263650"/>
                </a:lnTo>
                <a:lnTo>
                  <a:pt x="2337079" y="1263650"/>
                </a:lnTo>
                <a:lnTo>
                  <a:pt x="2335961" y="1264119"/>
                </a:lnTo>
                <a:lnTo>
                  <a:pt x="2334095" y="1265986"/>
                </a:lnTo>
                <a:lnTo>
                  <a:pt x="2333625" y="1267104"/>
                </a:lnTo>
                <a:lnTo>
                  <a:pt x="2333625" y="1269733"/>
                </a:lnTo>
                <a:lnTo>
                  <a:pt x="2334095" y="1270850"/>
                </a:lnTo>
                <a:lnTo>
                  <a:pt x="2335961" y="1272717"/>
                </a:lnTo>
                <a:lnTo>
                  <a:pt x="2337079" y="1273175"/>
                </a:lnTo>
                <a:lnTo>
                  <a:pt x="2339708" y="1273175"/>
                </a:lnTo>
                <a:lnTo>
                  <a:pt x="2340826" y="1272717"/>
                </a:lnTo>
                <a:lnTo>
                  <a:pt x="2342692" y="1270850"/>
                </a:lnTo>
                <a:lnTo>
                  <a:pt x="2343150" y="1269733"/>
                </a:lnTo>
                <a:lnTo>
                  <a:pt x="2343150" y="1267104"/>
                </a:lnTo>
                <a:close/>
              </a:path>
              <a:path w="4914900" h="3173729">
                <a:moveTo>
                  <a:pt x="2343150" y="635279"/>
                </a:moveTo>
                <a:lnTo>
                  <a:pt x="2342692" y="634161"/>
                </a:lnTo>
                <a:lnTo>
                  <a:pt x="2340826" y="632294"/>
                </a:lnTo>
                <a:lnTo>
                  <a:pt x="2339708" y="631837"/>
                </a:lnTo>
                <a:lnTo>
                  <a:pt x="2337079" y="631837"/>
                </a:lnTo>
                <a:lnTo>
                  <a:pt x="2335961" y="632294"/>
                </a:lnTo>
                <a:lnTo>
                  <a:pt x="2334095" y="634161"/>
                </a:lnTo>
                <a:lnTo>
                  <a:pt x="2333625" y="635279"/>
                </a:lnTo>
                <a:lnTo>
                  <a:pt x="2333625" y="637908"/>
                </a:lnTo>
                <a:lnTo>
                  <a:pt x="2334095" y="639025"/>
                </a:lnTo>
                <a:lnTo>
                  <a:pt x="2335961" y="640892"/>
                </a:lnTo>
                <a:lnTo>
                  <a:pt x="2337079" y="641362"/>
                </a:lnTo>
                <a:lnTo>
                  <a:pt x="2339708" y="641362"/>
                </a:lnTo>
                <a:lnTo>
                  <a:pt x="2340826" y="640892"/>
                </a:lnTo>
                <a:lnTo>
                  <a:pt x="2342692" y="639025"/>
                </a:lnTo>
                <a:lnTo>
                  <a:pt x="2343150" y="637908"/>
                </a:lnTo>
                <a:lnTo>
                  <a:pt x="2343150" y="635279"/>
                </a:lnTo>
                <a:close/>
              </a:path>
              <a:path w="4914900" h="3173729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4914900" h="3173729">
                <a:moveTo>
                  <a:pt x="2390775" y="2530754"/>
                </a:moveTo>
                <a:lnTo>
                  <a:pt x="2390317" y="2529636"/>
                </a:lnTo>
                <a:lnTo>
                  <a:pt x="2388451" y="2527770"/>
                </a:lnTo>
                <a:lnTo>
                  <a:pt x="2387333" y="2527300"/>
                </a:lnTo>
                <a:lnTo>
                  <a:pt x="2384704" y="2527300"/>
                </a:lnTo>
                <a:lnTo>
                  <a:pt x="2383586" y="2527770"/>
                </a:lnTo>
                <a:lnTo>
                  <a:pt x="2381720" y="2529636"/>
                </a:lnTo>
                <a:lnTo>
                  <a:pt x="2381250" y="2530754"/>
                </a:lnTo>
                <a:lnTo>
                  <a:pt x="2381250" y="2533383"/>
                </a:lnTo>
                <a:lnTo>
                  <a:pt x="2381720" y="2534501"/>
                </a:lnTo>
                <a:lnTo>
                  <a:pt x="2383586" y="2536367"/>
                </a:lnTo>
                <a:lnTo>
                  <a:pt x="2384704" y="2536825"/>
                </a:lnTo>
                <a:lnTo>
                  <a:pt x="2387333" y="2536825"/>
                </a:lnTo>
                <a:lnTo>
                  <a:pt x="2388451" y="2536367"/>
                </a:lnTo>
                <a:lnTo>
                  <a:pt x="2390317" y="2534501"/>
                </a:lnTo>
                <a:lnTo>
                  <a:pt x="2390775" y="2533383"/>
                </a:lnTo>
                <a:lnTo>
                  <a:pt x="2390775" y="2530754"/>
                </a:lnTo>
                <a:close/>
              </a:path>
              <a:path w="4914900" h="3173729">
                <a:moveTo>
                  <a:pt x="2390775" y="1898929"/>
                </a:moveTo>
                <a:lnTo>
                  <a:pt x="2390317" y="1897811"/>
                </a:lnTo>
                <a:lnTo>
                  <a:pt x="2388451" y="1895944"/>
                </a:lnTo>
                <a:lnTo>
                  <a:pt x="2387333" y="1895475"/>
                </a:lnTo>
                <a:lnTo>
                  <a:pt x="2384704" y="1895475"/>
                </a:lnTo>
                <a:lnTo>
                  <a:pt x="2383586" y="1895944"/>
                </a:lnTo>
                <a:lnTo>
                  <a:pt x="2381720" y="1897811"/>
                </a:lnTo>
                <a:lnTo>
                  <a:pt x="2381250" y="1898929"/>
                </a:lnTo>
                <a:lnTo>
                  <a:pt x="2381250" y="1901558"/>
                </a:lnTo>
                <a:lnTo>
                  <a:pt x="2381720" y="1902675"/>
                </a:lnTo>
                <a:lnTo>
                  <a:pt x="2383586" y="1904542"/>
                </a:lnTo>
                <a:lnTo>
                  <a:pt x="2384704" y="1905000"/>
                </a:lnTo>
                <a:lnTo>
                  <a:pt x="2387333" y="1905000"/>
                </a:lnTo>
                <a:lnTo>
                  <a:pt x="2388451" y="1904542"/>
                </a:lnTo>
                <a:lnTo>
                  <a:pt x="2390317" y="1902675"/>
                </a:lnTo>
                <a:lnTo>
                  <a:pt x="2390775" y="1901558"/>
                </a:lnTo>
                <a:lnTo>
                  <a:pt x="2390775" y="1898929"/>
                </a:lnTo>
                <a:close/>
              </a:path>
              <a:path w="4914900" h="3173729">
                <a:moveTo>
                  <a:pt x="2390775" y="1267104"/>
                </a:moveTo>
                <a:lnTo>
                  <a:pt x="2390317" y="1265986"/>
                </a:lnTo>
                <a:lnTo>
                  <a:pt x="2388451" y="1264119"/>
                </a:lnTo>
                <a:lnTo>
                  <a:pt x="2387333" y="1263650"/>
                </a:lnTo>
                <a:lnTo>
                  <a:pt x="2384704" y="1263650"/>
                </a:lnTo>
                <a:lnTo>
                  <a:pt x="2383586" y="1264119"/>
                </a:lnTo>
                <a:lnTo>
                  <a:pt x="2381720" y="1265986"/>
                </a:lnTo>
                <a:lnTo>
                  <a:pt x="2381250" y="1267104"/>
                </a:lnTo>
                <a:lnTo>
                  <a:pt x="2381250" y="1269733"/>
                </a:lnTo>
                <a:lnTo>
                  <a:pt x="2381720" y="1270850"/>
                </a:lnTo>
                <a:lnTo>
                  <a:pt x="2383586" y="1272717"/>
                </a:lnTo>
                <a:lnTo>
                  <a:pt x="2384704" y="1273175"/>
                </a:lnTo>
                <a:lnTo>
                  <a:pt x="2387333" y="1273175"/>
                </a:lnTo>
                <a:lnTo>
                  <a:pt x="2388451" y="1272717"/>
                </a:lnTo>
                <a:lnTo>
                  <a:pt x="2390317" y="1270850"/>
                </a:lnTo>
                <a:lnTo>
                  <a:pt x="2390775" y="1269733"/>
                </a:lnTo>
                <a:lnTo>
                  <a:pt x="2390775" y="1267104"/>
                </a:lnTo>
                <a:close/>
              </a:path>
              <a:path w="4914900" h="3173729">
                <a:moveTo>
                  <a:pt x="2390775" y="635279"/>
                </a:moveTo>
                <a:lnTo>
                  <a:pt x="2390317" y="634161"/>
                </a:lnTo>
                <a:lnTo>
                  <a:pt x="2388451" y="632294"/>
                </a:lnTo>
                <a:lnTo>
                  <a:pt x="2387333" y="631837"/>
                </a:lnTo>
                <a:lnTo>
                  <a:pt x="2384704" y="631837"/>
                </a:lnTo>
                <a:lnTo>
                  <a:pt x="2383586" y="632294"/>
                </a:lnTo>
                <a:lnTo>
                  <a:pt x="2381720" y="634161"/>
                </a:lnTo>
                <a:lnTo>
                  <a:pt x="2381250" y="635279"/>
                </a:lnTo>
                <a:lnTo>
                  <a:pt x="2381250" y="637908"/>
                </a:lnTo>
                <a:lnTo>
                  <a:pt x="2381720" y="639025"/>
                </a:lnTo>
                <a:lnTo>
                  <a:pt x="2383586" y="640892"/>
                </a:lnTo>
                <a:lnTo>
                  <a:pt x="2384704" y="641362"/>
                </a:lnTo>
                <a:lnTo>
                  <a:pt x="2387333" y="641362"/>
                </a:lnTo>
                <a:lnTo>
                  <a:pt x="2388451" y="640892"/>
                </a:lnTo>
                <a:lnTo>
                  <a:pt x="2390317" y="639025"/>
                </a:lnTo>
                <a:lnTo>
                  <a:pt x="2390775" y="637908"/>
                </a:lnTo>
                <a:lnTo>
                  <a:pt x="2390775" y="635279"/>
                </a:lnTo>
                <a:close/>
              </a:path>
              <a:path w="4914900" h="3173729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4914900" h="3173729">
                <a:moveTo>
                  <a:pt x="2438400" y="2530754"/>
                </a:moveTo>
                <a:lnTo>
                  <a:pt x="2437942" y="2529636"/>
                </a:lnTo>
                <a:lnTo>
                  <a:pt x="2436076" y="2527770"/>
                </a:lnTo>
                <a:lnTo>
                  <a:pt x="2434958" y="2527300"/>
                </a:lnTo>
                <a:lnTo>
                  <a:pt x="2432329" y="2527300"/>
                </a:lnTo>
                <a:lnTo>
                  <a:pt x="2431211" y="2527770"/>
                </a:lnTo>
                <a:lnTo>
                  <a:pt x="2429345" y="2529636"/>
                </a:lnTo>
                <a:lnTo>
                  <a:pt x="2428875" y="2530754"/>
                </a:lnTo>
                <a:lnTo>
                  <a:pt x="2428875" y="2533383"/>
                </a:lnTo>
                <a:lnTo>
                  <a:pt x="2429345" y="2534501"/>
                </a:lnTo>
                <a:lnTo>
                  <a:pt x="2431211" y="2536367"/>
                </a:lnTo>
                <a:lnTo>
                  <a:pt x="2432329" y="2536825"/>
                </a:lnTo>
                <a:lnTo>
                  <a:pt x="2434958" y="2536825"/>
                </a:lnTo>
                <a:lnTo>
                  <a:pt x="2436076" y="2536367"/>
                </a:lnTo>
                <a:lnTo>
                  <a:pt x="2437942" y="2534501"/>
                </a:lnTo>
                <a:lnTo>
                  <a:pt x="2438400" y="2533383"/>
                </a:lnTo>
                <a:lnTo>
                  <a:pt x="2438400" y="2530754"/>
                </a:lnTo>
                <a:close/>
              </a:path>
              <a:path w="4914900" h="3173729">
                <a:moveTo>
                  <a:pt x="2438400" y="1898929"/>
                </a:moveTo>
                <a:lnTo>
                  <a:pt x="2437942" y="1897811"/>
                </a:lnTo>
                <a:lnTo>
                  <a:pt x="2436076" y="1895944"/>
                </a:lnTo>
                <a:lnTo>
                  <a:pt x="2434958" y="1895475"/>
                </a:lnTo>
                <a:lnTo>
                  <a:pt x="2432329" y="1895475"/>
                </a:lnTo>
                <a:lnTo>
                  <a:pt x="2431211" y="1895944"/>
                </a:lnTo>
                <a:lnTo>
                  <a:pt x="2429345" y="1897811"/>
                </a:lnTo>
                <a:lnTo>
                  <a:pt x="2428875" y="1898929"/>
                </a:lnTo>
                <a:lnTo>
                  <a:pt x="2428875" y="1901558"/>
                </a:lnTo>
                <a:lnTo>
                  <a:pt x="2429345" y="1902675"/>
                </a:lnTo>
                <a:lnTo>
                  <a:pt x="2431211" y="1904542"/>
                </a:lnTo>
                <a:lnTo>
                  <a:pt x="2432329" y="1905000"/>
                </a:lnTo>
                <a:lnTo>
                  <a:pt x="2434958" y="1905000"/>
                </a:lnTo>
                <a:lnTo>
                  <a:pt x="2436076" y="1904542"/>
                </a:lnTo>
                <a:lnTo>
                  <a:pt x="2437942" y="1902675"/>
                </a:lnTo>
                <a:lnTo>
                  <a:pt x="2438400" y="1901558"/>
                </a:lnTo>
                <a:lnTo>
                  <a:pt x="2438400" y="1898929"/>
                </a:lnTo>
                <a:close/>
              </a:path>
              <a:path w="4914900" h="3173729">
                <a:moveTo>
                  <a:pt x="2438400" y="1267104"/>
                </a:moveTo>
                <a:lnTo>
                  <a:pt x="2437942" y="1265986"/>
                </a:lnTo>
                <a:lnTo>
                  <a:pt x="2436076" y="1264119"/>
                </a:lnTo>
                <a:lnTo>
                  <a:pt x="2434958" y="1263650"/>
                </a:lnTo>
                <a:lnTo>
                  <a:pt x="2432329" y="1263650"/>
                </a:lnTo>
                <a:lnTo>
                  <a:pt x="2431211" y="1264119"/>
                </a:lnTo>
                <a:lnTo>
                  <a:pt x="2429345" y="1265986"/>
                </a:lnTo>
                <a:lnTo>
                  <a:pt x="2428875" y="1267104"/>
                </a:lnTo>
                <a:lnTo>
                  <a:pt x="2428875" y="1269733"/>
                </a:lnTo>
                <a:lnTo>
                  <a:pt x="2429345" y="1270850"/>
                </a:lnTo>
                <a:lnTo>
                  <a:pt x="2431211" y="1272717"/>
                </a:lnTo>
                <a:lnTo>
                  <a:pt x="2432329" y="1273175"/>
                </a:lnTo>
                <a:lnTo>
                  <a:pt x="2434958" y="1273175"/>
                </a:lnTo>
                <a:lnTo>
                  <a:pt x="2436076" y="1272717"/>
                </a:lnTo>
                <a:lnTo>
                  <a:pt x="2437942" y="1270850"/>
                </a:lnTo>
                <a:lnTo>
                  <a:pt x="2438400" y="1269733"/>
                </a:lnTo>
                <a:lnTo>
                  <a:pt x="2438400" y="1267104"/>
                </a:lnTo>
                <a:close/>
              </a:path>
              <a:path w="4914900" h="3173729">
                <a:moveTo>
                  <a:pt x="2438400" y="635279"/>
                </a:moveTo>
                <a:lnTo>
                  <a:pt x="2437942" y="634161"/>
                </a:lnTo>
                <a:lnTo>
                  <a:pt x="2436076" y="632294"/>
                </a:lnTo>
                <a:lnTo>
                  <a:pt x="2434958" y="631837"/>
                </a:lnTo>
                <a:lnTo>
                  <a:pt x="2432329" y="631837"/>
                </a:lnTo>
                <a:lnTo>
                  <a:pt x="2431211" y="632294"/>
                </a:lnTo>
                <a:lnTo>
                  <a:pt x="2429345" y="634161"/>
                </a:lnTo>
                <a:lnTo>
                  <a:pt x="2428875" y="635279"/>
                </a:lnTo>
                <a:lnTo>
                  <a:pt x="2428875" y="637908"/>
                </a:lnTo>
                <a:lnTo>
                  <a:pt x="2429345" y="639025"/>
                </a:lnTo>
                <a:lnTo>
                  <a:pt x="2431211" y="640892"/>
                </a:lnTo>
                <a:lnTo>
                  <a:pt x="2432329" y="641362"/>
                </a:lnTo>
                <a:lnTo>
                  <a:pt x="2434958" y="641362"/>
                </a:lnTo>
                <a:lnTo>
                  <a:pt x="2436076" y="640892"/>
                </a:lnTo>
                <a:lnTo>
                  <a:pt x="2437942" y="639025"/>
                </a:lnTo>
                <a:lnTo>
                  <a:pt x="2438400" y="637908"/>
                </a:lnTo>
                <a:lnTo>
                  <a:pt x="2438400" y="635279"/>
                </a:lnTo>
                <a:close/>
              </a:path>
              <a:path w="4914900" h="3173729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4914900" h="3173729">
                <a:moveTo>
                  <a:pt x="2486025" y="2530754"/>
                </a:moveTo>
                <a:lnTo>
                  <a:pt x="2485567" y="2529636"/>
                </a:lnTo>
                <a:lnTo>
                  <a:pt x="2483701" y="2527770"/>
                </a:lnTo>
                <a:lnTo>
                  <a:pt x="2482583" y="2527300"/>
                </a:lnTo>
                <a:lnTo>
                  <a:pt x="2479954" y="2527300"/>
                </a:lnTo>
                <a:lnTo>
                  <a:pt x="2478836" y="2527770"/>
                </a:lnTo>
                <a:lnTo>
                  <a:pt x="2476970" y="2529636"/>
                </a:lnTo>
                <a:lnTo>
                  <a:pt x="2476500" y="2530754"/>
                </a:lnTo>
                <a:lnTo>
                  <a:pt x="2476500" y="2533383"/>
                </a:lnTo>
                <a:lnTo>
                  <a:pt x="2476970" y="2534501"/>
                </a:lnTo>
                <a:lnTo>
                  <a:pt x="2478836" y="2536367"/>
                </a:lnTo>
                <a:lnTo>
                  <a:pt x="2479954" y="2536825"/>
                </a:lnTo>
                <a:lnTo>
                  <a:pt x="2482583" y="2536825"/>
                </a:lnTo>
                <a:lnTo>
                  <a:pt x="2483701" y="2536367"/>
                </a:lnTo>
                <a:lnTo>
                  <a:pt x="2485567" y="2534501"/>
                </a:lnTo>
                <a:lnTo>
                  <a:pt x="2486025" y="2533383"/>
                </a:lnTo>
                <a:lnTo>
                  <a:pt x="2486025" y="2530754"/>
                </a:lnTo>
                <a:close/>
              </a:path>
              <a:path w="4914900" h="3173729">
                <a:moveTo>
                  <a:pt x="2486025" y="1898929"/>
                </a:moveTo>
                <a:lnTo>
                  <a:pt x="2485567" y="1897811"/>
                </a:lnTo>
                <a:lnTo>
                  <a:pt x="2483701" y="1895944"/>
                </a:lnTo>
                <a:lnTo>
                  <a:pt x="2482583" y="1895475"/>
                </a:lnTo>
                <a:lnTo>
                  <a:pt x="2479954" y="1895475"/>
                </a:lnTo>
                <a:lnTo>
                  <a:pt x="2478836" y="1895944"/>
                </a:lnTo>
                <a:lnTo>
                  <a:pt x="2476970" y="1897811"/>
                </a:lnTo>
                <a:lnTo>
                  <a:pt x="2476500" y="1898929"/>
                </a:lnTo>
                <a:lnTo>
                  <a:pt x="2476500" y="1901558"/>
                </a:lnTo>
                <a:lnTo>
                  <a:pt x="2476970" y="1902675"/>
                </a:lnTo>
                <a:lnTo>
                  <a:pt x="2478836" y="1904542"/>
                </a:lnTo>
                <a:lnTo>
                  <a:pt x="2479954" y="1905000"/>
                </a:lnTo>
                <a:lnTo>
                  <a:pt x="2482583" y="1905000"/>
                </a:lnTo>
                <a:lnTo>
                  <a:pt x="2483701" y="1904542"/>
                </a:lnTo>
                <a:lnTo>
                  <a:pt x="2485567" y="1902675"/>
                </a:lnTo>
                <a:lnTo>
                  <a:pt x="2486025" y="1901558"/>
                </a:lnTo>
                <a:lnTo>
                  <a:pt x="2486025" y="1898929"/>
                </a:lnTo>
                <a:close/>
              </a:path>
              <a:path w="4914900" h="3173729">
                <a:moveTo>
                  <a:pt x="2486025" y="1267104"/>
                </a:moveTo>
                <a:lnTo>
                  <a:pt x="2485567" y="1265986"/>
                </a:lnTo>
                <a:lnTo>
                  <a:pt x="2483701" y="1264119"/>
                </a:lnTo>
                <a:lnTo>
                  <a:pt x="2482583" y="1263650"/>
                </a:lnTo>
                <a:lnTo>
                  <a:pt x="2479954" y="1263650"/>
                </a:lnTo>
                <a:lnTo>
                  <a:pt x="2478836" y="1264119"/>
                </a:lnTo>
                <a:lnTo>
                  <a:pt x="2476970" y="1265986"/>
                </a:lnTo>
                <a:lnTo>
                  <a:pt x="2476500" y="1267104"/>
                </a:lnTo>
                <a:lnTo>
                  <a:pt x="2476500" y="1269733"/>
                </a:lnTo>
                <a:lnTo>
                  <a:pt x="2476970" y="1270850"/>
                </a:lnTo>
                <a:lnTo>
                  <a:pt x="2478836" y="1272717"/>
                </a:lnTo>
                <a:lnTo>
                  <a:pt x="2479954" y="1273175"/>
                </a:lnTo>
                <a:lnTo>
                  <a:pt x="2482583" y="1273175"/>
                </a:lnTo>
                <a:lnTo>
                  <a:pt x="2483701" y="1272717"/>
                </a:lnTo>
                <a:lnTo>
                  <a:pt x="2485567" y="1270850"/>
                </a:lnTo>
                <a:lnTo>
                  <a:pt x="2486025" y="1269733"/>
                </a:lnTo>
                <a:lnTo>
                  <a:pt x="2486025" y="1267104"/>
                </a:lnTo>
                <a:close/>
              </a:path>
              <a:path w="4914900" h="3173729">
                <a:moveTo>
                  <a:pt x="2486025" y="635279"/>
                </a:moveTo>
                <a:lnTo>
                  <a:pt x="2485567" y="634161"/>
                </a:lnTo>
                <a:lnTo>
                  <a:pt x="2483701" y="632294"/>
                </a:lnTo>
                <a:lnTo>
                  <a:pt x="2482583" y="631837"/>
                </a:lnTo>
                <a:lnTo>
                  <a:pt x="2479954" y="631837"/>
                </a:lnTo>
                <a:lnTo>
                  <a:pt x="2478836" y="632294"/>
                </a:lnTo>
                <a:lnTo>
                  <a:pt x="2476970" y="634161"/>
                </a:lnTo>
                <a:lnTo>
                  <a:pt x="2476500" y="635279"/>
                </a:lnTo>
                <a:lnTo>
                  <a:pt x="2476500" y="637908"/>
                </a:lnTo>
                <a:lnTo>
                  <a:pt x="2476970" y="639025"/>
                </a:lnTo>
                <a:lnTo>
                  <a:pt x="2478836" y="640892"/>
                </a:lnTo>
                <a:lnTo>
                  <a:pt x="2479954" y="641362"/>
                </a:lnTo>
                <a:lnTo>
                  <a:pt x="2482583" y="641362"/>
                </a:lnTo>
                <a:lnTo>
                  <a:pt x="2483701" y="640892"/>
                </a:lnTo>
                <a:lnTo>
                  <a:pt x="2485567" y="639025"/>
                </a:lnTo>
                <a:lnTo>
                  <a:pt x="2486025" y="637908"/>
                </a:lnTo>
                <a:lnTo>
                  <a:pt x="2486025" y="635279"/>
                </a:lnTo>
                <a:close/>
              </a:path>
              <a:path w="4914900" h="3173729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4914900" h="3173729">
                <a:moveTo>
                  <a:pt x="2533650" y="2530754"/>
                </a:moveTo>
                <a:lnTo>
                  <a:pt x="2533192" y="2529636"/>
                </a:lnTo>
                <a:lnTo>
                  <a:pt x="2531326" y="2527770"/>
                </a:lnTo>
                <a:lnTo>
                  <a:pt x="2530208" y="2527300"/>
                </a:lnTo>
                <a:lnTo>
                  <a:pt x="2527579" y="2527300"/>
                </a:lnTo>
                <a:lnTo>
                  <a:pt x="2526461" y="2527770"/>
                </a:lnTo>
                <a:lnTo>
                  <a:pt x="2524595" y="2529636"/>
                </a:lnTo>
                <a:lnTo>
                  <a:pt x="2524125" y="2530754"/>
                </a:lnTo>
                <a:lnTo>
                  <a:pt x="2524125" y="2533383"/>
                </a:lnTo>
                <a:lnTo>
                  <a:pt x="2524595" y="2534501"/>
                </a:lnTo>
                <a:lnTo>
                  <a:pt x="2526461" y="2536367"/>
                </a:lnTo>
                <a:lnTo>
                  <a:pt x="2527579" y="2536825"/>
                </a:lnTo>
                <a:lnTo>
                  <a:pt x="2530208" y="2536825"/>
                </a:lnTo>
                <a:lnTo>
                  <a:pt x="2531326" y="2536367"/>
                </a:lnTo>
                <a:lnTo>
                  <a:pt x="2533192" y="2534501"/>
                </a:lnTo>
                <a:lnTo>
                  <a:pt x="2533650" y="2533383"/>
                </a:lnTo>
                <a:lnTo>
                  <a:pt x="2533650" y="2530754"/>
                </a:lnTo>
                <a:close/>
              </a:path>
              <a:path w="4914900" h="3173729">
                <a:moveTo>
                  <a:pt x="2533650" y="1898929"/>
                </a:moveTo>
                <a:lnTo>
                  <a:pt x="2533192" y="1897811"/>
                </a:lnTo>
                <a:lnTo>
                  <a:pt x="2531326" y="1895944"/>
                </a:lnTo>
                <a:lnTo>
                  <a:pt x="2530208" y="1895475"/>
                </a:lnTo>
                <a:lnTo>
                  <a:pt x="2527579" y="1895475"/>
                </a:lnTo>
                <a:lnTo>
                  <a:pt x="2526461" y="1895944"/>
                </a:lnTo>
                <a:lnTo>
                  <a:pt x="2524595" y="1897811"/>
                </a:lnTo>
                <a:lnTo>
                  <a:pt x="2524125" y="1898929"/>
                </a:lnTo>
                <a:lnTo>
                  <a:pt x="2524125" y="1901558"/>
                </a:lnTo>
                <a:lnTo>
                  <a:pt x="2524595" y="1902675"/>
                </a:lnTo>
                <a:lnTo>
                  <a:pt x="2526461" y="1904542"/>
                </a:lnTo>
                <a:lnTo>
                  <a:pt x="2527579" y="1905000"/>
                </a:lnTo>
                <a:lnTo>
                  <a:pt x="2530208" y="1905000"/>
                </a:lnTo>
                <a:lnTo>
                  <a:pt x="2531326" y="1904542"/>
                </a:lnTo>
                <a:lnTo>
                  <a:pt x="2533192" y="1902675"/>
                </a:lnTo>
                <a:lnTo>
                  <a:pt x="2533650" y="1901558"/>
                </a:lnTo>
                <a:lnTo>
                  <a:pt x="2533650" y="1898929"/>
                </a:lnTo>
                <a:close/>
              </a:path>
              <a:path w="4914900" h="3173729">
                <a:moveTo>
                  <a:pt x="2533650" y="1267104"/>
                </a:moveTo>
                <a:lnTo>
                  <a:pt x="2533192" y="1265986"/>
                </a:lnTo>
                <a:lnTo>
                  <a:pt x="2531326" y="1264119"/>
                </a:lnTo>
                <a:lnTo>
                  <a:pt x="2530208" y="1263650"/>
                </a:lnTo>
                <a:lnTo>
                  <a:pt x="2527579" y="1263650"/>
                </a:lnTo>
                <a:lnTo>
                  <a:pt x="2526461" y="1264119"/>
                </a:lnTo>
                <a:lnTo>
                  <a:pt x="2524595" y="1265986"/>
                </a:lnTo>
                <a:lnTo>
                  <a:pt x="2524125" y="1267104"/>
                </a:lnTo>
                <a:lnTo>
                  <a:pt x="2524125" y="1269733"/>
                </a:lnTo>
                <a:lnTo>
                  <a:pt x="2524595" y="1270850"/>
                </a:lnTo>
                <a:lnTo>
                  <a:pt x="2526461" y="1272717"/>
                </a:lnTo>
                <a:lnTo>
                  <a:pt x="2527579" y="1273175"/>
                </a:lnTo>
                <a:lnTo>
                  <a:pt x="2530208" y="1273175"/>
                </a:lnTo>
                <a:lnTo>
                  <a:pt x="2531326" y="1272717"/>
                </a:lnTo>
                <a:lnTo>
                  <a:pt x="2533192" y="1270850"/>
                </a:lnTo>
                <a:lnTo>
                  <a:pt x="2533650" y="1269733"/>
                </a:lnTo>
                <a:lnTo>
                  <a:pt x="2533650" y="1267104"/>
                </a:lnTo>
                <a:close/>
              </a:path>
              <a:path w="4914900" h="3173729">
                <a:moveTo>
                  <a:pt x="2533650" y="635279"/>
                </a:moveTo>
                <a:lnTo>
                  <a:pt x="2533192" y="634161"/>
                </a:lnTo>
                <a:lnTo>
                  <a:pt x="2531326" y="632294"/>
                </a:lnTo>
                <a:lnTo>
                  <a:pt x="2530208" y="631837"/>
                </a:lnTo>
                <a:lnTo>
                  <a:pt x="2527579" y="631837"/>
                </a:lnTo>
                <a:lnTo>
                  <a:pt x="2526461" y="632294"/>
                </a:lnTo>
                <a:lnTo>
                  <a:pt x="2524595" y="634161"/>
                </a:lnTo>
                <a:lnTo>
                  <a:pt x="2524125" y="635279"/>
                </a:lnTo>
                <a:lnTo>
                  <a:pt x="2524125" y="637908"/>
                </a:lnTo>
                <a:lnTo>
                  <a:pt x="2524595" y="639025"/>
                </a:lnTo>
                <a:lnTo>
                  <a:pt x="2526461" y="640892"/>
                </a:lnTo>
                <a:lnTo>
                  <a:pt x="2527579" y="641362"/>
                </a:lnTo>
                <a:lnTo>
                  <a:pt x="2530208" y="641362"/>
                </a:lnTo>
                <a:lnTo>
                  <a:pt x="2531326" y="640892"/>
                </a:lnTo>
                <a:lnTo>
                  <a:pt x="2533192" y="639025"/>
                </a:lnTo>
                <a:lnTo>
                  <a:pt x="2533650" y="637908"/>
                </a:lnTo>
                <a:lnTo>
                  <a:pt x="2533650" y="635279"/>
                </a:lnTo>
                <a:close/>
              </a:path>
              <a:path w="4914900" h="3173729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4914900" h="3173729">
                <a:moveTo>
                  <a:pt x="2581275" y="2530754"/>
                </a:moveTo>
                <a:lnTo>
                  <a:pt x="2580817" y="2529636"/>
                </a:lnTo>
                <a:lnTo>
                  <a:pt x="2578951" y="2527770"/>
                </a:lnTo>
                <a:lnTo>
                  <a:pt x="2577833" y="2527300"/>
                </a:lnTo>
                <a:lnTo>
                  <a:pt x="2575204" y="2527300"/>
                </a:lnTo>
                <a:lnTo>
                  <a:pt x="2574086" y="2527770"/>
                </a:lnTo>
                <a:lnTo>
                  <a:pt x="2572220" y="2529636"/>
                </a:lnTo>
                <a:lnTo>
                  <a:pt x="2571750" y="2530754"/>
                </a:lnTo>
                <a:lnTo>
                  <a:pt x="2571750" y="2533383"/>
                </a:lnTo>
                <a:lnTo>
                  <a:pt x="2572220" y="2534501"/>
                </a:lnTo>
                <a:lnTo>
                  <a:pt x="2574086" y="2536367"/>
                </a:lnTo>
                <a:lnTo>
                  <a:pt x="2575204" y="2536825"/>
                </a:lnTo>
                <a:lnTo>
                  <a:pt x="2577833" y="2536825"/>
                </a:lnTo>
                <a:lnTo>
                  <a:pt x="2578951" y="2536367"/>
                </a:lnTo>
                <a:lnTo>
                  <a:pt x="2580817" y="2534501"/>
                </a:lnTo>
                <a:lnTo>
                  <a:pt x="2581275" y="2533383"/>
                </a:lnTo>
                <a:lnTo>
                  <a:pt x="2581275" y="2530754"/>
                </a:lnTo>
                <a:close/>
              </a:path>
              <a:path w="4914900" h="3173729">
                <a:moveTo>
                  <a:pt x="2581275" y="1898929"/>
                </a:moveTo>
                <a:lnTo>
                  <a:pt x="2580817" y="1897811"/>
                </a:lnTo>
                <a:lnTo>
                  <a:pt x="2578951" y="1895944"/>
                </a:lnTo>
                <a:lnTo>
                  <a:pt x="2577833" y="1895475"/>
                </a:lnTo>
                <a:lnTo>
                  <a:pt x="2575204" y="1895475"/>
                </a:lnTo>
                <a:lnTo>
                  <a:pt x="2574086" y="1895944"/>
                </a:lnTo>
                <a:lnTo>
                  <a:pt x="2572220" y="1897811"/>
                </a:lnTo>
                <a:lnTo>
                  <a:pt x="2571750" y="1898929"/>
                </a:lnTo>
                <a:lnTo>
                  <a:pt x="2571750" y="1901558"/>
                </a:lnTo>
                <a:lnTo>
                  <a:pt x="2572220" y="1902675"/>
                </a:lnTo>
                <a:lnTo>
                  <a:pt x="2574086" y="1904542"/>
                </a:lnTo>
                <a:lnTo>
                  <a:pt x="2575204" y="1905000"/>
                </a:lnTo>
                <a:lnTo>
                  <a:pt x="2577833" y="1905000"/>
                </a:lnTo>
                <a:lnTo>
                  <a:pt x="2578951" y="1904542"/>
                </a:lnTo>
                <a:lnTo>
                  <a:pt x="2580817" y="1902675"/>
                </a:lnTo>
                <a:lnTo>
                  <a:pt x="2581275" y="1901558"/>
                </a:lnTo>
                <a:lnTo>
                  <a:pt x="2581275" y="1898929"/>
                </a:lnTo>
                <a:close/>
              </a:path>
              <a:path w="4914900" h="3173729">
                <a:moveTo>
                  <a:pt x="2581275" y="1267104"/>
                </a:moveTo>
                <a:lnTo>
                  <a:pt x="2580817" y="1265986"/>
                </a:lnTo>
                <a:lnTo>
                  <a:pt x="2578951" y="1264119"/>
                </a:lnTo>
                <a:lnTo>
                  <a:pt x="2577833" y="1263650"/>
                </a:lnTo>
                <a:lnTo>
                  <a:pt x="2575204" y="1263650"/>
                </a:lnTo>
                <a:lnTo>
                  <a:pt x="2574086" y="1264119"/>
                </a:lnTo>
                <a:lnTo>
                  <a:pt x="2572220" y="1265986"/>
                </a:lnTo>
                <a:lnTo>
                  <a:pt x="2571750" y="1267104"/>
                </a:lnTo>
                <a:lnTo>
                  <a:pt x="2571750" y="1269733"/>
                </a:lnTo>
                <a:lnTo>
                  <a:pt x="2572220" y="1270850"/>
                </a:lnTo>
                <a:lnTo>
                  <a:pt x="2574086" y="1272717"/>
                </a:lnTo>
                <a:lnTo>
                  <a:pt x="2575204" y="1273175"/>
                </a:lnTo>
                <a:lnTo>
                  <a:pt x="2577833" y="1273175"/>
                </a:lnTo>
                <a:lnTo>
                  <a:pt x="2578951" y="1272717"/>
                </a:lnTo>
                <a:lnTo>
                  <a:pt x="2580817" y="1270850"/>
                </a:lnTo>
                <a:lnTo>
                  <a:pt x="2581275" y="1269733"/>
                </a:lnTo>
                <a:lnTo>
                  <a:pt x="2581275" y="1267104"/>
                </a:lnTo>
                <a:close/>
              </a:path>
              <a:path w="4914900" h="3173729">
                <a:moveTo>
                  <a:pt x="2581275" y="635279"/>
                </a:moveTo>
                <a:lnTo>
                  <a:pt x="2580817" y="634161"/>
                </a:lnTo>
                <a:lnTo>
                  <a:pt x="2578951" y="632294"/>
                </a:lnTo>
                <a:lnTo>
                  <a:pt x="2577833" y="631837"/>
                </a:lnTo>
                <a:lnTo>
                  <a:pt x="2575204" y="631837"/>
                </a:lnTo>
                <a:lnTo>
                  <a:pt x="2574086" y="632294"/>
                </a:lnTo>
                <a:lnTo>
                  <a:pt x="2572220" y="634161"/>
                </a:lnTo>
                <a:lnTo>
                  <a:pt x="2571750" y="635279"/>
                </a:lnTo>
                <a:lnTo>
                  <a:pt x="2571750" y="637908"/>
                </a:lnTo>
                <a:lnTo>
                  <a:pt x="2572220" y="639025"/>
                </a:lnTo>
                <a:lnTo>
                  <a:pt x="2574086" y="640892"/>
                </a:lnTo>
                <a:lnTo>
                  <a:pt x="2575204" y="641362"/>
                </a:lnTo>
                <a:lnTo>
                  <a:pt x="2577833" y="641362"/>
                </a:lnTo>
                <a:lnTo>
                  <a:pt x="2578951" y="640892"/>
                </a:lnTo>
                <a:lnTo>
                  <a:pt x="2580817" y="639025"/>
                </a:lnTo>
                <a:lnTo>
                  <a:pt x="2581275" y="637908"/>
                </a:lnTo>
                <a:lnTo>
                  <a:pt x="2581275" y="635279"/>
                </a:lnTo>
                <a:close/>
              </a:path>
              <a:path w="4914900" h="3173729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4914900" h="3173729">
                <a:moveTo>
                  <a:pt x="2628900" y="2530754"/>
                </a:moveTo>
                <a:lnTo>
                  <a:pt x="2628442" y="2529636"/>
                </a:lnTo>
                <a:lnTo>
                  <a:pt x="2626576" y="2527770"/>
                </a:lnTo>
                <a:lnTo>
                  <a:pt x="2625458" y="2527300"/>
                </a:lnTo>
                <a:lnTo>
                  <a:pt x="2622829" y="2527300"/>
                </a:lnTo>
                <a:lnTo>
                  <a:pt x="2621711" y="2527770"/>
                </a:lnTo>
                <a:lnTo>
                  <a:pt x="2619845" y="2529636"/>
                </a:lnTo>
                <a:lnTo>
                  <a:pt x="2619375" y="2530754"/>
                </a:lnTo>
                <a:lnTo>
                  <a:pt x="2619375" y="2533383"/>
                </a:lnTo>
                <a:lnTo>
                  <a:pt x="2619845" y="2534501"/>
                </a:lnTo>
                <a:lnTo>
                  <a:pt x="2621711" y="2536367"/>
                </a:lnTo>
                <a:lnTo>
                  <a:pt x="2622829" y="2536825"/>
                </a:lnTo>
                <a:lnTo>
                  <a:pt x="2625458" y="2536825"/>
                </a:lnTo>
                <a:lnTo>
                  <a:pt x="2626576" y="2536367"/>
                </a:lnTo>
                <a:lnTo>
                  <a:pt x="2628442" y="2534501"/>
                </a:lnTo>
                <a:lnTo>
                  <a:pt x="2628900" y="2533383"/>
                </a:lnTo>
                <a:lnTo>
                  <a:pt x="2628900" y="2530754"/>
                </a:lnTo>
                <a:close/>
              </a:path>
              <a:path w="4914900" h="3173729">
                <a:moveTo>
                  <a:pt x="2628900" y="1898929"/>
                </a:moveTo>
                <a:lnTo>
                  <a:pt x="2628442" y="1897811"/>
                </a:lnTo>
                <a:lnTo>
                  <a:pt x="2626576" y="1895944"/>
                </a:lnTo>
                <a:lnTo>
                  <a:pt x="2625458" y="1895475"/>
                </a:lnTo>
                <a:lnTo>
                  <a:pt x="2622829" y="1895475"/>
                </a:lnTo>
                <a:lnTo>
                  <a:pt x="2621711" y="1895944"/>
                </a:lnTo>
                <a:lnTo>
                  <a:pt x="2619845" y="1897811"/>
                </a:lnTo>
                <a:lnTo>
                  <a:pt x="2619375" y="1898929"/>
                </a:lnTo>
                <a:lnTo>
                  <a:pt x="2619375" y="1901558"/>
                </a:lnTo>
                <a:lnTo>
                  <a:pt x="2619845" y="1902675"/>
                </a:lnTo>
                <a:lnTo>
                  <a:pt x="2621711" y="1904542"/>
                </a:lnTo>
                <a:lnTo>
                  <a:pt x="2622829" y="1905000"/>
                </a:lnTo>
                <a:lnTo>
                  <a:pt x="2625458" y="1905000"/>
                </a:lnTo>
                <a:lnTo>
                  <a:pt x="2626576" y="1904542"/>
                </a:lnTo>
                <a:lnTo>
                  <a:pt x="2628442" y="1902675"/>
                </a:lnTo>
                <a:lnTo>
                  <a:pt x="2628900" y="1901558"/>
                </a:lnTo>
                <a:lnTo>
                  <a:pt x="2628900" y="1898929"/>
                </a:lnTo>
                <a:close/>
              </a:path>
              <a:path w="4914900" h="3173729">
                <a:moveTo>
                  <a:pt x="2628900" y="1267104"/>
                </a:moveTo>
                <a:lnTo>
                  <a:pt x="2628442" y="1265986"/>
                </a:lnTo>
                <a:lnTo>
                  <a:pt x="2626576" y="1264119"/>
                </a:lnTo>
                <a:lnTo>
                  <a:pt x="2625458" y="1263650"/>
                </a:lnTo>
                <a:lnTo>
                  <a:pt x="2622829" y="1263650"/>
                </a:lnTo>
                <a:lnTo>
                  <a:pt x="2621711" y="1264119"/>
                </a:lnTo>
                <a:lnTo>
                  <a:pt x="2619845" y="1265986"/>
                </a:lnTo>
                <a:lnTo>
                  <a:pt x="2619375" y="1267104"/>
                </a:lnTo>
                <a:lnTo>
                  <a:pt x="2619375" y="1269733"/>
                </a:lnTo>
                <a:lnTo>
                  <a:pt x="2619845" y="1270850"/>
                </a:lnTo>
                <a:lnTo>
                  <a:pt x="2621711" y="1272717"/>
                </a:lnTo>
                <a:lnTo>
                  <a:pt x="2622829" y="1273175"/>
                </a:lnTo>
                <a:lnTo>
                  <a:pt x="2625458" y="1273175"/>
                </a:lnTo>
                <a:lnTo>
                  <a:pt x="2626576" y="1272717"/>
                </a:lnTo>
                <a:lnTo>
                  <a:pt x="2628442" y="1270850"/>
                </a:lnTo>
                <a:lnTo>
                  <a:pt x="2628900" y="1269733"/>
                </a:lnTo>
                <a:lnTo>
                  <a:pt x="2628900" y="1267104"/>
                </a:lnTo>
                <a:close/>
              </a:path>
              <a:path w="4914900" h="3173729">
                <a:moveTo>
                  <a:pt x="2628900" y="635279"/>
                </a:moveTo>
                <a:lnTo>
                  <a:pt x="2628442" y="634161"/>
                </a:lnTo>
                <a:lnTo>
                  <a:pt x="2626576" y="632294"/>
                </a:lnTo>
                <a:lnTo>
                  <a:pt x="2625458" y="631837"/>
                </a:lnTo>
                <a:lnTo>
                  <a:pt x="2622829" y="631837"/>
                </a:lnTo>
                <a:lnTo>
                  <a:pt x="2621711" y="632294"/>
                </a:lnTo>
                <a:lnTo>
                  <a:pt x="2619845" y="634161"/>
                </a:lnTo>
                <a:lnTo>
                  <a:pt x="2619375" y="635279"/>
                </a:lnTo>
                <a:lnTo>
                  <a:pt x="2619375" y="637908"/>
                </a:lnTo>
                <a:lnTo>
                  <a:pt x="2619845" y="639025"/>
                </a:lnTo>
                <a:lnTo>
                  <a:pt x="2621711" y="640892"/>
                </a:lnTo>
                <a:lnTo>
                  <a:pt x="2622829" y="641362"/>
                </a:lnTo>
                <a:lnTo>
                  <a:pt x="2625458" y="641362"/>
                </a:lnTo>
                <a:lnTo>
                  <a:pt x="2626576" y="640892"/>
                </a:lnTo>
                <a:lnTo>
                  <a:pt x="2628442" y="639025"/>
                </a:lnTo>
                <a:lnTo>
                  <a:pt x="2628900" y="637908"/>
                </a:lnTo>
                <a:lnTo>
                  <a:pt x="2628900" y="635279"/>
                </a:lnTo>
                <a:close/>
              </a:path>
              <a:path w="4914900" h="3173729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4914900" h="3173729">
                <a:moveTo>
                  <a:pt x="2676525" y="2530754"/>
                </a:moveTo>
                <a:lnTo>
                  <a:pt x="2676067" y="2529636"/>
                </a:lnTo>
                <a:lnTo>
                  <a:pt x="2674201" y="2527770"/>
                </a:lnTo>
                <a:lnTo>
                  <a:pt x="2673083" y="2527300"/>
                </a:lnTo>
                <a:lnTo>
                  <a:pt x="2670454" y="2527300"/>
                </a:lnTo>
                <a:lnTo>
                  <a:pt x="2669336" y="2527770"/>
                </a:lnTo>
                <a:lnTo>
                  <a:pt x="2667470" y="2529636"/>
                </a:lnTo>
                <a:lnTo>
                  <a:pt x="2667000" y="2530754"/>
                </a:lnTo>
                <a:lnTo>
                  <a:pt x="2667000" y="2533383"/>
                </a:lnTo>
                <a:lnTo>
                  <a:pt x="2667470" y="2534501"/>
                </a:lnTo>
                <a:lnTo>
                  <a:pt x="2669336" y="2536367"/>
                </a:lnTo>
                <a:lnTo>
                  <a:pt x="2670454" y="2536825"/>
                </a:lnTo>
                <a:lnTo>
                  <a:pt x="2673083" y="2536825"/>
                </a:lnTo>
                <a:lnTo>
                  <a:pt x="2674201" y="2536367"/>
                </a:lnTo>
                <a:lnTo>
                  <a:pt x="2676067" y="2534501"/>
                </a:lnTo>
                <a:lnTo>
                  <a:pt x="2676525" y="2533383"/>
                </a:lnTo>
                <a:lnTo>
                  <a:pt x="2676525" y="2530754"/>
                </a:lnTo>
                <a:close/>
              </a:path>
              <a:path w="4914900" h="3173729">
                <a:moveTo>
                  <a:pt x="2676525" y="1898929"/>
                </a:moveTo>
                <a:lnTo>
                  <a:pt x="2676067" y="1897811"/>
                </a:lnTo>
                <a:lnTo>
                  <a:pt x="2674201" y="1895944"/>
                </a:lnTo>
                <a:lnTo>
                  <a:pt x="2673083" y="1895475"/>
                </a:lnTo>
                <a:lnTo>
                  <a:pt x="2670454" y="1895475"/>
                </a:lnTo>
                <a:lnTo>
                  <a:pt x="2669336" y="1895944"/>
                </a:lnTo>
                <a:lnTo>
                  <a:pt x="2667470" y="1897811"/>
                </a:lnTo>
                <a:lnTo>
                  <a:pt x="2667000" y="1898929"/>
                </a:lnTo>
                <a:lnTo>
                  <a:pt x="2667000" y="1901558"/>
                </a:lnTo>
                <a:lnTo>
                  <a:pt x="2667470" y="1902675"/>
                </a:lnTo>
                <a:lnTo>
                  <a:pt x="2669336" y="1904542"/>
                </a:lnTo>
                <a:lnTo>
                  <a:pt x="2670454" y="1905000"/>
                </a:lnTo>
                <a:lnTo>
                  <a:pt x="2673083" y="1905000"/>
                </a:lnTo>
                <a:lnTo>
                  <a:pt x="2674201" y="1904542"/>
                </a:lnTo>
                <a:lnTo>
                  <a:pt x="2676067" y="1902675"/>
                </a:lnTo>
                <a:lnTo>
                  <a:pt x="2676525" y="1901558"/>
                </a:lnTo>
                <a:lnTo>
                  <a:pt x="2676525" y="1898929"/>
                </a:lnTo>
                <a:close/>
              </a:path>
              <a:path w="4914900" h="3173729">
                <a:moveTo>
                  <a:pt x="2676525" y="1267104"/>
                </a:moveTo>
                <a:lnTo>
                  <a:pt x="2676067" y="1265986"/>
                </a:lnTo>
                <a:lnTo>
                  <a:pt x="2674201" y="1264119"/>
                </a:lnTo>
                <a:lnTo>
                  <a:pt x="2673083" y="1263650"/>
                </a:lnTo>
                <a:lnTo>
                  <a:pt x="2670454" y="1263650"/>
                </a:lnTo>
                <a:lnTo>
                  <a:pt x="2669336" y="1264119"/>
                </a:lnTo>
                <a:lnTo>
                  <a:pt x="2667470" y="1265986"/>
                </a:lnTo>
                <a:lnTo>
                  <a:pt x="2667000" y="1267104"/>
                </a:lnTo>
                <a:lnTo>
                  <a:pt x="2667000" y="1269733"/>
                </a:lnTo>
                <a:lnTo>
                  <a:pt x="2667470" y="1270850"/>
                </a:lnTo>
                <a:lnTo>
                  <a:pt x="2669336" y="1272717"/>
                </a:lnTo>
                <a:lnTo>
                  <a:pt x="2670454" y="1273175"/>
                </a:lnTo>
                <a:lnTo>
                  <a:pt x="2673083" y="1273175"/>
                </a:lnTo>
                <a:lnTo>
                  <a:pt x="2674201" y="1272717"/>
                </a:lnTo>
                <a:lnTo>
                  <a:pt x="2676067" y="1270850"/>
                </a:lnTo>
                <a:lnTo>
                  <a:pt x="2676525" y="1269733"/>
                </a:lnTo>
                <a:lnTo>
                  <a:pt x="2676525" y="1267104"/>
                </a:lnTo>
                <a:close/>
              </a:path>
              <a:path w="4914900" h="3173729">
                <a:moveTo>
                  <a:pt x="2676525" y="635279"/>
                </a:moveTo>
                <a:lnTo>
                  <a:pt x="2676067" y="634161"/>
                </a:lnTo>
                <a:lnTo>
                  <a:pt x="2674201" y="632294"/>
                </a:lnTo>
                <a:lnTo>
                  <a:pt x="2673083" y="631837"/>
                </a:lnTo>
                <a:lnTo>
                  <a:pt x="2670454" y="631837"/>
                </a:lnTo>
                <a:lnTo>
                  <a:pt x="2669336" y="632294"/>
                </a:lnTo>
                <a:lnTo>
                  <a:pt x="2667470" y="634161"/>
                </a:lnTo>
                <a:lnTo>
                  <a:pt x="2667000" y="635279"/>
                </a:lnTo>
                <a:lnTo>
                  <a:pt x="2667000" y="637908"/>
                </a:lnTo>
                <a:lnTo>
                  <a:pt x="2667470" y="639025"/>
                </a:lnTo>
                <a:lnTo>
                  <a:pt x="2669336" y="640892"/>
                </a:lnTo>
                <a:lnTo>
                  <a:pt x="2670454" y="641362"/>
                </a:lnTo>
                <a:lnTo>
                  <a:pt x="2673083" y="641362"/>
                </a:lnTo>
                <a:lnTo>
                  <a:pt x="2674201" y="640892"/>
                </a:lnTo>
                <a:lnTo>
                  <a:pt x="2676067" y="639025"/>
                </a:lnTo>
                <a:lnTo>
                  <a:pt x="2676525" y="637908"/>
                </a:lnTo>
                <a:lnTo>
                  <a:pt x="2676525" y="635279"/>
                </a:lnTo>
                <a:close/>
              </a:path>
              <a:path w="4914900" h="3173729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4914900" h="3173729">
                <a:moveTo>
                  <a:pt x="2724150" y="2530754"/>
                </a:moveTo>
                <a:lnTo>
                  <a:pt x="2723692" y="2529636"/>
                </a:lnTo>
                <a:lnTo>
                  <a:pt x="2721826" y="2527770"/>
                </a:lnTo>
                <a:lnTo>
                  <a:pt x="2720708" y="2527300"/>
                </a:lnTo>
                <a:lnTo>
                  <a:pt x="2718079" y="2527300"/>
                </a:lnTo>
                <a:lnTo>
                  <a:pt x="2716961" y="2527770"/>
                </a:lnTo>
                <a:lnTo>
                  <a:pt x="2715095" y="2529636"/>
                </a:lnTo>
                <a:lnTo>
                  <a:pt x="2714625" y="2530754"/>
                </a:lnTo>
                <a:lnTo>
                  <a:pt x="2714625" y="2533383"/>
                </a:lnTo>
                <a:lnTo>
                  <a:pt x="2715095" y="2534501"/>
                </a:lnTo>
                <a:lnTo>
                  <a:pt x="2716961" y="2536367"/>
                </a:lnTo>
                <a:lnTo>
                  <a:pt x="2718079" y="2536825"/>
                </a:lnTo>
                <a:lnTo>
                  <a:pt x="2720708" y="2536825"/>
                </a:lnTo>
                <a:lnTo>
                  <a:pt x="2721826" y="2536367"/>
                </a:lnTo>
                <a:lnTo>
                  <a:pt x="2723692" y="2534501"/>
                </a:lnTo>
                <a:lnTo>
                  <a:pt x="2724150" y="2533383"/>
                </a:lnTo>
                <a:lnTo>
                  <a:pt x="2724150" y="2530754"/>
                </a:lnTo>
                <a:close/>
              </a:path>
              <a:path w="4914900" h="3173729">
                <a:moveTo>
                  <a:pt x="2724150" y="1898929"/>
                </a:moveTo>
                <a:lnTo>
                  <a:pt x="2723692" y="1897811"/>
                </a:lnTo>
                <a:lnTo>
                  <a:pt x="2721826" y="1895944"/>
                </a:lnTo>
                <a:lnTo>
                  <a:pt x="2720708" y="1895475"/>
                </a:lnTo>
                <a:lnTo>
                  <a:pt x="2718079" y="1895475"/>
                </a:lnTo>
                <a:lnTo>
                  <a:pt x="2716961" y="1895944"/>
                </a:lnTo>
                <a:lnTo>
                  <a:pt x="2715095" y="1897811"/>
                </a:lnTo>
                <a:lnTo>
                  <a:pt x="2714625" y="1898929"/>
                </a:lnTo>
                <a:lnTo>
                  <a:pt x="2714625" y="1901558"/>
                </a:lnTo>
                <a:lnTo>
                  <a:pt x="2715095" y="1902675"/>
                </a:lnTo>
                <a:lnTo>
                  <a:pt x="2716961" y="1904542"/>
                </a:lnTo>
                <a:lnTo>
                  <a:pt x="2718079" y="1905000"/>
                </a:lnTo>
                <a:lnTo>
                  <a:pt x="2720708" y="1905000"/>
                </a:lnTo>
                <a:lnTo>
                  <a:pt x="2721826" y="1904542"/>
                </a:lnTo>
                <a:lnTo>
                  <a:pt x="2723692" y="1902675"/>
                </a:lnTo>
                <a:lnTo>
                  <a:pt x="2724150" y="1901558"/>
                </a:lnTo>
                <a:lnTo>
                  <a:pt x="2724150" y="1898929"/>
                </a:lnTo>
                <a:close/>
              </a:path>
              <a:path w="4914900" h="3173729">
                <a:moveTo>
                  <a:pt x="2724150" y="1267104"/>
                </a:moveTo>
                <a:lnTo>
                  <a:pt x="2723692" y="1265986"/>
                </a:lnTo>
                <a:lnTo>
                  <a:pt x="2721826" y="1264119"/>
                </a:lnTo>
                <a:lnTo>
                  <a:pt x="2720708" y="1263650"/>
                </a:lnTo>
                <a:lnTo>
                  <a:pt x="2718079" y="1263650"/>
                </a:lnTo>
                <a:lnTo>
                  <a:pt x="2716961" y="1264119"/>
                </a:lnTo>
                <a:lnTo>
                  <a:pt x="2715095" y="1265986"/>
                </a:lnTo>
                <a:lnTo>
                  <a:pt x="2714625" y="1267104"/>
                </a:lnTo>
                <a:lnTo>
                  <a:pt x="2714625" y="1269733"/>
                </a:lnTo>
                <a:lnTo>
                  <a:pt x="2715095" y="1270850"/>
                </a:lnTo>
                <a:lnTo>
                  <a:pt x="2716961" y="1272717"/>
                </a:lnTo>
                <a:lnTo>
                  <a:pt x="2718079" y="1273175"/>
                </a:lnTo>
                <a:lnTo>
                  <a:pt x="2720708" y="1273175"/>
                </a:lnTo>
                <a:lnTo>
                  <a:pt x="2721826" y="1272717"/>
                </a:lnTo>
                <a:lnTo>
                  <a:pt x="2723692" y="1270850"/>
                </a:lnTo>
                <a:lnTo>
                  <a:pt x="2724150" y="1269733"/>
                </a:lnTo>
                <a:lnTo>
                  <a:pt x="2724150" y="1267104"/>
                </a:lnTo>
                <a:close/>
              </a:path>
              <a:path w="4914900" h="3173729">
                <a:moveTo>
                  <a:pt x="2724150" y="635279"/>
                </a:moveTo>
                <a:lnTo>
                  <a:pt x="2723692" y="634161"/>
                </a:lnTo>
                <a:lnTo>
                  <a:pt x="2721826" y="632294"/>
                </a:lnTo>
                <a:lnTo>
                  <a:pt x="2720708" y="631837"/>
                </a:lnTo>
                <a:lnTo>
                  <a:pt x="2718079" y="631837"/>
                </a:lnTo>
                <a:lnTo>
                  <a:pt x="2716961" y="632294"/>
                </a:lnTo>
                <a:lnTo>
                  <a:pt x="2715095" y="634161"/>
                </a:lnTo>
                <a:lnTo>
                  <a:pt x="2714625" y="635279"/>
                </a:lnTo>
                <a:lnTo>
                  <a:pt x="2714625" y="637908"/>
                </a:lnTo>
                <a:lnTo>
                  <a:pt x="2715095" y="639025"/>
                </a:lnTo>
                <a:lnTo>
                  <a:pt x="2716961" y="640892"/>
                </a:lnTo>
                <a:lnTo>
                  <a:pt x="2718079" y="641362"/>
                </a:lnTo>
                <a:lnTo>
                  <a:pt x="2720708" y="641362"/>
                </a:lnTo>
                <a:lnTo>
                  <a:pt x="2721826" y="640892"/>
                </a:lnTo>
                <a:lnTo>
                  <a:pt x="2723692" y="639025"/>
                </a:lnTo>
                <a:lnTo>
                  <a:pt x="2724150" y="637908"/>
                </a:lnTo>
                <a:lnTo>
                  <a:pt x="2724150" y="635279"/>
                </a:lnTo>
                <a:close/>
              </a:path>
              <a:path w="4914900" h="3173729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4914900" h="3173729">
                <a:moveTo>
                  <a:pt x="2771775" y="2530754"/>
                </a:moveTo>
                <a:lnTo>
                  <a:pt x="2771317" y="2529636"/>
                </a:lnTo>
                <a:lnTo>
                  <a:pt x="2769451" y="2527770"/>
                </a:lnTo>
                <a:lnTo>
                  <a:pt x="2768333" y="2527300"/>
                </a:lnTo>
                <a:lnTo>
                  <a:pt x="2765704" y="2527300"/>
                </a:lnTo>
                <a:lnTo>
                  <a:pt x="2764586" y="2527770"/>
                </a:lnTo>
                <a:lnTo>
                  <a:pt x="2762720" y="2529636"/>
                </a:lnTo>
                <a:lnTo>
                  <a:pt x="2762250" y="2530754"/>
                </a:lnTo>
                <a:lnTo>
                  <a:pt x="2762250" y="2533383"/>
                </a:lnTo>
                <a:lnTo>
                  <a:pt x="2762720" y="2534501"/>
                </a:lnTo>
                <a:lnTo>
                  <a:pt x="2764586" y="2536367"/>
                </a:lnTo>
                <a:lnTo>
                  <a:pt x="2765704" y="2536825"/>
                </a:lnTo>
                <a:lnTo>
                  <a:pt x="2768333" y="2536825"/>
                </a:lnTo>
                <a:lnTo>
                  <a:pt x="2769451" y="2536367"/>
                </a:lnTo>
                <a:lnTo>
                  <a:pt x="2771317" y="2534501"/>
                </a:lnTo>
                <a:lnTo>
                  <a:pt x="2771775" y="2533383"/>
                </a:lnTo>
                <a:lnTo>
                  <a:pt x="2771775" y="2530754"/>
                </a:lnTo>
                <a:close/>
              </a:path>
              <a:path w="4914900" h="3173729">
                <a:moveTo>
                  <a:pt x="2771775" y="1898929"/>
                </a:moveTo>
                <a:lnTo>
                  <a:pt x="2771317" y="1897811"/>
                </a:lnTo>
                <a:lnTo>
                  <a:pt x="2769451" y="1895944"/>
                </a:lnTo>
                <a:lnTo>
                  <a:pt x="2768333" y="1895475"/>
                </a:lnTo>
                <a:lnTo>
                  <a:pt x="2765704" y="1895475"/>
                </a:lnTo>
                <a:lnTo>
                  <a:pt x="2764586" y="1895944"/>
                </a:lnTo>
                <a:lnTo>
                  <a:pt x="2762720" y="1897811"/>
                </a:lnTo>
                <a:lnTo>
                  <a:pt x="2762250" y="1898929"/>
                </a:lnTo>
                <a:lnTo>
                  <a:pt x="2762250" y="1901558"/>
                </a:lnTo>
                <a:lnTo>
                  <a:pt x="2762720" y="1902675"/>
                </a:lnTo>
                <a:lnTo>
                  <a:pt x="2764586" y="1904542"/>
                </a:lnTo>
                <a:lnTo>
                  <a:pt x="2765704" y="1905000"/>
                </a:lnTo>
                <a:lnTo>
                  <a:pt x="2768333" y="1905000"/>
                </a:lnTo>
                <a:lnTo>
                  <a:pt x="2769451" y="1904542"/>
                </a:lnTo>
                <a:lnTo>
                  <a:pt x="2771317" y="1902675"/>
                </a:lnTo>
                <a:lnTo>
                  <a:pt x="2771775" y="1901558"/>
                </a:lnTo>
                <a:lnTo>
                  <a:pt x="2771775" y="1898929"/>
                </a:lnTo>
                <a:close/>
              </a:path>
              <a:path w="4914900" h="3173729">
                <a:moveTo>
                  <a:pt x="2771775" y="1267104"/>
                </a:moveTo>
                <a:lnTo>
                  <a:pt x="2771317" y="1265986"/>
                </a:lnTo>
                <a:lnTo>
                  <a:pt x="2769451" y="1264119"/>
                </a:lnTo>
                <a:lnTo>
                  <a:pt x="2768333" y="1263650"/>
                </a:lnTo>
                <a:lnTo>
                  <a:pt x="2765704" y="1263650"/>
                </a:lnTo>
                <a:lnTo>
                  <a:pt x="2764586" y="1264119"/>
                </a:lnTo>
                <a:lnTo>
                  <a:pt x="2762720" y="1265986"/>
                </a:lnTo>
                <a:lnTo>
                  <a:pt x="2762250" y="1267104"/>
                </a:lnTo>
                <a:lnTo>
                  <a:pt x="2762250" y="1269733"/>
                </a:lnTo>
                <a:lnTo>
                  <a:pt x="2762720" y="1270850"/>
                </a:lnTo>
                <a:lnTo>
                  <a:pt x="2764586" y="1272717"/>
                </a:lnTo>
                <a:lnTo>
                  <a:pt x="2765704" y="1273175"/>
                </a:lnTo>
                <a:lnTo>
                  <a:pt x="2768333" y="1273175"/>
                </a:lnTo>
                <a:lnTo>
                  <a:pt x="2769451" y="1272717"/>
                </a:lnTo>
                <a:lnTo>
                  <a:pt x="2771317" y="1270850"/>
                </a:lnTo>
                <a:lnTo>
                  <a:pt x="2771775" y="1269733"/>
                </a:lnTo>
                <a:lnTo>
                  <a:pt x="2771775" y="1267104"/>
                </a:lnTo>
                <a:close/>
              </a:path>
              <a:path w="4914900" h="3173729">
                <a:moveTo>
                  <a:pt x="2771775" y="635279"/>
                </a:moveTo>
                <a:lnTo>
                  <a:pt x="2771317" y="634161"/>
                </a:lnTo>
                <a:lnTo>
                  <a:pt x="2769451" y="632294"/>
                </a:lnTo>
                <a:lnTo>
                  <a:pt x="2768333" y="631837"/>
                </a:lnTo>
                <a:lnTo>
                  <a:pt x="2765704" y="631837"/>
                </a:lnTo>
                <a:lnTo>
                  <a:pt x="2764586" y="632294"/>
                </a:lnTo>
                <a:lnTo>
                  <a:pt x="2762720" y="634161"/>
                </a:lnTo>
                <a:lnTo>
                  <a:pt x="2762250" y="635279"/>
                </a:lnTo>
                <a:lnTo>
                  <a:pt x="2762250" y="637908"/>
                </a:lnTo>
                <a:lnTo>
                  <a:pt x="2762720" y="639025"/>
                </a:lnTo>
                <a:lnTo>
                  <a:pt x="2764586" y="640892"/>
                </a:lnTo>
                <a:lnTo>
                  <a:pt x="2765704" y="641362"/>
                </a:lnTo>
                <a:lnTo>
                  <a:pt x="2768333" y="641362"/>
                </a:lnTo>
                <a:lnTo>
                  <a:pt x="2769451" y="640892"/>
                </a:lnTo>
                <a:lnTo>
                  <a:pt x="2771317" y="639025"/>
                </a:lnTo>
                <a:lnTo>
                  <a:pt x="2771775" y="637908"/>
                </a:lnTo>
                <a:lnTo>
                  <a:pt x="2771775" y="635279"/>
                </a:lnTo>
                <a:close/>
              </a:path>
              <a:path w="4914900" h="3173729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4914900" h="3173729">
                <a:moveTo>
                  <a:pt x="2819400" y="2530754"/>
                </a:moveTo>
                <a:lnTo>
                  <a:pt x="2818942" y="2529636"/>
                </a:lnTo>
                <a:lnTo>
                  <a:pt x="2817076" y="2527770"/>
                </a:lnTo>
                <a:lnTo>
                  <a:pt x="2815958" y="2527300"/>
                </a:lnTo>
                <a:lnTo>
                  <a:pt x="2813329" y="2527300"/>
                </a:lnTo>
                <a:lnTo>
                  <a:pt x="2812211" y="2527770"/>
                </a:lnTo>
                <a:lnTo>
                  <a:pt x="2810345" y="2529636"/>
                </a:lnTo>
                <a:lnTo>
                  <a:pt x="2809875" y="2530754"/>
                </a:lnTo>
                <a:lnTo>
                  <a:pt x="2809875" y="2533383"/>
                </a:lnTo>
                <a:lnTo>
                  <a:pt x="2810345" y="2534501"/>
                </a:lnTo>
                <a:lnTo>
                  <a:pt x="2812211" y="2536367"/>
                </a:lnTo>
                <a:lnTo>
                  <a:pt x="2813329" y="2536825"/>
                </a:lnTo>
                <a:lnTo>
                  <a:pt x="2815958" y="2536825"/>
                </a:lnTo>
                <a:lnTo>
                  <a:pt x="2817076" y="2536367"/>
                </a:lnTo>
                <a:lnTo>
                  <a:pt x="2818942" y="2534501"/>
                </a:lnTo>
                <a:lnTo>
                  <a:pt x="2819400" y="2533383"/>
                </a:lnTo>
                <a:lnTo>
                  <a:pt x="2819400" y="2530754"/>
                </a:lnTo>
                <a:close/>
              </a:path>
              <a:path w="4914900" h="3173729">
                <a:moveTo>
                  <a:pt x="2819400" y="1898929"/>
                </a:moveTo>
                <a:lnTo>
                  <a:pt x="2818942" y="1897811"/>
                </a:lnTo>
                <a:lnTo>
                  <a:pt x="2817076" y="1895944"/>
                </a:lnTo>
                <a:lnTo>
                  <a:pt x="2815958" y="1895475"/>
                </a:lnTo>
                <a:lnTo>
                  <a:pt x="2813329" y="1895475"/>
                </a:lnTo>
                <a:lnTo>
                  <a:pt x="2812211" y="1895944"/>
                </a:lnTo>
                <a:lnTo>
                  <a:pt x="2810345" y="1897811"/>
                </a:lnTo>
                <a:lnTo>
                  <a:pt x="2809875" y="1898929"/>
                </a:lnTo>
                <a:lnTo>
                  <a:pt x="2809875" y="1901558"/>
                </a:lnTo>
                <a:lnTo>
                  <a:pt x="2810345" y="1902675"/>
                </a:lnTo>
                <a:lnTo>
                  <a:pt x="2812211" y="1904542"/>
                </a:lnTo>
                <a:lnTo>
                  <a:pt x="2813329" y="1905000"/>
                </a:lnTo>
                <a:lnTo>
                  <a:pt x="2815958" y="1905000"/>
                </a:lnTo>
                <a:lnTo>
                  <a:pt x="2817076" y="1904542"/>
                </a:lnTo>
                <a:lnTo>
                  <a:pt x="2818942" y="1902675"/>
                </a:lnTo>
                <a:lnTo>
                  <a:pt x="2819400" y="1901558"/>
                </a:lnTo>
                <a:lnTo>
                  <a:pt x="2819400" y="1898929"/>
                </a:lnTo>
                <a:close/>
              </a:path>
              <a:path w="4914900" h="3173729">
                <a:moveTo>
                  <a:pt x="2819400" y="1267104"/>
                </a:moveTo>
                <a:lnTo>
                  <a:pt x="2818942" y="1265986"/>
                </a:lnTo>
                <a:lnTo>
                  <a:pt x="2817076" y="1264119"/>
                </a:lnTo>
                <a:lnTo>
                  <a:pt x="2815958" y="1263650"/>
                </a:lnTo>
                <a:lnTo>
                  <a:pt x="2813329" y="1263650"/>
                </a:lnTo>
                <a:lnTo>
                  <a:pt x="2812211" y="1264119"/>
                </a:lnTo>
                <a:lnTo>
                  <a:pt x="2810345" y="1265986"/>
                </a:lnTo>
                <a:lnTo>
                  <a:pt x="2809875" y="1267104"/>
                </a:lnTo>
                <a:lnTo>
                  <a:pt x="2809875" y="1269733"/>
                </a:lnTo>
                <a:lnTo>
                  <a:pt x="2810345" y="1270850"/>
                </a:lnTo>
                <a:lnTo>
                  <a:pt x="2812211" y="1272717"/>
                </a:lnTo>
                <a:lnTo>
                  <a:pt x="2813329" y="1273175"/>
                </a:lnTo>
                <a:lnTo>
                  <a:pt x="2815958" y="1273175"/>
                </a:lnTo>
                <a:lnTo>
                  <a:pt x="2817076" y="1272717"/>
                </a:lnTo>
                <a:lnTo>
                  <a:pt x="2818942" y="1270850"/>
                </a:lnTo>
                <a:lnTo>
                  <a:pt x="2819400" y="1269733"/>
                </a:lnTo>
                <a:lnTo>
                  <a:pt x="2819400" y="1267104"/>
                </a:lnTo>
                <a:close/>
              </a:path>
              <a:path w="4914900" h="3173729">
                <a:moveTo>
                  <a:pt x="2819400" y="635279"/>
                </a:moveTo>
                <a:lnTo>
                  <a:pt x="2818942" y="634161"/>
                </a:lnTo>
                <a:lnTo>
                  <a:pt x="2817076" y="632294"/>
                </a:lnTo>
                <a:lnTo>
                  <a:pt x="2815958" y="631837"/>
                </a:lnTo>
                <a:lnTo>
                  <a:pt x="2813329" y="631837"/>
                </a:lnTo>
                <a:lnTo>
                  <a:pt x="2812211" y="632294"/>
                </a:lnTo>
                <a:lnTo>
                  <a:pt x="2810345" y="634161"/>
                </a:lnTo>
                <a:lnTo>
                  <a:pt x="2809875" y="635279"/>
                </a:lnTo>
                <a:lnTo>
                  <a:pt x="2809875" y="637908"/>
                </a:lnTo>
                <a:lnTo>
                  <a:pt x="2810345" y="639025"/>
                </a:lnTo>
                <a:lnTo>
                  <a:pt x="2812211" y="640892"/>
                </a:lnTo>
                <a:lnTo>
                  <a:pt x="2813329" y="641362"/>
                </a:lnTo>
                <a:lnTo>
                  <a:pt x="2815958" y="641362"/>
                </a:lnTo>
                <a:lnTo>
                  <a:pt x="2817076" y="640892"/>
                </a:lnTo>
                <a:lnTo>
                  <a:pt x="2818942" y="639025"/>
                </a:lnTo>
                <a:lnTo>
                  <a:pt x="2819400" y="637908"/>
                </a:lnTo>
                <a:lnTo>
                  <a:pt x="2819400" y="635279"/>
                </a:lnTo>
                <a:close/>
              </a:path>
              <a:path w="4914900" h="3173729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4914900" h="3173729">
                <a:moveTo>
                  <a:pt x="2867025" y="2530754"/>
                </a:moveTo>
                <a:lnTo>
                  <a:pt x="2866567" y="2529636"/>
                </a:lnTo>
                <a:lnTo>
                  <a:pt x="2864701" y="2527770"/>
                </a:lnTo>
                <a:lnTo>
                  <a:pt x="2863583" y="2527300"/>
                </a:lnTo>
                <a:lnTo>
                  <a:pt x="2860954" y="2527300"/>
                </a:lnTo>
                <a:lnTo>
                  <a:pt x="2859836" y="2527770"/>
                </a:lnTo>
                <a:lnTo>
                  <a:pt x="2857970" y="2529636"/>
                </a:lnTo>
                <a:lnTo>
                  <a:pt x="2857500" y="2530754"/>
                </a:lnTo>
                <a:lnTo>
                  <a:pt x="2857500" y="2533383"/>
                </a:lnTo>
                <a:lnTo>
                  <a:pt x="2857970" y="2534501"/>
                </a:lnTo>
                <a:lnTo>
                  <a:pt x="2859836" y="2536367"/>
                </a:lnTo>
                <a:lnTo>
                  <a:pt x="2860954" y="2536825"/>
                </a:lnTo>
                <a:lnTo>
                  <a:pt x="2863583" y="2536825"/>
                </a:lnTo>
                <a:lnTo>
                  <a:pt x="2864701" y="2536367"/>
                </a:lnTo>
                <a:lnTo>
                  <a:pt x="2866567" y="2534501"/>
                </a:lnTo>
                <a:lnTo>
                  <a:pt x="2867025" y="2533383"/>
                </a:lnTo>
                <a:lnTo>
                  <a:pt x="2867025" y="2530754"/>
                </a:lnTo>
                <a:close/>
              </a:path>
              <a:path w="4914900" h="3173729">
                <a:moveTo>
                  <a:pt x="2867025" y="1898929"/>
                </a:moveTo>
                <a:lnTo>
                  <a:pt x="2866567" y="1897811"/>
                </a:lnTo>
                <a:lnTo>
                  <a:pt x="2864701" y="1895944"/>
                </a:lnTo>
                <a:lnTo>
                  <a:pt x="2863583" y="1895475"/>
                </a:lnTo>
                <a:lnTo>
                  <a:pt x="2860954" y="1895475"/>
                </a:lnTo>
                <a:lnTo>
                  <a:pt x="2859836" y="1895944"/>
                </a:lnTo>
                <a:lnTo>
                  <a:pt x="2857970" y="1897811"/>
                </a:lnTo>
                <a:lnTo>
                  <a:pt x="2857500" y="1898929"/>
                </a:lnTo>
                <a:lnTo>
                  <a:pt x="2857500" y="1901558"/>
                </a:lnTo>
                <a:lnTo>
                  <a:pt x="2857970" y="1902675"/>
                </a:lnTo>
                <a:lnTo>
                  <a:pt x="2859836" y="1904542"/>
                </a:lnTo>
                <a:lnTo>
                  <a:pt x="2860954" y="1905000"/>
                </a:lnTo>
                <a:lnTo>
                  <a:pt x="2863583" y="1905000"/>
                </a:lnTo>
                <a:lnTo>
                  <a:pt x="2864701" y="1904542"/>
                </a:lnTo>
                <a:lnTo>
                  <a:pt x="2866567" y="1902675"/>
                </a:lnTo>
                <a:lnTo>
                  <a:pt x="2867025" y="1901558"/>
                </a:lnTo>
                <a:lnTo>
                  <a:pt x="2867025" y="1898929"/>
                </a:lnTo>
                <a:close/>
              </a:path>
              <a:path w="4914900" h="3173729">
                <a:moveTo>
                  <a:pt x="2867025" y="1267104"/>
                </a:moveTo>
                <a:lnTo>
                  <a:pt x="2866567" y="1265986"/>
                </a:lnTo>
                <a:lnTo>
                  <a:pt x="2864701" y="1264119"/>
                </a:lnTo>
                <a:lnTo>
                  <a:pt x="2863583" y="1263650"/>
                </a:lnTo>
                <a:lnTo>
                  <a:pt x="2860954" y="1263650"/>
                </a:lnTo>
                <a:lnTo>
                  <a:pt x="2859836" y="1264119"/>
                </a:lnTo>
                <a:lnTo>
                  <a:pt x="2857970" y="1265986"/>
                </a:lnTo>
                <a:lnTo>
                  <a:pt x="2857500" y="1267104"/>
                </a:lnTo>
                <a:lnTo>
                  <a:pt x="2857500" y="1269733"/>
                </a:lnTo>
                <a:lnTo>
                  <a:pt x="2857970" y="1270850"/>
                </a:lnTo>
                <a:lnTo>
                  <a:pt x="2859836" y="1272717"/>
                </a:lnTo>
                <a:lnTo>
                  <a:pt x="2860954" y="1273175"/>
                </a:lnTo>
                <a:lnTo>
                  <a:pt x="2863583" y="1273175"/>
                </a:lnTo>
                <a:lnTo>
                  <a:pt x="2864701" y="1272717"/>
                </a:lnTo>
                <a:lnTo>
                  <a:pt x="2866567" y="1270850"/>
                </a:lnTo>
                <a:lnTo>
                  <a:pt x="2867025" y="1269733"/>
                </a:lnTo>
                <a:lnTo>
                  <a:pt x="2867025" y="1267104"/>
                </a:lnTo>
                <a:close/>
              </a:path>
              <a:path w="4914900" h="3173729">
                <a:moveTo>
                  <a:pt x="2867025" y="635279"/>
                </a:moveTo>
                <a:lnTo>
                  <a:pt x="2866567" y="634161"/>
                </a:lnTo>
                <a:lnTo>
                  <a:pt x="2864701" y="632294"/>
                </a:lnTo>
                <a:lnTo>
                  <a:pt x="2863583" y="631837"/>
                </a:lnTo>
                <a:lnTo>
                  <a:pt x="2860954" y="631837"/>
                </a:lnTo>
                <a:lnTo>
                  <a:pt x="2859836" y="632294"/>
                </a:lnTo>
                <a:lnTo>
                  <a:pt x="2857970" y="634161"/>
                </a:lnTo>
                <a:lnTo>
                  <a:pt x="2857500" y="635279"/>
                </a:lnTo>
                <a:lnTo>
                  <a:pt x="2857500" y="637908"/>
                </a:lnTo>
                <a:lnTo>
                  <a:pt x="2857970" y="639025"/>
                </a:lnTo>
                <a:lnTo>
                  <a:pt x="2859836" y="640892"/>
                </a:lnTo>
                <a:lnTo>
                  <a:pt x="2860954" y="641362"/>
                </a:lnTo>
                <a:lnTo>
                  <a:pt x="2863583" y="641362"/>
                </a:lnTo>
                <a:lnTo>
                  <a:pt x="2864701" y="640892"/>
                </a:lnTo>
                <a:lnTo>
                  <a:pt x="2866567" y="639025"/>
                </a:lnTo>
                <a:lnTo>
                  <a:pt x="2867025" y="637908"/>
                </a:lnTo>
                <a:lnTo>
                  <a:pt x="2867025" y="635279"/>
                </a:lnTo>
                <a:close/>
              </a:path>
              <a:path w="4914900" h="3173729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4914900" h="3173729">
                <a:moveTo>
                  <a:pt x="2914650" y="2530754"/>
                </a:moveTo>
                <a:lnTo>
                  <a:pt x="2914192" y="2529636"/>
                </a:lnTo>
                <a:lnTo>
                  <a:pt x="2912326" y="2527770"/>
                </a:lnTo>
                <a:lnTo>
                  <a:pt x="2911208" y="2527300"/>
                </a:lnTo>
                <a:lnTo>
                  <a:pt x="2908579" y="2527300"/>
                </a:lnTo>
                <a:lnTo>
                  <a:pt x="2907461" y="2527770"/>
                </a:lnTo>
                <a:lnTo>
                  <a:pt x="2905595" y="2529636"/>
                </a:lnTo>
                <a:lnTo>
                  <a:pt x="2905125" y="2530754"/>
                </a:lnTo>
                <a:lnTo>
                  <a:pt x="2905125" y="2533383"/>
                </a:lnTo>
                <a:lnTo>
                  <a:pt x="2905595" y="2534501"/>
                </a:lnTo>
                <a:lnTo>
                  <a:pt x="2907461" y="2536367"/>
                </a:lnTo>
                <a:lnTo>
                  <a:pt x="2908579" y="2536825"/>
                </a:lnTo>
                <a:lnTo>
                  <a:pt x="2911208" y="2536825"/>
                </a:lnTo>
                <a:lnTo>
                  <a:pt x="2912326" y="2536367"/>
                </a:lnTo>
                <a:lnTo>
                  <a:pt x="2914192" y="2534501"/>
                </a:lnTo>
                <a:lnTo>
                  <a:pt x="2914650" y="2533383"/>
                </a:lnTo>
                <a:lnTo>
                  <a:pt x="2914650" y="2530754"/>
                </a:lnTo>
                <a:close/>
              </a:path>
              <a:path w="4914900" h="3173729">
                <a:moveTo>
                  <a:pt x="2914650" y="1898929"/>
                </a:moveTo>
                <a:lnTo>
                  <a:pt x="2914192" y="1897811"/>
                </a:lnTo>
                <a:lnTo>
                  <a:pt x="2912326" y="1895944"/>
                </a:lnTo>
                <a:lnTo>
                  <a:pt x="2911208" y="1895475"/>
                </a:lnTo>
                <a:lnTo>
                  <a:pt x="2908579" y="1895475"/>
                </a:lnTo>
                <a:lnTo>
                  <a:pt x="2907461" y="1895944"/>
                </a:lnTo>
                <a:lnTo>
                  <a:pt x="2905595" y="1897811"/>
                </a:lnTo>
                <a:lnTo>
                  <a:pt x="2905125" y="1898929"/>
                </a:lnTo>
                <a:lnTo>
                  <a:pt x="2905125" y="1901558"/>
                </a:lnTo>
                <a:lnTo>
                  <a:pt x="2905595" y="1902675"/>
                </a:lnTo>
                <a:lnTo>
                  <a:pt x="2907461" y="1904542"/>
                </a:lnTo>
                <a:lnTo>
                  <a:pt x="2908579" y="1905000"/>
                </a:lnTo>
                <a:lnTo>
                  <a:pt x="2911208" y="1905000"/>
                </a:lnTo>
                <a:lnTo>
                  <a:pt x="2912326" y="1904542"/>
                </a:lnTo>
                <a:lnTo>
                  <a:pt x="2914192" y="1902675"/>
                </a:lnTo>
                <a:lnTo>
                  <a:pt x="2914650" y="1901558"/>
                </a:lnTo>
                <a:lnTo>
                  <a:pt x="2914650" y="1898929"/>
                </a:lnTo>
                <a:close/>
              </a:path>
              <a:path w="4914900" h="3173729">
                <a:moveTo>
                  <a:pt x="2914650" y="1267104"/>
                </a:moveTo>
                <a:lnTo>
                  <a:pt x="2914192" y="1265986"/>
                </a:lnTo>
                <a:lnTo>
                  <a:pt x="2912326" y="1264119"/>
                </a:lnTo>
                <a:lnTo>
                  <a:pt x="2911208" y="1263650"/>
                </a:lnTo>
                <a:lnTo>
                  <a:pt x="2908579" y="1263650"/>
                </a:lnTo>
                <a:lnTo>
                  <a:pt x="2907461" y="1264119"/>
                </a:lnTo>
                <a:lnTo>
                  <a:pt x="2905595" y="1265986"/>
                </a:lnTo>
                <a:lnTo>
                  <a:pt x="2905125" y="1267104"/>
                </a:lnTo>
                <a:lnTo>
                  <a:pt x="2905125" y="1269733"/>
                </a:lnTo>
                <a:lnTo>
                  <a:pt x="2905595" y="1270850"/>
                </a:lnTo>
                <a:lnTo>
                  <a:pt x="2907461" y="1272717"/>
                </a:lnTo>
                <a:lnTo>
                  <a:pt x="2908579" y="1273175"/>
                </a:lnTo>
                <a:lnTo>
                  <a:pt x="2911208" y="1273175"/>
                </a:lnTo>
                <a:lnTo>
                  <a:pt x="2912326" y="1272717"/>
                </a:lnTo>
                <a:lnTo>
                  <a:pt x="2914192" y="1270850"/>
                </a:lnTo>
                <a:lnTo>
                  <a:pt x="2914650" y="1269733"/>
                </a:lnTo>
                <a:lnTo>
                  <a:pt x="2914650" y="1267104"/>
                </a:lnTo>
                <a:close/>
              </a:path>
              <a:path w="4914900" h="3173729">
                <a:moveTo>
                  <a:pt x="2914650" y="635279"/>
                </a:moveTo>
                <a:lnTo>
                  <a:pt x="2914192" y="634161"/>
                </a:lnTo>
                <a:lnTo>
                  <a:pt x="2912326" y="632294"/>
                </a:lnTo>
                <a:lnTo>
                  <a:pt x="2911208" y="631837"/>
                </a:lnTo>
                <a:lnTo>
                  <a:pt x="2908579" y="631837"/>
                </a:lnTo>
                <a:lnTo>
                  <a:pt x="2907461" y="632294"/>
                </a:lnTo>
                <a:lnTo>
                  <a:pt x="2905595" y="634161"/>
                </a:lnTo>
                <a:lnTo>
                  <a:pt x="2905125" y="635279"/>
                </a:lnTo>
                <a:lnTo>
                  <a:pt x="2905125" y="637908"/>
                </a:lnTo>
                <a:lnTo>
                  <a:pt x="2905595" y="639025"/>
                </a:lnTo>
                <a:lnTo>
                  <a:pt x="2907461" y="640892"/>
                </a:lnTo>
                <a:lnTo>
                  <a:pt x="2908579" y="641362"/>
                </a:lnTo>
                <a:lnTo>
                  <a:pt x="2911208" y="641362"/>
                </a:lnTo>
                <a:lnTo>
                  <a:pt x="2912326" y="640892"/>
                </a:lnTo>
                <a:lnTo>
                  <a:pt x="2914192" y="639025"/>
                </a:lnTo>
                <a:lnTo>
                  <a:pt x="2914650" y="637908"/>
                </a:lnTo>
                <a:lnTo>
                  <a:pt x="2914650" y="635279"/>
                </a:lnTo>
                <a:close/>
              </a:path>
              <a:path w="4914900" h="3173729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4914900" h="3173729">
                <a:moveTo>
                  <a:pt x="2962275" y="2530754"/>
                </a:moveTo>
                <a:lnTo>
                  <a:pt x="2961817" y="2529636"/>
                </a:lnTo>
                <a:lnTo>
                  <a:pt x="2959951" y="2527770"/>
                </a:lnTo>
                <a:lnTo>
                  <a:pt x="2958833" y="2527300"/>
                </a:lnTo>
                <a:lnTo>
                  <a:pt x="2956204" y="2527300"/>
                </a:lnTo>
                <a:lnTo>
                  <a:pt x="2955086" y="2527770"/>
                </a:lnTo>
                <a:lnTo>
                  <a:pt x="2953220" y="2529636"/>
                </a:lnTo>
                <a:lnTo>
                  <a:pt x="2952750" y="2530754"/>
                </a:lnTo>
                <a:lnTo>
                  <a:pt x="2952750" y="2533383"/>
                </a:lnTo>
                <a:lnTo>
                  <a:pt x="2953220" y="2534501"/>
                </a:lnTo>
                <a:lnTo>
                  <a:pt x="2955086" y="2536367"/>
                </a:lnTo>
                <a:lnTo>
                  <a:pt x="2956204" y="2536825"/>
                </a:lnTo>
                <a:lnTo>
                  <a:pt x="2958833" y="2536825"/>
                </a:lnTo>
                <a:lnTo>
                  <a:pt x="2959951" y="2536367"/>
                </a:lnTo>
                <a:lnTo>
                  <a:pt x="2961817" y="2534501"/>
                </a:lnTo>
                <a:lnTo>
                  <a:pt x="2962275" y="2533383"/>
                </a:lnTo>
                <a:lnTo>
                  <a:pt x="2962275" y="2530754"/>
                </a:lnTo>
                <a:close/>
              </a:path>
              <a:path w="4914900" h="3173729">
                <a:moveTo>
                  <a:pt x="2962275" y="1898929"/>
                </a:moveTo>
                <a:lnTo>
                  <a:pt x="2961817" y="1897811"/>
                </a:lnTo>
                <a:lnTo>
                  <a:pt x="2959951" y="1895944"/>
                </a:lnTo>
                <a:lnTo>
                  <a:pt x="2958833" y="1895475"/>
                </a:lnTo>
                <a:lnTo>
                  <a:pt x="2956204" y="1895475"/>
                </a:lnTo>
                <a:lnTo>
                  <a:pt x="2955086" y="1895944"/>
                </a:lnTo>
                <a:lnTo>
                  <a:pt x="2953220" y="1897811"/>
                </a:lnTo>
                <a:lnTo>
                  <a:pt x="2952750" y="1898929"/>
                </a:lnTo>
                <a:lnTo>
                  <a:pt x="2952750" y="1901558"/>
                </a:lnTo>
                <a:lnTo>
                  <a:pt x="2953220" y="1902675"/>
                </a:lnTo>
                <a:lnTo>
                  <a:pt x="2955086" y="1904542"/>
                </a:lnTo>
                <a:lnTo>
                  <a:pt x="2956204" y="1905000"/>
                </a:lnTo>
                <a:lnTo>
                  <a:pt x="2958833" y="1905000"/>
                </a:lnTo>
                <a:lnTo>
                  <a:pt x="2959951" y="1904542"/>
                </a:lnTo>
                <a:lnTo>
                  <a:pt x="2961817" y="1902675"/>
                </a:lnTo>
                <a:lnTo>
                  <a:pt x="2962275" y="1901558"/>
                </a:lnTo>
                <a:lnTo>
                  <a:pt x="2962275" y="1898929"/>
                </a:lnTo>
                <a:close/>
              </a:path>
              <a:path w="4914900" h="3173729">
                <a:moveTo>
                  <a:pt x="2962275" y="1267104"/>
                </a:moveTo>
                <a:lnTo>
                  <a:pt x="2961817" y="1265986"/>
                </a:lnTo>
                <a:lnTo>
                  <a:pt x="2959951" y="1264119"/>
                </a:lnTo>
                <a:lnTo>
                  <a:pt x="2958833" y="1263650"/>
                </a:lnTo>
                <a:lnTo>
                  <a:pt x="2956204" y="1263650"/>
                </a:lnTo>
                <a:lnTo>
                  <a:pt x="2955086" y="1264119"/>
                </a:lnTo>
                <a:lnTo>
                  <a:pt x="2953220" y="1265986"/>
                </a:lnTo>
                <a:lnTo>
                  <a:pt x="2952750" y="1267104"/>
                </a:lnTo>
                <a:lnTo>
                  <a:pt x="2952750" y="1269733"/>
                </a:lnTo>
                <a:lnTo>
                  <a:pt x="2953220" y="1270850"/>
                </a:lnTo>
                <a:lnTo>
                  <a:pt x="2955086" y="1272717"/>
                </a:lnTo>
                <a:lnTo>
                  <a:pt x="2956204" y="1273175"/>
                </a:lnTo>
                <a:lnTo>
                  <a:pt x="2958833" y="1273175"/>
                </a:lnTo>
                <a:lnTo>
                  <a:pt x="2959951" y="1272717"/>
                </a:lnTo>
                <a:lnTo>
                  <a:pt x="2961817" y="1270850"/>
                </a:lnTo>
                <a:lnTo>
                  <a:pt x="2962275" y="1269733"/>
                </a:lnTo>
                <a:lnTo>
                  <a:pt x="2962275" y="1267104"/>
                </a:lnTo>
                <a:close/>
              </a:path>
              <a:path w="4914900" h="3173729">
                <a:moveTo>
                  <a:pt x="2962275" y="635279"/>
                </a:moveTo>
                <a:lnTo>
                  <a:pt x="2961817" y="634161"/>
                </a:lnTo>
                <a:lnTo>
                  <a:pt x="2959951" y="632294"/>
                </a:lnTo>
                <a:lnTo>
                  <a:pt x="2958833" y="631837"/>
                </a:lnTo>
                <a:lnTo>
                  <a:pt x="2956204" y="631837"/>
                </a:lnTo>
                <a:lnTo>
                  <a:pt x="2955086" y="632294"/>
                </a:lnTo>
                <a:lnTo>
                  <a:pt x="2953220" y="634161"/>
                </a:lnTo>
                <a:lnTo>
                  <a:pt x="2952750" y="635279"/>
                </a:lnTo>
                <a:lnTo>
                  <a:pt x="2952750" y="637908"/>
                </a:lnTo>
                <a:lnTo>
                  <a:pt x="2953220" y="639025"/>
                </a:lnTo>
                <a:lnTo>
                  <a:pt x="2955086" y="640892"/>
                </a:lnTo>
                <a:lnTo>
                  <a:pt x="2956204" y="641362"/>
                </a:lnTo>
                <a:lnTo>
                  <a:pt x="2958833" y="641362"/>
                </a:lnTo>
                <a:lnTo>
                  <a:pt x="2959951" y="640892"/>
                </a:lnTo>
                <a:lnTo>
                  <a:pt x="2961817" y="639025"/>
                </a:lnTo>
                <a:lnTo>
                  <a:pt x="2962275" y="637908"/>
                </a:lnTo>
                <a:lnTo>
                  <a:pt x="2962275" y="635279"/>
                </a:lnTo>
                <a:close/>
              </a:path>
              <a:path w="4914900" h="3173729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4914900" h="3173729">
                <a:moveTo>
                  <a:pt x="3009900" y="2530754"/>
                </a:moveTo>
                <a:lnTo>
                  <a:pt x="3009442" y="2529636"/>
                </a:lnTo>
                <a:lnTo>
                  <a:pt x="3007576" y="2527770"/>
                </a:lnTo>
                <a:lnTo>
                  <a:pt x="3006458" y="2527300"/>
                </a:lnTo>
                <a:lnTo>
                  <a:pt x="3003829" y="2527300"/>
                </a:lnTo>
                <a:lnTo>
                  <a:pt x="3002711" y="2527770"/>
                </a:lnTo>
                <a:lnTo>
                  <a:pt x="3000845" y="2529636"/>
                </a:lnTo>
                <a:lnTo>
                  <a:pt x="3000375" y="2530754"/>
                </a:lnTo>
                <a:lnTo>
                  <a:pt x="3000375" y="2533383"/>
                </a:lnTo>
                <a:lnTo>
                  <a:pt x="3000845" y="2534501"/>
                </a:lnTo>
                <a:lnTo>
                  <a:pt x="3002711" y="2536367"/>
                </a:lnTo>
                <a:lnTo>
                  <a:pt x="3003829" y="2536825"/>
                </a:lnTo>
                <a:lnTo>
                  <a:pt x="3006458" y="2536825"/>
                </a:lnTo>
                <a:lnTo>
                  <a:pt x="3007576" y="2536367"/>
                </a:lnTo>
                <a:lnTo>
                  <a:pt x="3009442" y="2534501"/>
                </a:lnTo>
                <a:lnTo>
                  <a:pt x="3009900" y="2533383"/>
                </a:lnTo>
                <a:lnTo>
                  <a:pt x="3009900" y="2530754"/>
                </a:lnTo>
                <a:close/>
              </a:path>
              <a:path w="4914900" h="3173729">
                <a:moveTo>
                  <a:pt x="3009900" y="1898929"/>
                </a:moveTo>
                <a:lnTo>
                  <a:pt x="3009442" y="1897811"/>
                </a:lnTo>
                <a:lnTo>
                  <a:pt x="3007576" y="1895944"/>
                </a:lnTo>
                <a:lnTo>
                  <a:pt x="3006458" y="1895475"/>
                </a:lnTo>
                <a:lnTo>
                  <a:pt x="3003829" y="1895475"/>
                </a:lnTo>
                <a:lnTo>
                  <a:pt x="3002711" y="1895944"/>
                </a:lnTo>
                <a:lnTo>
                  <a:pt x="3000845" y="1897811"/>
                </a:lnTo>
                <a:lnTo>
                  <a:pt x="3000375" y="1898929"/>
                </a:lnTo>
                <a:lnTo>
                  <a:pt x="3000375" y="1901558"/>
                </a:lnTo>
                <a:lnTo>
                  <a:pt x="3000845" y="1902675"/>
                </a:lnTo>
                <a:lnTo>
                  <a:pt x="3002711" y="1904542"/>
                </a:lnTo>
                <a:lnTo>
                  <a:pt x="3003829" y="1905000"/>
                </a:lnTo>
                <a:lnTo>
                  <a:pt x="3006458" y="1905000"/>
                </a:lnTo>
                <a:lnTo>
                  <a:pt x="3007576" y="1904542"/>
                </a:lnTo>
                <a:lnTo>
                  <a:pt x="3009442" y="1902675"/>
                </a:lnTo>
                <a:lnTo>
                  <a:pt x="3009900" y="1901558"/>
                </a:lnTo>
                <a:lnTo>
                  <a:pt x="3009900" y="1898929"/>
                </a:lnTo>
                <a:close/>
              </a:path>
              <a:path w="4914900" h="3173729">
                <a:moveTo>
                  <a:pt x="3009900" y="1267104"/>
                </a:moveTo>
                <a:lnTo>
                  <a:pt x="3009442" y="1265986"/>
                </a:lnTo>
                <a:lnTo>
                  <a:pt x="3007576" y="1264119"/>
                </a:lnTo>
                <a:lnTo>
                  <a:pt x="3006458" y="1263650"/>
                </a:lnTo>
                <a:lnTo>
                  <a:pt x="3003829" y="1263650"/>
                </a:lnTo>
                <a:lnTo>
                  <a:pt x="3002711" y="1264119"/>
                </a:lnTo>
                <a:lnTo>
                  <a:pt x="3000845" y="1265986"/>
                </a:lnTo>
                <a:lnTo>
                  <a:pt x="3000375" y="1267104"/>
                </a:lnTo>
                <a:lnTo>
                  <a:pt x="3000375" y="1269733"/>
                </a:lnTo>
                <a:lnTo>
                  <a:pt x="3000845" y="1270850"/>
                </a:lnTo>
                <a:lnTo>
                  <a:pt x="3002711" y="1272717"/>
                </a:lnTo>
                <a:lnTo>
                  <a:pt x="3003829" y="1273175"/>
                </a:lnTo>
                <a:lnTo>
                  <a:pt x="3006458" y="1273175"/>
                </a:lnTo>
                <a:lnTo>
                  <a:pt x="3007576" y="1272717"/>
                </a:lnTo>
                <a:lnTo>
                  <a:pt x="3009442" y="1270850"/>
                </a:lnTo>
                <a:lnTo>
                  <a:pt x="3009900" y="1269733"/>
                </a:lnTo>
                <a:lnTo>
                  <a:pt x="3009900" y="1267104"/>
                </a:lnTo>
                <a:close/>
              </a:path>
              <a:path w="4914900" h="3173729">
                <a:moveTo>
                  <a:pt x="3009900" y="635279"/>
                </a:moveTo>
                <a:lnTo>
                  <a:pt x="3009442" y="634161"/>
                </a:lnTo>
                <a:lnTo>
                  <a:pt x="3007576" y="632294"/>
                </a:lnTo>
                <a:lnTo>
                  <a:pt x="3006458" y="631837"/>
                </a:lnTo>
                <a:lnTo>
                  <a:pt x="3003829" y="631837"/>
                </a:lnTo>
                <a:lnTo>
                  <a:pt x="3002711" y="632294"/>
                </a:lnTo>
                <a:lnTo>
                  <a:pt x="3000845" y="634161"/>
                </a:lnTo>
                <a:lnTo>
                  <a:pt x="3000375" y="635279"/>
                </a:lnTo>
                <a:lnTo>
                  <a:pt x="3000375" y="637908"/>
                </a:lnTo>
                <a:lnTo>
                  <a:pt x="3000845" y="639025"/>
                </a:lnTo>
                <a:lnTo>
                  <a:pt x="3002711" y="640892"/>
                </a:lnTo>
                <a:lnTo>
                  <a:pt x="3003829" y="641362"/>
                </a:lnTo>
                <a:lnTo>
                  <a:pt x="3006458" y="641362"/>
                </a:lnTo>
                <a:lnTo>
                  <a:pt x="3007576" y="640892"/>
                </a:lnTo>
                <a:lnTo>
                  <a:pt x="3009442" y="639025"/>
                </a:lnTo>
                <a:lnTo>
                  <a:pt x="3009900" y="637908"/>
                </a:lnTo>
                <a:lnTo>
                  <a:pt x="3009900" y="635279"/>
                </a:lnTo>
                <a:close/>
              </a:path>
              <a:path w="4914900" h="3173729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4914900" h="3173729">
                <a:moveTo>
                  <a:pt x="3057525" y="2530754"/>
                </a:moveTo>
                <a:lnTo>
                  <a:pt x="3057067" y="2529636"/>
                </a:lnTo>
                <a:lnTo>
                  <a:pt x="3055201" y="2527770"/>
                </a:lnTo>
                <a:lnTo>
                  <a:pt x="3054083" y="2527300"/>
                </a:lnTo>
                <a:lnTo>
                  <a:pt x="3051454" y="2527300"/>
                </a:lnTo>
                <a:lnTo>
                  <a:pt x="3050336" y="2527770"/>
                </a:lnTo>
                <a:lnTo>
                  <a:pt x="3048470" y="2529636"/>
                </a:lnTo>
                <a:lnTo>
                  <a:pt x="3048000" y="2530754"/>
                </a:lnTo>
                <a:lnTo>
                  <a:pt x="3048000" y="2533383"/>
                </a:lnTo>
                <a:lnTo>
                  <a:pt x="3048470" y="2534501"/>
                </a:lnTo>
                <a:lnTo>
                  <a:pt x="3050336" y="2536367"/>
                </a:lnTo>
                <a:lnTo>
                  <a:pt x="3051454" y="2536825"/>
                </a:lnTo>
                <a:lnTo>
                  <a:pt x="3054083" y="2536825"/>
                </a:lnTo>
                <a:lnTo>
                  <a:pt x="3055201" y="2536367"/>
                </a:lnTo>
                <a:lnTo>
                  <a:pt x="3057067" y="2534501"/>
                </a:lnTo>
                <a:lnTo>
                  <a:pt x="3057525" y="2533383"/>
                </a:lnTo>
                <a:lnTo>
                  <a:pt x="3057525" y="2530754"/>
                </a:lnTo>
                <a:close/>
              </a:path>
              <a:path w="4914900" h="3173729">
                <a:moveTo>
                  <a:pt x="3057525" y="1898929"/>
                </a:moveTo>
                <a:lnTo>
                  <a:pt x="3057067" y="1897811"/>
                </a:lnTo>
                <a:lnTo>
                  <a:pt x="3055201" y="1895944"/>
                </a:lnTo>
                <a:lnTo>
                  <a:pt x="3054083" y="1895475"/>
                </a:lnTo>
                <a:lnTo>
                  <a:pt x="3051454" y="1895475"/>
                </a:lnTo>
                <a:lnTo>
                  <a:pt x="3050336" y="1895944"/>
                </a:lnTo>
                <a:lnTo>
                  <a:pt x="3048470" y="1897811"/>
                </a:lnTo>
                <a:lnTo>
                  <a:pt x="3048000" y="1898929"/>
                </a:lnTo>
                <a:lnTo>
                  <a:pt x="3048000" y="1901558"/>
                </a:lnTo>
                <a:lnTo>
                  <a:pt x="3048470" y="1902675"/>
                </a:lnTo>
                <a:lnTo>
                  <a:pt x="3050336" y="1904542"/>
                </a:lnTo>
                <a:lnTo>
                  <a:pt x="3051454" y="1905000"/>
                </a:lnTo>
                <a:lnTo>
                  <a:pt x="3054083" y="1905000"/>
                </a:lnTo>
                <a:lnTo>
                  <a:pt x="3055201" y="1904542"/>
                </a:lnTo>
                <a:lnTo>
                  <a:pt x="3057067" y="1902675"/>
                </a:lnTo>
                <a:lnTo>
                  <a:pt x="3057525" y="1901558"/>
                </a:lnTo>
                <a:lnTo>
                  <a:pt x="3057525" y="1898929"/>
                </a:lnTo>
                <a:close/>
              </a:path>
              <a:path w="4914900" h="3173729">
                <a:moveTo>
                  <a:pt x="3057525" y="1267104"/>
                </a:moveTo>
                <a:lnTo>
                  <a:pt x="3057067" y="1265986"/>
                </a:lnTo>
                <a:lnTo>
                  <a:pt x="3055201" y="1264119"/>
                </a:lnTo>
                <a:lnTo>
                  <a:pt x="3054083" y="1263650"/>
                </a:lnTo>
                <a:lnTo>
                  <a:pt x="3051454" y="1263650"/>
                </a:lnTo>
                <a:lnTo>
                  <a:pt x="3050336" y="1264119"/>
                </a:lnTo>
                <a:lnTo>
                  <a:pt x="3048470" y="1265986"/>
                </a:lnTo>
                <a:lnTo>
                  <a:pt x="3048000" y="1267104"/>
                </a:lnTo>
                <a:lnTo>
                  <a:pt x="3048000" y="1269733"/>
                </a:lnTo>
                <a:lnTo>
                  <a:pt x="3048470" y="1270850"/>
                </a:lnTo>
                <a:lnTo>
                  <a:pt x="3050336" y="1272717"/>
                </a:lnTo>
                <a:lnTo>
                  <a:pt x="3051454" y="1273175"/>
                </a:lnTo>
                <a:lnTo>
                  <a:pt x="3054083" y="1273175"/>
                </a:lnTo>
                <a:lnTo>
                  <a:pt x="3055201" y="1272717"/>
                </a:lnTo>
                <a:lnTo>
                  <a:pt x="3057067" y="1270850"/>
                </a:lnTo>
                <a:lnTo>
                  <a:pt x="3057525" y="1269733"/>
                </a:lnTo>
                <a:lnTo>
                  <a:pt x="3057525" y="1267104"/>
                </a:lnTo>
                <a:close/>
              </a:path>
              <a:path w="4914900" h="3173729">
                <a:moveTo>
                  <a:pt x="3057525" y="635279"/>
                </a:moveTo>
                <a:lnTo>
                  <a:pt x="3057067" y="634161"/>
                </a:lnTo>
                <a:lnTo>
                  <a:pt x="3055201" y="632294"/>
                </a:lnTo>
                <a:lnTo>
                  <a:pt x="3054083" y="631837"/>
                </a:lnTo>
                <a:lnTo>
                  <a:pt x="3051454" y="631837"/>
                </a:lnTo>
                <a:lnTo>
                  <a:pt x="3050336" y="632294"/>
                </a:lnTo>
                <a:lnTo>
                  <a:pt x="3048470" y="634161"/>
                </a:lnTo>
                <a:lnTo>
                  <a:pt x="3048000" y="635279"/>
                </a:lnTo>
                <a:lnTo>
                  <a:pt x="3048000" y="637908"/>
                </a:lnTo>
                <a:lnTo>
                  <a:pt x="3048470" y="639025"/>
                </a:lnTo>
                <a:lnTo>
                  <a:pt x="3050336" y="640892"/>
                </a:lnTo>
                <a:lnTo>
                  <a:pt x="3051454" y="641362"/>
                </a:lnTo>
                <a:lnTo>
                  <a:pt x="3054083" y="641362"/>
                </a:lnTo>
                <a:lnTo>
                  <a:pt x="3055201" y="640892"/>
                </a:lnTo>
                <a:lnTo>
                  <a:pt x="3057067" y="639025"/>
                </a:lnTo>
                <a:lnTo>
                  <a:pt x="3057525" y="637908"/>
                </a:lnTo>
                <a:lnTo>
                  <a:pt x="3057525" y="635279"/>
                </a:lnTo>
                <a:close/>
              </a:path>
              <a:path w="4914900" h="3173729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4914900" h="3173729">
                <a:moveTo>
                  <a:pt x="3105150" y="2530754"/>
                </a:moveTo>
                <a:lnTo>
                  <a:pt x="3104692" y="2529636"/>
                </a:lnTo>
                <a:lnTo>
                  <a:pt x="3102826" y="2527770"/>
                </a:lnTo>
                <a:lnTo>
                  <a:pt x="3101708" y="2527300"/>
                </a:lnTo>
                <a:lnTo>
                  <a:pt x="3099079" y="2527300"/>
                </a:lnTo>
                <a:lnTo>
                  <a:pt x="3097961" y="2527770"/>
                </a:lnTo>
                <a:lnTo>
                  <a:pt x="3096095" y="2529636"/>
                </a:lnTo>
                <a:lnTo>
                  <a:pt x="3095625" y="2530754"/>
                </a:lnTo>
                <a:lnTo>
                  <a:pt x="3095625" y="2533383"/>
                </a:lnTo>
                <a:lnTo>
                  <a:pt x="3096095" y="2534501"/>
                </a:lnTo>
                <a:lnTo>
                  <a:pt x="3097961" y="2536367"/>
                </a:lnTo>
                <a:lnTo>
                  <a:pt x="3099079" y="2536825"/>
                </a:lnTo>
                <a:lnTo>
                  <a:pt x="3101708" y="2536825"/>
                </a:lnTo>
                <a:lnTo>
                  <a:pt x="3102826" y="2536367"/>
                </a:lnTo>
                <a:lnTo>
                  <a:pt x="3104692" y="2534501"/>
                </a:lnTo>
                <a:lnTo>
                  <a:pt x="3105150" y="2533383"/>
                </a:lnTo>
                <a:lnTo>
                  <a:pt x="3105150" y="2530754"/>
                </a:lnTo>
                <a:close/>
              </a:path>
              <a:path w="4914900" h="3173729">
                <a:moveTo>
                  <a:pt x="3105150" y="1898929"/>
                </a:moveTo>
                <a:lnTo>
                  <a:pt x="3104692" y="1897811"/>
                </a:lnTo>
                <a:lnTo>
                  <a:pt x="3102826" y="1895944"/>
                </a:lnTo>
                <a:lnTo>
                  <a:pt x="3101708" y="1895475"/>
                </a:lnTo>
                <a:lnTo>
                  <a:pt x="3099079" y="1895475"/>
                </a:lnTo>
                <a:lnTo>
                  <a:pt x="3097961" y="1895944"/>
                </a:lnTo>
                <a:lnTo>
                  <a:pt x="3096095" y="1897811"/>
                </a:lnTo>
                <a:lnTo>
                  <a:pt x="3095625" y="1898929"/>
                </a:lnTo>
                <a:lnTo>
                  <a:pt x="3095625" y="1901558"/>
                </a:lnTo>
                <a:lnTo>
                  <a:pt x="3096095" y="1902675"/>
                </a:lnTo>
                <a:lnTo>
                  <a:pt x="3097961" y="1904542"/>
                </a:lnTo>
                <a:lnTo>
                  <a:pt x="3099079" y="1905000"/>
                </a:lnTo>
                <a:lnTo>
                  <a:pt x="3101708" y="1905000"/>
                </a:lnTo>
                <a:lnTo>
                  <a:pt x="3102826" y="1904542"/>
                </a:lnTo>
                <a:lnTo>
                  <a:pt x="3104692" y="1902675"/>
                </a:lnTo>
                <a:lnTo>
                  <a:pt x="3105150" y="1901558"/>
                </a:lnTo>
                <a:lnTo>
                  <a:pt x="3105150" y="1898929"/>
                </a:lnTo>
                <a:close/>
              </a:path>
              <a:path w="4914900" h="3173729">
                <a:moveTo>
                  <a:pt x="3105150" y="1267104"/>
                </a:moveTo>
                <a:lnTo>
                  <a:pt x="3104692" y="1265986"/>
                </a:lnTo>
                <a:lnTo>
                  <a:pt x="3102826" y="1264119"/>
                </a:lnTo>
                <a:lnTo>
                  <a:pt x="3101708" y="1263650"/>
                </a:lnTo>
                <a:lnTo>
                  <a:pt x="3099079" y="1263650"/>
                </a:lnTo>
                <a:lnTo>
                  <a:pt x="3097961" y="1264119"/>
                </a:lnTo>
                <a:lnTo>
                  <a:pt x="3096095" y="1265986"/>
                </a:lnTo>
                <a:lnTo>
                  <a:pt x="3095625" y="1267104"/>
                </a:lnTo>
                <a:lnTo>
                  <a:pt x="3095625" y="1269733"/>
                </a:lnTo>
                <a:lnTo>
                  <a:pt x="3096095" y="1270850"/>
                </a:lnTo>
                <a:lnTo>
                  <a:pt x="3097961" y="1272717"/>
                </a:lnTo>
                <a:lnTo>
                  <a:pt x="3099079" y="1273175"/>
                </a:lnTo>
                <a:lnTo>
                  <a:pt x="3101708" y="1273175"/>
                </a:lnTo>
                <a:lnTo>
                  <a:pt x="3102826" y="1272717"/>
                </a:lnTo>
                <a:lnTo>
                  <a:pt x="3104692" y="1270850"/>
                </a:lnTo>
                <a:lnTo>
                  <a:pt x="3105150" y="1269733"/>
                </a:lnTo>
                <a:lnTo>
                  <a:pt x="3105150" y="1267104"/>
                </a:lnTo>
                <a:close/>
              </a:path>
              <a:path w="4914900" h="3173729">
                <a:moveTo>
                  <a:pt x="3105150" y="635279"/>
                </a:moveTo>
                <a:lnTo>
                  <a:pt x="3104692" y="634161"/>
                </a:lnTo>
                <a:lnTo>
                  <a:pt x="3102826" y="632294"/>
                </a:lnTo>
                <a:lnTo>
                  <a:pt x="3101708" y="631837"/>
                </a:lnTo>
                <a:lnTo>
                  <a:pt x="3099079" y="631837"/>
                </a:lnTo>
                <a:lnTo>
                  <a:pt x="3097961" y="632294"/>
                </a:lnTo>
                <a:lnTo>
                  <a:pt x="3096095" y="634161"/>
                </a:lnTo>
                <a:lnTo>
                  <a:pt x="3095625" y="635279"/>
                </a:lnTo>
                <a:lnTo>
                  <a:pt x="3095625" y="637908"/>
                </a:lnTo>
                <a:lnTo>
                  <a:pt x="3096095" y="639025"/>
                </a:lnTo>
                <a:lnTo>
                  <a:pt x="3097961" y="640892"/>
                </a:lnTo>
                <a:lnTo>
                  <a:pt x="3099079" y="641362"/>
                </a:lnTo>
                <a:lnTo>
                  <a:pt x="3101708" y="641362"/>
                </a:lnTo>
                <a:lnTo>
                  <a:pt x="3102826" y="640892"/>
                </a:lnTo>
                <a:lnTo>
                  <a:pt x="3104692" y="639025"/>
                </a:lnTo>
                <a:lnTo>
                  <a:pt x="3105150" y="637908"/>
                </a:lnTo>
                <a:lnTo>
                  <a:pt x="3105150" y="635279"/>
                </a:lnTo>
                <a:close/>
              </a:path>
              <a:path w="4914900" h="3173729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4914900" h="3173729">
                <a:moveTo>
                  <a:pt x="3152775" y="2530754"/>
                </a:moveTo>
                <a:lnTo>
                  <a:pt x="3152317" y="2529636"/>
                </a:lnTo>
                <a:lnTo>
                  <a:pt x="3150451" y="2527770"/>
                </a:lnTo>
                <a:lnTo>
                  <a:pt x="3149333" y="2527300"/>
                </a:lnTo>
                <a:lnTo>
                  <a:pt x="3146704" y="2527300"/>
                </a:lnTo>
                <a:lnTo>
                  <a:pt x="3145586" y="2527770"/>
                </a:lnTo>
                <a:lnTo>
                  <a:pt x="3143720" y="2529636"/>
                </a:lnTo>
                <a:lnTo>
                  <a:pt x="3143250" y="2530754"/>
                </a:lnTo>
                <a:lnTo>
                  <a:pt x="3143250" y="2533383"/>
                </a:lnTo>
                <a:lnTo>
                  <a:pt x="3143720" y="2534501"/>
                </a:lnTo>
                <a:lnTo>
                  <a:pt x="3145586" y="2536367"/>
                </a:lnTo>
                <a:lnTo>
                  <a:pt x="3146704" y="2536825"/>
                </a:lnTo>
                <a:lnTo>
                  <a:pt x="3149333" y="2536825"/>
                </a:lnTo>
                <a:lnTo>
                  <a:pt x="3150451" y="2536367"/>
                </a:lnTo>
                <a:lnTo>
                  <a:pt x="3152317" y="2534501"/>
                </a:lnTo>
                <a:lnTo>
                  <a:pt x="3152775" y="2533383"/>
                </a:lnTo>
                <a:lnTo>
                  <a:pt x="3152775" y="2530754"/>
                </a:lnTo>
                <a:close/>
              </a:path>
              <a:path w="4914900" h="3173729">
                <a:moveTo>
                  <a:pt x="3152775" y="1898929"/>
                </a:moveTo>
                <a:lnTo>
                  <a:pt x="3152317" y="1897811"/>
                </a:lnTo>
                <a:lnTo>
                  <a:pt x="3150451" y="1895944"/>
                </a:lnTo>
                <a:lnTo>
                  <a:pt x="3149333" y="1895475"/>
                </a:lnTo>
                <a:lnTo>
                  <a:pt x="3146704" y="1895475"/>
                </a:lnTo>
                <a:lnTo>
                  <a:pt x="3145586" y="1895944"/>
                </a:lnTo>
                <a:lnTo>
                  <a:pt x="3143720" y="1897811"/>
                </a:lnTo>
                <a:lnTo>
                  <a:pt x="3143250" y="1898929"/>
                </a:lnTo>
                <a:lnTo>
                  <a:pt x="3143250" y="1901558"/>
                </a:lnTo>
                <a:lnTo>
                  <a:pt x="3143720" y="1902675"/>
                </a:lnTo>
                <a:lnTo>
                  <a:pt x="3145586" y="1904542"/>
                </a:lnTo>
                <a:lnTo>
                  <a:pt x="3146704" y="1905000"/>
                </a:lnTo>
                <a:lnTo>
                  <a:pt x="3149333" y="1905000"/>
                </a:lnTo>
                <a:lnTo>
                  <a:pt x="3150451" y="1904542"/>
                </a:lnTo>
                <a:lnTo>
                  <a:pt x="3152317" y="1902675"/>
                </a:lnTo>
                <a:lnTo>
                  <a:pt x="3152775" y="1901558"/>
                </a:lnTo>
                <a:lnTo>
                  <a:pt x="3152775" y="1898929"/>
                </a:lnTo>
                <a:close/>
              </a:path>
              <a:path w="4914900" h="3173729">
                <a:moveTo>
                  <a:pt x="3152775" y="1267104"/>
                </a:moveTo>
                <a:lnTo>
                  <a:pt x="3152317" y="1265986"/>
                </a:lnTo>
                <a:lnTo>
                  <a:pt x="3150451" y="1264119"/>
                </a:lnTo>
                <a:lnTo>
                  <a:pt x="3149333" y="1263650"/>
                </a:lnTo>
                <a:lnTo>
                  <a:pt x="3146704" y="1263650"/>
                </a:lnTo>
                <a:lnTo>
                  <a:pt x="3145586" y="1264119"/>
                </a:lnTo>
                <a:lnTo>
                  <a:pt x="3143720" y="1265986"/>
                </a:lnTo>
                <a:lnTo>
                  <a:pt x="3143250" y="1267104"/>
                </a:lnTo>
                <a:lnTo>
                  <a:pt x="3143250" y="1269733"/>
                </a:lnTo>
                <a:lnTo>
                  <a:pt x="3143720" y="1270850"/>
                </a:lnTo>
                <a:lnTo>
                  <a:pt x="3145586" y="1272717"/>
                </a:lnTo>
                <a:lnTo>
                  <a:pt x="3146704" y="1273175"/>
                </a:lnTo>
                <a:lnTo>
                  <a:pt x="3149333" y="1273175"/>
                </a:lnTo>
                <a:lnTo>
                  <a:pt x="3150451" y="1272717"/>
                </a:lnTo>
                <a:lnTo>
                  <a:pt x="3152317" y="1270850"/>
                </a:lnTo>
                <a:lnTo>
                  <a:pt x="3152775" y="1269733"/>
                </a:lnTo>
                <a:lnTo>
                  <a:pt x="3152775" y="1267104"/>
                </a:lnTo>
                <a:close/>
              </a:path>
              <a:path w="4914900" h="3173729">
                <a:moveTo>
                  <a:pt x="3152775" y="635279"/>
                </a:moveTo>
                <a:lnTo>
                  <a:pt x="3152317" y="634161"/>
                </a:lnTo>
                <a:lnTo>
                  <a:pt x="3150451" y="632294"/>
                </a:lnTo>
                <a:lnTo>
                  <a:pt x="3149333" y="631837"/>
                </a:lnTo>
                <a:lnTo>
                  <a:pt x="3146704" y="631837"/>
                </a:lnTo>
                <a:lnTo>
                  <a:pt x="3145586" y="632294"/>
                </a:lnTo>
                <a:lnTo>
                  <a:pt x="3143720" y="634161"/>
                </a:lnTo>
                <a:lnTo>
                  <a:pt x="3143250" y="635279"/>
                </a:lnTo>
                <a:lnTo>
                  <a:pt x="3143250" y="637908"/>
                </a:lnTo>
                <a:lnTo>
                  <a:pt x="3143720" y="639025"/>
                </a:lnTo>
                <a:lnTo>
                  <a:pt x="3145586" y="640892"/>
                </a:lnTo>
                <a:lnTo>
                  <a:pt x="3146704" y="641362"/>
                </a:lnTo>
                <a:lnTo>
                  <a:pt x="3149333" y="641362"/>
                </a:lnTo>
                <a:lnTo>
                  <a:pt x="3150451" y="640892"/>
                </a:lnTo>
                <a:lnTo>
                  <a:pt x="3152317" y="639025"/>
                </a:lnTo>
                <a:lnTo>
                  <a:pt x="3152775" y="637908"/>
                </a:lnTo>
                <a:lnTo>
                  <a:pt x="3152775" y="635279"/>
                </a:lnTo>
                <a:close/>
              </a:path>
              <a:path w="4914900" h="3173729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4914900" h="3173729">
                <a:moveTo>
                  <a:pt x="3200400" y="2530754"/>
                </a:moveTo>
                <a:lnTo>
                  <a:pt x="3199942" y="2529636"/>
                </a:lnTo>
                <a:lnTo>
                  <a:pt x="3198076" y="2527770"/>
                </a:lnTo>
                <a:lnTo>
                  <a:pt x="3196958" y="2527300"/>
                </a:lnTo>
                <a:lnTo>
                  <a:pt x="3194329" y="2527300"/>
                </a:lnTo>
                <a:lnTo>
                  <a:pt x="3193211" y="2527770"/>
                </a:lnTo>
                <a:lnTo>
                  <a:pt x="3191345" y="2529636"/>
                </a:lnTo>
                <a:lnTo>
                  <a:pt x="3190875" y="2530754"/>
                </a:lnTo>
                <a:lnTo>
                  <a:pt x="3190875" y="2533383"/>
                </a:lnTo>
                <a:lnTo>
                  <a:pt x="3191345" y="2534501"/>
                </a:lnTo>
                <a:lnTo>
                  <a:pt x="3193211" y="2536367"/>
                </a:lnTo>
                <a:lnTo>
                  <a:pt x="3194329" y="2536825"/>
                </a:lnTo>
                <a:lnTo>
                  <a:pt x="3196958" y="2536825"/>
                </a:lnTo>
                <a:lnTo>
                  <a:pt x="3198076" y="2536367"/>
                </a:lnTo>
                <a:lnTo>
                  <a:pt x="3199942" y="2534501"/>
                </a:lnTo>
                <a:lnTo>
                  <a:pt x="3200400" y="2533383"/>
                </a:lnTo>
                <a:lnTo>
                  <a:pt x="3200400" y="2530754"/>
                </a:lnTo>
                <a:close/>
              </a:path>
              <a:path w="4914900" h="3173729">
                <a:moveTo>
                  <a:pt x="3200400" y="1898929"/>
                </a:moveTo>
                <a:lnTo>
                  <a:pt x="3199942" y="1897811"/>
                </a:lnTo>
                <a:lnTo>
                  <a:pt x="3198076" y="1895944"/>
                </a:lnTo>
                <a:lnTo>
                  <a:pt x="3196958" y="1895475"/>
                </a:lnTo>
                <a:lnTo>
                  <a:pt x="3194329" y="1895475"/>
                </a:lnTo>
                <a:lnTo>
                  <a:pt x="3193211" y="1895944"/>
                </a:lnTo>
                <a:lnTo>
                  <a:pt x="3191345" y="1897811"/>
                </a:lnTo>
                <a:lnTo>
                  <a:pt x="3190875" y="1898929"/>
                </a:lnTo>
                <a:lnTo>
                  <a:pt x="3190875" y="1901558"/>
                </a:lnTo>
                <a:lnTo>
                  <a:pt x="3191345" y="1902675"/>
                </a:lnTo>
                <a:lnTo>
                  <a:pt x="3193211" y="1904542"/>
                </a:lnTo>
                <a:lnTo>
                  <a:pt x="3194329" y="1905000"/>
                </a:lnTo>
                <a:lnTo>
                  <a:pt x="3196958" y="1905000"/>
                </a:lnTo>
                <a:lnTo>
                  <a:pt x="3198076" y="1904542"/>
                </a:lnTo>
                <a:lnTo>
                  <a:pt x="3199942" y="1902675"/>
                </a:lnTo>
                <a:lnTo>
                  <a:pt x="3200400" y="1901558"/>
                </a:lnTo>
                <a:lnTo>
                  <a:pt x="3200400" y="1898929"/>
                </a:lnTo>
                <a:close/>
              </a:path>
              <a:path w="4914900" h="3173729">
                <a:moveTo>
                  <a:pt x="3200400" y="1267104"/>
                </a:moveTo>
                <a:lnTo>
                  <a:pt x="3199942" y="1265986"/>
                </a:lnTo>
                <a:lnTo>
                  <a:pt x="3198076" y="1264119"/>
                </a:lnTo>
                <a:lnTo>
                  <a:pt x="3196958" y="1263650"/>
                </a:lnTo>
                <a:lnTo>
                  <a:pt x="3194329" y="1263650"/>
                </a:lnTo>
                <a:lnTo>
                  <a:pt x="3193211" y="1264119"/>
                </a:lnTo>
                <a:lnTo>
                  <a:pt x="3191345" y="1265986"/>
                </a:lnTo>
                <a:lnTo>
                  <a:pt x="3190875" y="1267104"/>
                </a:lnTo>
                <a:lnTo>
                  <a:pt x="3190875" y="1269733"/>
                </a:lnTo>
                <a:lnTo>
                  <a:pt x="3191345" y="1270850"/>
                </a:lnTo>
                <a:lnTo>
                  <a:pt x="3193211" y="1272717"/>
                </a:lnTo>
                <a:lnTo>
                  <a:pt x="3194329" y="1273175"/>
                </a:lnTo>
                <a:lnTo>
                  <a:pt x="3196958" y="1273175"/>
                </a:lnTo>
                <a:lnTo>
                  <a:pt x="3198076" y="1272717"/>
                </a:lnTo>
                <a:lnTo>
                  <a:pt x="3199942" y="1270850"/>
                </a:lnTo>
                <a:lnTo>
                  <a:pt x="3200400" y="1269733"/>
                </a:lnTo>
                <a:lnTo>
                  <a:pt x="3200400" y="1267104"/>
                </a:lnTo>
                <a:close/>
              </a:path>
              <a:path w="4914900" h="3173729">
                <a:moveTo>
                  <a:pt x="3200400" y="635279"/>
                </a:moveTo>
                <a:lnTo>
                  <a:pt x="3199942" y="634161"/>
                </a:lnTo>
                <a:lnTo>
                  <a:pt x="3198076" y="632294"/>
                </a:lnTo>
                <a:lnTo>
                  <a:pt x="3196958" y="631837"/>
                </a:lnTo>
                <a:lnTo>
                  <a:pt x="3194329" y="631837"/>
                </a:lnTo>
                <a:lnTo>
                  <a:pt x="3193211" y="632294"/>
                </a:lnTo>
                <a:lnTo>
                  <a:pt x="3191345" y="634161"/>
                </a:lnTo>
                <a:lnTo>
                  <a:pt x="3190875" y="635279"/>
                </a:lnTo>
                <a:lnTo>
                  <a:pt x="3190875" y="637908"/>
                </a:lnTo>
                <a:lnTo>
                  <a:pt x="3191345" y="639025"/>
                </a:lnTo>
                <a:lnTo>
                  <a:pt x="3193211" y="640892"/>
                </a:lnTo>
                <a:lnTo>
                  <a:pt x="3194329" y="641362"/>
                </a:lnTo>
                <a:lnTo>
                  <a:pt x="3196958" y="641362"/>
                </a:lnTo>
                <a:lnTo>
                  <a:pt x="3198076" y="640892"/>
                </a:lnTo>
                <a:lnTo>
                  <a:pt x="3199942" y="639025"/>
                </a:lnTo>
                <a:lnTo>
                  <a:pt x="3200400" y="637908"/>
                </a:lnTo>
                <a:lnTo>
                  <a:pt x="3200400" y="635279"/>
                </a:lnTo>
                <a:close/>
              </a:path>
              <a:path w="4914900" h="3173729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4914900" h="3173729">
                <a:moveTo>
                  <a:pt x="3248025" y="2530754"/>
                </a:moveTo>
                <a:lnTo>
                  <a:pt x="3247567" y="2529636"/>
                </a:lnTo>
                <a:lnTo>
                  <a:pt x="3245701" y="2527770"/>
                </a:lnTo>
                <a:lnTo>
                  <a:pt x="3244583" y="2527300"/>
                </a:lnTo>
                <a:lnTo>
                  <a:pt x="3241954" y="2527300"/>
                </a:lnTo>
                <a:lnTo>
                  <a:pt x="3240836" y="2527770"/>
                </a:lnTo>
                <a:lnTo>
                  <a:pt x="3238970" y="2529636"/>
                </a:lnTo>
                <a:lnTo>
                  <a:pt x="3238500" y="2530754"/>
                </a:lnTo>
                <a:lnTo>
                  <a:pt x="3238500" y="2533383"/>
                </a:lnTo>
                <a:lnTo>
                  <a:pt x="3238970" y="2534501"/>
                </a:lnTo>
                <a:lnTo>
                  <a:pt x="3240836" y="2536367"/>
                </a:lnTo>
                <a:lnTo>
                  <a:pt x="3241954" y="2536825"/>
                </a:lnTo>
                <a:lnTo>
                  <a:pt x="3244583" y="2536825"/>
                </a:lnTo>
                <a:lnTo>
                  <a:pt x="3245701" y="2536367"/>
                </a:lnTo>
                <a:lnTo>
                  <a:pt x="3247567" y="2534501"/>
                </a:lnTo>
                <a:lnTo>
                  <a:pt x="3248025" y="2533383"/>
                </a:lnTo>
                <a:lnTo>
                  <a:pt x="3248025" y="2530754"/>
                </a:lnTo>
                <a:close/>
              </a:path>
              <a:path w="4914900" h="3173729">
                <a:moveTo>
                  <a:pt x="3248025" y="1898929"/>
                </a:moveTo>
                <a:lnTo>
                  <a:pt x="3247567" y="1897811"/>
                </a:lnTo>
                <a:lnTo>
                  <a:pt x="3245701" y="1895944"/>
                </a:lnTo>
                <a:lnTo>
                  <a:pt x="3244583" y="1895475"/>
                </a:lnTo>
                <a:lnTo>
                  <a:pt x="3241954" y="1895475"/>
                </a:lnTo>
                <a:lnTo>
                  <a:pt x="3240836" y="1895944"/>
                </a:lnTo>
                <a:lnTo>
                  <a:pt x="3238970" y="1897811"/>
                </a:lnTo>
                <a:lnTo>
                  <a:pt x="3238500" y="1898929"/>
                </a:lnTo>
                <a:lnTo>
                  <a:pt x="3238500" y="1901558"/>
                </a:lnTo>
                <a:lnTo>
                  <a:pt x="3238970" y="1902675"/>
                </a:lnTo>
                <a:lnTo>
                  <a:pt x="3240836" y="1904542"/>
                </a:lnTo>
                <a:lnTo>
                  <a:pt x="3241954" y="1905000"/>
                </a:lnTo>
                <a:lnTo>
                  <a:pt x="3244583" y="1905000"/>
                </a:lnTo>
                <a:lnTo>
                  <a:pt x="3245701" y="1904542"/>
                </a:lnTo>
                <a:lnTo>
                  <a:pt x="3247567" y="1902675"/>
                </a:lnTo>
                <a:lnTo>
                  <a:pt x="3248025" y="1901558"/>
                </a:lnTo>
                <a:lnTo>
                  <a:pt x="3248025" y="1898929"/>
                </a:lnTo>
                <a:close/>
              </a:path>
              <a:path w="4914900" h="3173729">
                <a:moveTo>
                  <a:pt x="3248025" y="1267104"/>
                </a:moveTo>
                <a:lnTo>
                  <a:pt x="3247567" y="1265986"/>
                </a:lnTo>
                <a:lnTo>
                  <a:pt x="3245701" y="1264119"/>
                </a:lnTo>
                <a:lnTo>
                  <a:pt x="3244583" y="1263650"/>
                </a:lnTo>
                <a:lnTo>
                  <a:pt x="3241954" y="1263650"/>
                </a:lnTo>
                <a:lnTo>
                  <a:pt x="3240836" y="1264119"/>
                </a:lnTo>
                <a:lnTo>
                  <a:pt x="3238970" y="1265986"/>
                </a:lnTo>
                <a:lnTo>
                  <a:pt x="3238500" y="1267104"/>
                </a:lnTo>
                <a:lnTo>
                  <a:pt x="3238500" y="1269733"/>
                </a:lnTo>
                <a:lnTo>
                  <a:pt x="3238970" y="1270850"/>
                </a:lnTo>
                <a:lnTo>
                  <a:pt x="3240836" y="1272717"/>
                </a:lnTo>
                <a:lnTo>
                  <a:pt x="3241954" y="1273175"/>
                </a:lnTo>
                <a:lnTo>
                  <a:pt x="3244583" y="1273175"/>
                </a:lnTo>
                <a:lnTo>
                  <a:pt x="3245701" y="1272717"/>
                </a:lnTo>
                <a:lnTo>
                  <a:pt x="3247567" y="1270850"/>
                </a:lnTo>
                <a:lnTo>
                  <a:pt x="3248025" y="1269733"/>
                </a:lnTo>
                <a:lnTo>
                  <a:pt x="3248025" y="1267104"/>
                </a:lnTo>
                <a:close/>
              </a:path>
              <a:path w="4914900" h="3173729">
                <a:moveTo>
                  <a:pt x="3248025" y="635279"/>
                </a:moveTo>
                <a:lnTo>
                  <a:pt x="3247567" y="634161"/>
                </a:lnTo>
                <a:lnTo>
                  <a:pt x="3245701" y="632294"/>
                </a:lnTo>
                <a:lnTo>
                  <a:pt x="3244583" y="631837"/>
                </a:lnTo>
                <a:lnTo>
                  <a:pt x="3241954" y="631837"/>
                </a:lnTo>
                <a:lnTo>
                  <a:pt x="3240836" y="632294"/>
                </a:lnTo>
                <a:lnTo>
                  <a:pt x="3238970" y="634161"/>
                </a:lnTo>
                <a:lnTo>
                  <a:pt x="3238500" y="635279"/>
                </a:lnTo>
                <a:lnTo>
                  <a:pt x="3238500" y="637908"/>
                </a:lnTo>
                <a:lnTo>
                  <a:pt x="3238970" y="639025"/>
                </a:lnTo>
                <a:lnTo>
                  <a:pt x="3240836" y="640892"/>
                </a:lnTo>
                <a:lnTo>
                  <a:pt x="3241954" y="641362"/>
                </a:lnTo>
                <a:lnTo>
                  <a:pt x="3244583" y="641362"/>
                </a:lnTo>
                <a:lnTo>
                  <a:pt x="3245701" y="640892"/>
                </a:lnTo>
                <a:lnTo>
                  <a:pt x="3247567" y="639025"/>
                </a:lnTo>
                <a:lnTo>
                  <a:pt x="3248025" y="637908"/>
                </a:lnTo>
                <a:lnTo>
                  <a:pt x="3248025" y="635279"/>
                </a:lnTo>
                <a:close/>
              </a:path>
              <a:path w="4914900" h="3173729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4914900" h="3173729">
                <a:moveTo>
                  <a:pt x="3295650" y="2530754"/>
                </a:moveTo>
                <a:lnTo>
                  <a:pt x="3295192" y="2529636"/>
                </a:lnTo>
                <a:lnTo>
                  <a:pt x="3293326" y="2527770"/>
                </a:lnTo>
                <a:lnTo>
                  <a:pt x="3292208" y="2527300"/>
                </a:lnTo>
                <a:lnTo>
                  <a:pt x="3289579" y="2527300"/>
                </a:lnTo>
                <a:lnTo>
                  <a:pt x="3288461" y="2527770"/>
                </a:lnTo>
                <a:lnTo>
                  <a:pt x="3286595" y="2529636"/>
                </a:lnTo>
                <a:lnTo>
                  <a:pt x="3286125" y="2530754"/>
                </a:lnTo>
                <a:lnTo>
                  <a:pt x="3286125" y="2533383"/>
                </a:lnTo>
                <a:lnTo>
                  <a:pt x="3286595" y="2534501"/>
                </a:lnTo>
                <a:lnTo>
                  <a:pt x="3288461" y="2536367"/>
                </a:lnTo>
                <a:lnTo>
                  <a:pt x="3289579" y="2536825"/>
                </a:lnTo>
                <a:lnTo>
                  <a:pt x="3292208" y="2536825"/>
                </a:lnTo>
                <a:lnTo>
                  <a:pt x="3293326" y="2536367"/>
                </a:lnTo>
                <a:lnTo>
                  <a:pt x="3295192" y="2534501"/>
                </a:lnTo>
                <a:lnTo>
                  <a:pt x="3295650" y="2533383"/>
                </a:lnTo>
                <a:lnTo>
                  <a:pt x="3295650" y="2530754"/>
                </a:lnTo>
                <a:close/>
              </a:path>
              <a:path w="4914900" h="3173729">
                <a:moveTo>
                  <a:pt x="3295650" y="1898929"/>
                </a:moveTo>
                <a:lnTo>
                  <a:pt x="3295192" y="1897811"/>
                </a:lnTo>
                <a:lnTo>
                  <a:pt x="3293326" y="1895944"/>
                </a:lnTo>
                <a:lnTo>
                  <a:pt x="3292208" y="1895475"/>
                </a:lnTo>
                <a:lnTo>
                  <a:pt x="3289579" y="1895475"/>
                </a:lnTo>
                <a:lnTo>
                  <a:pt x="3288461" y="1895944"/>
                </a:lnTo>
                <a:lnTo>
                  <a:pt x="3286595" y="1897811"/>
                </a:lnTo>
                <a:lnTo>
                  <a:pt x="3286125" y="1898929"/>
                </a:lnTo>
                <a:lnTo>
                  <a:pt x="3286125" y="1901558"/>
                </a:lnTo>
                <a:lnTo>
                  <a:pt x="3286595" y="1902675"/>
                </a:lnTo>
                <a:lnTo>
                  <a:pt x="3288461" y="1904542"/>
                </a:lnTo>
                <a:lnTo>
                  <a:pt x="3289579" y="1905000"/>
                </a:lnTo>
                <a:lnTo>
                  <a:pt x="3292208" y="1905000"/>
                </a:lnTo>
                <a:lnTo>
                  <a:pt x="3293326" y="1904542"/>
                </a:lnTo>
                <a:lnTo>
                  <a:pt x="3295192" y="1902675"/>
                </a:lnTo>
                <a:lnTo>
                  <a:pt x="3295650" y="1901558"/>
                </a:lnTo>
                <a:lnTo>
                  <a:pt x="3295650" y="1898929"/>
                </a:lnTo>
                <a:close/>
              </a:path>
              <a:path w="4914900" h="3173729">
                <a:moveTo>
                  <a:pt x="3295650" y="1267104"/>
                </a:moveTo>
                <a:lnTo>
                  <a:pt x="3295192" y="1265986"/>
                </a:lnTo>
                <a:lnTo>
                  <a:pt x="3293326" y="1264119"/>
                </a:lnTo>
                <a:lnTo>
                  <a:pt x="3292208" y="1263650"/>
                </a:lnTo>
                <a:lnTo>
                  <a:pt x="3289579" y="1263650"/>
                </a:lnTo>
                <a:lnTo>
                  <a:pt x="3288461" y="1264119"/>
                </a:lnTo>
                <a:lnTo>
                  <a:pt x="3286595" y="1265986"/>
                </a:lnTo>
                <a:lnTo>
                  <a:pt x="3286125" y="1267104"/>
                </a:lnTo>
                <a:lnTo>
                  <a:pt x="3286125" y="1269733"/>
                </a:lnTo>
                <a:lnTo>
                  <a:pt x="3286595" y="1270850"/>
                </a:lnTo>
                <a:lnTo>
                  <a:pt x="3288461" y="1272717"/>
                </a:lnTo>
                <a:lnTo>
                  <a:pt x="3289579" y="1273175"/>
                </a:lnTo>
                <a:lnTo>
                  <a:pt x="3292208" y="1273175"/>
                </a:lnTo>
                <a:lnTo>
                  <a:pt x="3293326" y="1272717"/>
                </a:lnTo>
                <a:lnTo>
                  <a:pt x="3295192" y="1270850"/>
                </a:lnTo>
                <a:lnTo>
                  <a:pt x="3295650" y="1269733"/>
                </a:lnTo>
                <a:lnTo>
                  <a:pt x="3295650" y="1267104"/>
                </a:lnTo>
                <a:close/>
              </a:path>
              <a:path w="4914900" h="3173729">
                <a:moveTo>
                  <a:pt x="3295650" y="635279"/>
                </a:moveTo>
                <a:lnTo>
                  <a:pt x="3295192" y="634161"/>
                </a:lnTo>
                <a:lnTo>
                  <a:pt x="3293326" y="632294"/>
                </a:lnTo>
                <a:lnTo>
                  <a:pt x="3292208" y="631837"/>
                </a:lnTo>
                <a:lnTo>
                  <a:pt x="3289579" y="631837"/>
                </a:lnTo>
                <a:lnTo>
                  <a:pt x="3288461" y="632294"/>
                </a:lnTo>
                <a:lnTo>
                  <a:pt x="3286595" y="634161"/>
                </a:lnTo>
                <a:lnTo>
                  <a:pt x="3286125" y="635279"/>
                </a:lnTo>
                <a:lnTo>
                  <a:pt x="3286125" y="637908"/>
                </a:lnTo>
                <a:lnTo>
                  <a:pt x="3286595" y="639025"/>
                </a:lnTo>
                <a:lnTo>
                  <a:pt x="3288461" y="640892"/>
                </a:lnTo>
                <a:lnTo>
                  <a:pt x="3289579" y="641362"/>
                </a:lnTo>
                <a:lnTo>
                  <a:pt x="3292208" y="641362"/>
                </a:lnTo>
                <a:lnTo>
                  <a:pt x="3293326" y="640892"/>
                </a:lnTo>
                <a:lnTo>
                  <a:pt x="3295192" y="639025"/>
                </a:lnTo>
                <a:lnTo>
                  <a:pt x="3295650" y="637908"/>
                </a:lnTo>
                <a:lnTo>
                  <a:pt x="3295650" y="635279"/>
                </a:lnTo>
                <a:close/>
              </a:path>
              <a:path w="4914900" h="3173729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4914900" h="3173729">
                <a:moveTo>
                  <a:pt x="3343275" y="2530754"/>
                </a:moveTo>
                <a:lnTo>
                  <a:pt x="3342817" y="2529636"/>
                </a:lnTo>
                <a:lnTo>
                  <a:pt x="3340951" y="2527770"/>
                </a:lnTo>
                <a:lnTo>
                  <a:pt x="3339833" y="2527300"/>
                </a:lnTo>
                <a:lnTo>
                  <a:pt x="3337204" y="2527300"/>
                </a:lnTo>
                <a:lnTo>
                  <a:pt x="3336086" y="2527770"/>
                </a:lnTo>
                <a:lnTo>
                  <a:pt x="3334220" y="2529636"/>
                </a:lnTo>
                <a:lnTo>
                  <a:pt x="3333750" y="2530754"/>
                </a:lnTo>
                <a:lnTo>
                  <a:pt x="3333750" y="2533383"/>
                </a:lnTo>
                <a:lnTo>
                  <a:pt x="3334220" y="2534501"/>
                </a:lnTo>
                <a:lnTo>
                  <a:pt x="3336086" y="2536367"/>
                </a:lnTo>
                <a:lnTo>
                  <a:pt x="3337204" y="2536825"/>
                </a:lnTo>
                <a:lnTo>
                  <a:pt x="3339833" y="2536825"/>
                </a:lnTo>
                <a:lnTo>
                  <a:pt x="3340951" y="2536367"/>
                </a:lnTo>
                <a:lnTo>
                  <a:pt x="3342817" y="2534501"/>
                </a:lnTo>
                <a:lnTo>
                  <a:pt x="3343275" y="2533383"/>
                </a:lnTo>
                <a:lnTo>
                  <a:pt x="3343275" y="2530754"/>
                </a:lnTo>
                <a:close/>
              </a:path>
              <a:path w="4914900" h="3173729">
                <a:moveTo>
                  <a:pt x="3343275" y="1898929"/>
                </a:moveTo>
                <a:lnTo>
                  <a:pt x="3342817" y="1897811"/>
                </a:lnTo>
                <a:lnTo>
                  <a:pt x="3340951" y="1895944"/>
                </a:lnTo>
                <a:lnTo>
                  <a:pt x="3339833" y="1895475"/>
                </a:lnTo>
                <a:lnTo>
                  <a:pt x="3337204" y="1895475"/>
                </a:lnTo>
                <a:lnTo>
                  <a:pt x="3336086" y="1895944"/>
                </a:lnTo>
                <a:lnTo>
                  <a:pt x="3334220" y="1897811"/>
                </a:lnTo>
                <a:lnTo>
                  <a:pt x="3333750" y="1898929"/>
                </a:lnTo>
                <a:lnTo>
                  <a:pt x="3333750" y="1901558"/>
                </a:lnTo>
                <a:lnTo>
                  <a:pt x="3334220" y="1902675"/>
                </a:lnTo>
                <a:lnTo>
                  <a:pt x="3336086" y="1904542"/>
                </a:lnTo>
                <a:lnTo>
                  <a:pt x="3337204" y="1905000"/>
                </a:lnTo>
                <a:lnTo>
                  <a:pt x="3339833" y="1905000"/>
                </a:lnTo>
                <a:lnTo>
                  <a:pt x="3340951" y="1904542"/>
                </a:lnTo>
                <a:lnTo>
                  <a:pt x="3342817" y="1902675"/>
                </a:lnTo>
                <a:lnTo>
                  <a:pt x="3343275" y="1901558"/>
                </a:lnTo>
                <a:lnTo>
                  <a:pt x="3343275" y="1898929"/>
                </a:lnTo>
                <a:close/>
              </a:path>
              <a:path w="4914900" h="3173729">
                <a:moveTo>
                  <a:pt x="3343275" y="1267104"/>
                </a:moveTo>
                <a:lnTo>
                  <a:pt x="3342817" y="1265986"/>
                </a:lnTo>
                <a:lnTo>
                  <a:pt x="3340951" y="1264119"/>
                </a:lnTo>
                <a:lnTo>
                  <a:pt x="3339833" y="1263650"/>
                </a:lnTo>
                <a:lnTo>
                  <a:pt x="3337204" y="1263650"/>
                </a:lnTo>
                <a:lnTo>
                  <a:pt x="3336086" y="1264119"/>
                </a:lnTo>
                <a:lnTo>
                  <a:pt x="3334220" y="1265986"/>
                </a:lnTo>
                <a:lnTo>
                  <a:pt x="3333750" y="1267104"/>
                </a:lnTo>
                <a:lnTo>
                  <a:pt x="3333750" y="1269733"/>
                </a:lnTo>
                <a:lnTo>
                  <a:pt x="3334220" y="1270850"/>
                </a:lnTo>
                <a:lnTo>
                  <a:pt x="3336086" y="1272717"/>
                </a:lnTo>
                <a:lnTo>
                  <a:pt x="3337204" y="1273175"/>
                </a:lnTo>
                <a:lnTo>
                  <a:pt x="3339833" y="1273175"/>
                </a:lnTo>
                <a:lnTo>
                  <a:pt x="3340951" y="1272717"/>
                </a:lnTo>
                <a:lnTo>
                  <a:pt x="3342817" y="1270850"/>
                </a:lnTo>
                <a:lnTo>
                  <a:pt x="3343275" y="1269733"/>
                </a:lnTo>
                <a:lnTo>
                  <a:pt x="3343275" y="1267104"/>
                </a:lnTo>
                <a:close/>
              </a:path>
              <a:path w="4914900" h="3173729">
                <a:moveTo>
                  <a:pt x="3343275" y="635279"/>
                </a:moveTo>
                <a:lnTo>
                  <a:pt x="3342817" y="634161"/>
                </a:lnTo>
                <a:lnTo>
                  <a:pt x="3340951" y="632294"/>
                </a:lnTo>
                <a:lnTo>
                  <a:pt x="3339833" y="631837"/>
                </a:lnTo>
                <a:lnTo>
                  <a:pt x="3337204" y="631837"/>
                </a:lnTo>
                <a:lnTo>
                  <a:pt x="3336086" y="632294"/>
                </a:lnTo>
                <a:lnTo>
                  <a:pt x="3334220" y="634161"/>
                </a:lnTo>
                <a:lnTo>
                  <a:pt x="3333750" y="635279"/>
                </a:lnTo>
                <a:lnTo>
                  <a:pt x="3333750" y="637908"/>
                </a:lnTo>
                <a:lnTo>
                  <a:pt x="3334220" y="639025"/>
                </a:lnTo>
                <a:lnTo>
                  <a:pt x="3336086" y="640892"/>
                </a:lnTo>
                <a:lnTo>
                  <a:pt x="3337204" y="641362"/>
                </a:lnTo>
                <a:lnTo>
                  <a:pt x="3339833" y="641362"/>
                </a:lnTo>
                <a:lnTo>
                  <a:pt x="3340951" y="640892"/>
                </a:lnTo>
                <a:lnTo>
                  <a:pt x="3342817" y="639025"/>
                </a:lnTo>
                <a:lnTo>
                  <a:pt x="3343275" y="637908"/>
                </a:lnTo>
                <a:lnTo>
                  <a:pt x="3343275" y="635279"/>
                </a:lnTo>
                <a:close/>
              </a:path>
              <a:path w="4914900" h="3173729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86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86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4914900" h="3173729">
                <a:moveTo>
                  <a:pt x="3390900" y="2530754"/>
                </a:moveTo>
                <a:lnTo>
                  <a:pt x="3390442" y="2529636"/>
                </a:lnTo>
                <a:lnTo>
                  <a:pt x="3388576" y="2527770"/>
                </a:lnTo>
                <a:lnTo>
                  <a:pt x="3387458" y="2527300"/>
                </a:lnTo>
                <a:lnTo>
                  <a:pt x="3384829" y="2527300"/>
                </a:lnTo>
                <a:lnTo>
                  <a:pt x="3383711" y="2527770"/>
                </a:lnTo>
                <a:lnTo>
                  <a:pt x="3381845" y="2529636"/>
                </a:lnTo>
                <a:lnTo>
                  <a:pt x="3381375" y="2530754"/>
                </a:lnTo>
                <a:lnTo>
                  <a:pt x="3381375" y="2533383"/>
                </a:lnTo>
                <a:lnTo>
                  <a:pt x="3381845" y="2534501"/>
                </a:lnTo>
                <a:lnTo>
                  <a:pt x="3383711" y="2536367"/>
                </a:lnTo>
                <a:lnTo>
                  <a:pt x="3384829" y="2536825"/>
                </a:lnTo>
                <a:lnTo>
                  <a:pt x="3387458" y="2536825"/>
                </a:lnTo>
                <a:lnTo>
                  <a:pt x="3388576" y="2536367"/>
                </a:lnTo>
                <a:lnTo>
                  <a:pt x="3390442" y="2534501"/>
                </a:lnTo>
                <a:lnTo>
                  <a:pt x="3390900" y="2533383"/>
                </a:lnTo>
                <a:lnTo>
                  <a:pt x="3390900" y="2530754"/>
                </a:lnTo>
                <a:close/>
              </a:path>
              <a:path w="4914900" h="3173729">
                <a:moveTo>
                  <a:pt x="3390900" y="1898929"/>
                </a:moveTo>
                <a:lnTo>
                  <a:pt x="3390442" y="1897811"/>
                </a:lnTo>
                <a:lnTo>
                  <a:pt x="3388576" y="1895944"/>
                </a:lnTo>
                <a:lnTo>
                  <a:pt x="3387458" y="1895475"/>
                </a:lnTo>
                <a:lnTo>
                  <a:pt x="3384829" y="1895475"/>
                </a:lnTo>
                <a:lnTo>
                  <a:pt x="3383711" y="1895944"/>
                </a:lnTo>
                <a:lnTo>
                  <a:pt x="3381845" y="1897811"/>
                </a:lnTo>
                <a:lnTo>
                  <a:pt x="3381375" y="1898929"/>
                </a:lnTo>
                <a:lnTo>
                  <a:pt x="3381375" y="1901558"/>
                </a:lnTo>
                <a:lnTo>
                  <a:pt x="3381845" y="1902675"/>
                </a:lnTo>
                <a:lnTo>
                  <a:pt x="3383711" y="1904542"/>
                </a:lnTo>
                <a:lnTo>
                  <a:pt x="3384829" y="1905000"/>
                </a:lnTo>
                <a:lnTo>
                  <a:pt x="3387458" y="1905000"/>
                </a:lnTo>
                <a:lnTo>
                  <a:pt x="3388576" y="1904542"/>
                </a:lnTo>
                <a:lnTo>
                  <a:pt x="3390442" y="1902675"/>
                </a:lnTo>
                <a:lnTo>
                  <a:pt x="3390900" y="1901558"/>
                </a:lnTo>
                <a:lnTo>
                  <a:pt x="3390900" y="1898929"/>
                </a:lnTo>
                <a:close/>
              </a:path>
              <a:path w="4914900" h="3173729">
                <a:moveTo>
                  <a:pt x="3390900" y="1267104"/>
                </a:moveTo>
                <a:lnTo>
                  <a:pt x="3390442" y="1265986"/>
                </a:lnTo>
                <a:lnTo>
                  <a:pt x="3388576" y="1264119"/>
                </a:lnTo>
                <a:lnTo>
                  <a:pt x="3387458" y="1263650"/>
                </a:lnTo>
                <a:lnTo>
                  <a:pt x="3384829" y="1263650"/>
                </a:lnTo>
                <a:lnTo>
                  <a:pt x="3383711" y="1264119"/>
                </a:lnTo>
                <a:lnTo>
                  <a:pt x="3381845" y="1265986"/>
                </a:lnTo>
                <a:lnTo>
                  <a:pt x="3381375" y="1267104"/>
                </a:lnTo>
                <a:lnTo>
                  <a:pt x="3381375" y="1269733"/>
                </a:lnTo>
                <a:lnTo>
                  <a:pt x="3381845" y="1270850"/>
                </a:lnTo>
                <a:lnTo>
                  <a:pt x="3383711" y="1272717"/>
                </a:lnTo>
                <a:lnTo>
                  <a:pt x="3384829" y="1273175"/>
                </a:lnTo>
                <a:lnTo>
                  <a:pt x="3387458" y="1273175"/>
                </a:lnTo>
                <a:lnTo>
                  <a:pt x="3388576" y="1272717"/>
                </a:lnTo>
                <a:lnTo>
                  <a:pt x="3390442" y="1270850"/>
                </a:lnTo>
                <a:lnTo>
                  <a:pt x="3390900" y="1269733"/>
                </a:lnTo>
                <a:lnTo>
                  <a:pt x="3390900" y="1267104"/>
                </a:lnTo>
                <a:close/>
              </a:path>
              <a:path w="4914900" h="3173729">
                <a:moveTo>
                  <a:pt x="3390900" y="635279"/>
                </a:moveTo>
                <a:lnTo>
                  <a:pt x="3390442" y="634161"/>
                </a:lnTo>
                <a:lnTo>
                  <a:pt x="3388576" y="632294"/>
                </a:lnTo>
                <a:lnTo>
                  <a:pt x="3387458" y="631837"/>
                </a:lnTo>
                <a:lnTo>
                  <a:pt x="3384829" y="631837"/>
                </a:lnTo>
                <a:lnTo>
                  <a:pt x="3383711" y="632294"/>
                </a:lnTo>
                <a:lnTo>
                  <a:pt x="3381845" y="634161"/>
                </a:lnTo>
                <a:lnTo>
                  <a:pt x="3381375" y="635279"/>
                </a:lnTo>
                <a:lnTo>
                  <a:pt x="3381375" y="637908"/>
                </a:lnTo>
                <a:lnTo>
                  <a:pt x="3381845" y="639025"/>
                </a:lnTo>
                <a:lnTo>
                  <a:pt x="3383711" y="640892"/>
                </a:lnTo>
                <a:lnTo>
                  <a:pt x="3384829" y="641362"/>
                </a:lnTo>
                <a:lnTo>
                  <a:pt x="3387458" y="641362"/>
                </a:lnTo>
                <a:lnTo>
                  <a:pt x="3388576" y="640892"/>
                </a:lnTo>
                <a:lnTo>
                  <a:pt x="3390442" y="639025"/>
                </a:lnTo>
                <a:lnTo>
                  <a:pt x="3390900" y="637908"/>
                </a:lnTo>
                <a:lnTo>
                  <a:pt x="3390900" y="635279"/>
                </a:lnTo>
                <a:close/>
              </a:path>
              <a:path w="4914900" h="3173729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711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711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4914900" h="3173729">
                <a:moveTo>
                  <a:pt x="3438525" y="2530754"/>
                </a:moveTo>
                <a:lnTo>
                  <a:pt x="3438067" y="2529636"/>
                </a:lnTo>
                <a:lnTo>
                  <a:pt x="3436201" y="2527770"/>
                </a:lnTo>
                <a:lnTo>
                  <a:pt x="3435083" y="2527300"/>
                </a:lnTo>
                <a:lnTo>
                  <a:pt x="3432454" y="2527300"/>
                </a:lnTo>
                <a:lnTo>
                  <a:pt x="3431336" y="2527770"/>
                </a:lnTo>
                <a:lnTo>
                  <a:pt x="3429470" y="2529636"/>
                </a:lnTo>
                <a:lnTo>
                  <a:pt x="3429000" y="2530754"/>
                </a:lnTo>
                <a:lnTo>
                  <a:pt x="3429000" y="2533383"/>
                </a:lnTo>
                <a:lnTo>
                  <a:pt x="3429470" y="2534501"/>
                </a:lnTo>
                <a:lnTo>
                  <a:pt x="3431336" y="2536367"/>
                </a:lnTo>
                <a:lnTo>
                  <a:pt x="3432454" y="2536825"/>
                </a:lnTo>
                <a:lnTo>
                  <a:pt x="3435083" y="2536825"/>
                </a:lnTo>
                <a:lnTo>
                  <a:pt x="3436201" y="2536367"/>
                </a:lnTo>
                <a:lnTo>
                  <a:pt x="3438067" y="2534501"/>
                </a:lnTo>
                <a:lnTo>
                  <a:pt x="3438525" y="2533383"/>
                </a:lnTo>
                <a:lnTo>
                  <a:pt x="3438525" y="2530754"/>
                </a:lnTo>
                <a:close/>
              </a:path>
              <a:path w="4914900" h="3173729">
                <a:moveTo>
                  <a:pt x="3438525" y="1898929"/>
                </a:moveTo>
                <a:lnTo>
                  <a:pt x="3438067" y="1897811"/>
                </a:lnTo>
                <a:lnTo>
                  <a:pt x="3436201" y="1895944"/>
                </a:lnTo>
                <a:lnTo>
                  <a:pt x="3435083" y="1895475"/>
                </a:lnTo>
                <a:lnTo>
                  <a:pt x="3432454" y="1895475"/>
                </a:lnTo>
                <a:lnTo>
                  <a:pt x="3431336" y="1895944"/>
                </a:lnTo>
                <a:lnTo>
                  <a:pt x="3429470" y="1897811"/>
                </a:lnTo>
                <a:lnTo>
                  <a:pt x="3429000" y="1898929"/>
                </a:lnTo>
                <a:lnTo>
                  <a:pt x="3429000" y="1901558"/>
                </a:lnTo>
                <a:lnTo>
                  <a:pt x="3429470" y="1902675"/>
                </a:lnTo>
                <a:lnTo>
                  <a:pt x="3431336" y="1904542"/>
                </a:lnTo>
                <a:lnTo>
                  <a:pt x="3432454" y="1905000"/>
                </a:lnTo>
                <a:lnTo>
                  <a:pt x="3435083" y="1905000"/>
                </a:lnTo>
                <a:lnTo>
                  <a:pt x="3436201" y="1904542"/>
                </a:lnTo>
                <a:lnTo>
                  <a:pt x="3438067" y="1902675"/>
                </a:lnTo>
                <a:lnTo>
                  <a:pt x="3438525" y="1901558"/>
                </a:lnTo>
                <a:lnTo>
                  <a:pt x="3438525" y="1898929"/>
                </a:lnTo>
                <a:close/>
              </a:path>
              <a:path w="4914900" h="3173729">
                <a:moveTo>
                  <a:pt x="3438525" y="1267104"/>
                </a:moveTo>
                <a:lnTo>
                  <a:pt x="3438067" y="1265986"/>
                </a:lnTo>
                <a:lnTo>
                  <a:pt x="3436201" y="1264119"/>
                </a:lnTo>
                <a:lnTo>
                  <a:pt x="3435083" y="1263650"/>
                </a:lnTo>
                <a:lnTo>
                  <a:pt x="3432454" y="1263650"/>
                </a:lnTo>
                <a:lnTo>
                  <a:pt x="3431336" y="1264119"/>
                </a:lnTo>
                <a:lnTo>
                  <a:pt x="3429470" y="1265986"/>
                </a:lnTo>
                <a:lnTo>
                  <a:pt x="3429000" y="1267104"/>
                </a:lnTo>
                <a:lnTo>
                  <a:pt x="3429000" y="1269733"/>
                </a:lnTo>
                <a:lnTo>
                  <a:pt x="3429470" y="1270850"/>
                </a:lnTo>
                <a:lnTo>
                  <a:pt x="3431336" y="1272717"/>
                </a:lnTo>
                <a:lnTo>
                  <a:pt x="3432454" y="1273175"/>
                </a:lnTo>
                <a:lnTo>
                  <a:pt x="3435083" y="1273175"/>
                </a:lnTo>
                <a:lnTo>
                  <a:pt x="3436201" y="1272717"/>
                </a:lnTo>
                <a:lnTo>
                  <a:pt x="3438067" y="1270850"/>
                </a:lnTo>
                <a:lnTo>
                  <a:pt x="3438525" y="1269733"/>
                </a:lnTo>
                <a:lnTo>
                  <a:pt x="3438525" y="1267104"/>
                </a:lnTo>
                <a:close/>
              </a:path>
              <a:path w="4914900" h="3173729">
                <a:moveTo>
                  <a:pt x="3438525" y="635279"/>
                </a:moveTo>
                <a:lnTo>
                  <a:pt x="3438067" y="634161"/>
                </a:lnTo>
                <a:lnTo>
                  <a:pt x="3436201" y="632294"/>
                </a:lnTo>
                <a:lnTo>
                  <a:pt x="3435083" y="631837"/>
                </a:lnTo>
                <a:lnTo>
                  <a:pt x="3432454" y="631837"/>
                </a:lnTo>
                <a:lnTo>
                  <a:pt x="3431336" y="632294"/>
                </a:lnTo>
                <a:lnTo>
                  <a:pt x="3429470" y="634161"/>
                </a:lnTo>
                <a:lnTo>
                  <a:pt x="3429000" y="635279"/>
                </a:lnTo>
                <a:lnTo>
                  <a:pt x="3429000" y="637908"/>
                </a:lnTo>
                <a:lnTo>
                  <a:pt x="3429470" y="639025"/>
                </a:lnTo>
                <a:lnTo>
                  <a:pt x="3431336" y="640892"/>
                </a:lnTo>
                <a:lnTo>
                  <a:pt x="3432454" y="641362"/>
                </a:lnTo>
                <a:lnTo>
                  <a:pt x="3435083" y="641362"/>
                </a:lnTo>
                <a:lnTo>
                  <a:pt x="3436201" y="640892"/>
                </a:lnTo>
                <a:lnTo>
                  <a:pt x="3438067" y="639025"/>
                </a:lnTo>
                <a:lnTo>
                  <a:pt x="3438525" y="637908"/>
                </a:lnTo>
                <a:lnTo>
                  <a:pt x="3438525" y="635279"/>
                </a:lnTo>
                <a:close/>
              </a:path>
              <a:path w="4914900" h="3173729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4914900" h="3173729">
                <a:moveTo>
                  <a:pt x="3486150" y="2530754"/>
                </a:moveTo>
                <a:lnTo>
                  <a:pt x="3485692" y="2529636"/>
                </a:lnTo>
                <a:lnTo>
                  <a:pt x="3483826" y="2527770"/>
                </a:lnTo>
                <a:lnTo>
                  <a:pt x="3482708" y="2527300"/>
                </a:lnTo>
                <a:lnTo>
                  <a:pt x="3480079" y="2527300"/>
                </a:lnTo>
                <a:lnTo>
                  <a:pt x="3478961" y="2527770"/>
                </a:lnTo>
                <a:lnTo>
                  <a:pt x="3477095" y="2529636"/>
                </a:lnTo>
                <a:lnTo>
                  <a:pt x="3476625" y="2530754"/>
                </a:lnTo>
                <a:lnTo>
                  <a:pt x="3476625" y="2533383"/>
                </a:lnTo>
                <a:lnTo>
                  <a:pt x="3477095" y="2534501"/>
                </a:lnTo>
                <a:lnTo>
                  <a:pt x="3478961" y="2536367"/>
                </a:lnTo>
                <a:lnTo>
                  <a:pt x="3480079" y="2536825"/>
                </a:lnTo>
                <a:lnTo>
                  <a:pt x="3482708" y="2536825"/>
                </a:lnTo>
                <a:lnTo>
                  <a:pt x="3483826" y="2536367"/>
                </a:lnTo>
                <a:lnTo>
                  <a:pt x="3485692" y="2534501"/>
                </a:lnTo>
                <a:lnTo>
                  <a:pt x="3486150" y="2533383"/>
                </a:lnTo>
                <a:lnTo>
                  <a:pt x="3486150" y="2530754"/>
                </a:lnTo>
                <a:close/>
              </a:path>
              <a:path w="4914900" h="3173729">
                <a:moveTo>
                  <a:pt x="3486150" y="1898929"/>
                </a:moveTo>
                <a:lnTo>
                  <a:pt x="3485692" y="1897811"/>
                </a:lnTo>
                <a:lnTo>
                  <a:pt x="3483826" y="1895944"/>
                </a:lnTo>
                <a:lnTo>
                  <a:pt x="3482708" y="1895475"/>
                </a:lnTo>
                <a:lnTo>
                  <a:pt x="3480079" y="1895475"/>
                </a:lnTo>
                <a:lnTo>
                  <a:pt x="3478961" y="1895944"/>
                </a:lnTo>
                <a:lnTo>
                  <a:pt x="3477095" y="1897811"/>
                </a:lnTo>
                <a:lnTo>
                  <a:pt x="3476625" y="1898929"/>
                </a:lnTo>
                <a:lnTo>
                  <a:pt x="3476625" y="1901558"/>
                </a:lnTo>
                <a:lnTo>
                  <a:pt x="3477095" y="1902675"/>
                </a:lnTo>
                <a:lnTo>
                  <a:pt x="3478961" y="1904542"/>
                </a:lnTo>
                <a:lnTo>
                  <a:pt x="3480079" y="1905000"/>
                </a:lnTo>
                <a:lnTo>
                  <a:pt x="3482708" y="1905000"/>
                </a:lnTo>
                <a:lnTo>
                  <a:pt x="3483826" y="1904542"/>
                </a:lnTo>
                <a:lnTo>
                  <a:pt x="3485692" y="1902675"/>
                </a:lnTo>
                <a:lnTo>
                  <a:pt x="3486150" y="1901558"/>
                </a:lnTo>
                <a:lnTo>
                  <a:pt x="3486150" y="1898929"/>
                </a:lnTo>
                <a:close/>
              </a:path>
              <a:path w="4914900" h="3173729">
                <a:moveTo>
                  <a:pt x="3486150" y="1267104"/>
                </a:moveTo>
                <a:lnTo>
                  <a:pt x="3485692" y="1265986"/>
                </a:lnTo>
                <a:lnTo>
                  <a:pt x="3483826" y="1264119"/>
                </a:lnTo>
                <a:lnTo>
                  <a:pt x="3482708" y="1263650"/>
                </a:lnTo>
                <a:lnTo>
                  <a:pt x="3480079" y="1263650"/>
                </a:lnTo>
                <a:lnTo>
                  <a:pt x="3478961" y="1264119"/>
                </a:lnTo>
                <a:lnTo>
                  <a:pt x="3477095" y="1265986"/>
                </a:lnTo>
                <a:lnTo>
                  <a:pt x="3476625" y="1267104"/>
                </a:lnTo>
                <a:lnTo>
                  <a:pt x="3476625" y="1269733"/>
                </a:lnTo>
                <a:lnTo>
                  <a:pt x="3477095" y="1270850"/>
                </a:lnTo>
                <a:lnTo>
                  <a:pt x="3478961" y="1272717"/>
                </a:lnTo>
                <a:lnTo>
                  <a:pt x="3480079" y="1273175"/>
                </a:lnTo>
                <a:lnTo>
                  <a:pt x="3482708" y="1273175"/>
                </a:lnTo>
                <a:lnTo>
                  <a:pt x="3483826" y="1272717"/>
                </a:lnTo>
                <a:lnTo>
                  <a:pt x="3485692" y="1270850"/>
                </a:lnTo>
                <a:lnTo>
                  <a:pt x="3486150" y="1269733"/>
                </a:lnTo>
                <a:lnTo>
                  <a:pt x="3486150" y="1267104"/>
                </a:lnTo>
                <a:close/>
              </a:path>
              <a:path w="4914900" h="3173729">
                <a:moveTo>
                  <a:pt x="3486150" y="635279"/>
                </a:moveTo>
                <a:lnTo>
                  <a:pt x="3485692" y="634161"/>
                </a:lnTo>
                <a:lnTo>
                  <a:pt x="3483826" y="632294"/>
                </a:lnTo>
                <a:lnTo>
                  <a:pt x="3482708" y="631837"/>
                </a:lnTo>
                <a:lnTo>
                  <a:pt x="3480079" y="631837"/>
                </a:lnTo>
                <a:lnTo>
                  <a:pt x="3478961" y="632294"/>
                </a:lnTo>
                <a:lnTo>
                  <a:pt x="3477095" y="634161"/>
                </a:lnTo>
                <a:lnTo>
                  <a:pt x="3476625" y="635279"/>
                </a:lnTo>
                <a:lnTo>
                  <a:pt x="3476625" y="637908"/>
                </a:lnTo>
                <a:lnTo>
                  <a:pt x="3477095" y="639025"/>
                </a:lnTo>
                <a:lnTo>
                  <a:pt x="3478961" y="640892"/>
                </a:lnTo>
                <a:lnTo>
                  <a:pt x="3480079" y="641362"/>
                </a:lnTo>
                <a:lnTo>
                  <a:pt x="3482708" y="641362"/>
                </a:lnTo>
                <a:lnTo>
                  <a:pt x="3483826" y="640892"/>
                </a:lnTo>
                <a:lnTo>
                  <a:pt x="3485692" y="639025"/>
                </a:lnTo>
                <a:lnTo>
                  <a:pt x="3486150" y="637908"/>
                </a:lnTo>
                <a:lnTo>
                  <a:pt x="3486150" y="635279"/>
                </a:lnTo>
                <a:close/>
              </a:path>
              <a:path w="4914900" h="3173729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4914900" h="3173729">
                <a:moveTo>
                  <a:pt x="3533775" y="2530754"/>
                </a:moveTo>
                <a:lnTo>
                  <a:pt x="3533317" y="2529636"/>
                </a:lnTo>
                <a:lnTo>
                  <a:pt x="3531451" y="2527770"/>
                </a:lnTo>
                <a:lnTo>
                  <a:pt x="3530333" y="2527300"/>
                </a:lnTo>
                <a:lnTo>
                  <a:pt x="3527704" y="2527300"/>
                </a:lnTo>
                <a:lnTo>
                  <a:pt x="3526586" y="2527770"/>
                </a:lnTo>
                <a:lnTo>
                  <a:pt x="3524720" y="2529636"/>
                </a:lnTo>
                <a:lnTo>
                  <a:pt x="3524250" y="2530754"/>
                </a:lnTo>
                <a:lnTo>
                  <a:pt x="3524250" y="2533383"/>
                </a:lnTo>
                <a:lnTo>
                  <a:pt x="3524720" y="2534501"/>
                </a:lnTo>
                <a:lnTo>
                  <a:pt x="3526586" y="2536367"/>
                </a:lnTo>
                <a:lnTo>
                  <a:pt x="3527704" y="2536825"/>
                </a:lnTo>
                <a:lnTo>
                  <a:pt x="3530333" y="2536825"/>
                </a:lnTo>
                <a:lnTo>
                  <a:pt x="3531451" y="2536367"/>
                </a:lnTo>
                <a:lnTo>
                  <a:pt x="3533317" y="2534501"/>
                </a:lnTo>
                <a:lnTo>
                  <a:pt x="3533775" y="2533383"/>
                </a:lnTo>
                <a:lnTo>
                  <a:pt x="3533775" y="2530754"/>
                </a:lnTo>
                <a:close/>
              </a:path>
              <a:path w="4914900" h="3173729">
                <a:moveTo>
                  <a:pt x="3533775" y="1898929"/>
                </a:moveTo>
                <a:lnTo>
                  <a:pt x="3533317" y="1897811"/>
                </a:lnTo>
                <a:lnTo>
                  <a:pt x="3531451" y="1895944"/>
                </a:lnTo>
                <a:lnTo>
                  <a:pt x="3530333" y="1895475"/>
                </a:lnTo>
                <a:lnTo>
                  <a:pt x="3527704" y="1895475"/>
                </a:lnTo>
                <a:lnTo>
                  <a:pt x="3526586" y="1895944"/>
                </a:lnTo>
                <a:lnTo>
                  <a:pt x="3524720" y="1897811"/>
                </a:lnTo>
                <a:lnTo>
                  <a:pt x="3524250" y="1898929"/>
                </a:lnTo>
                <a:lnTo>
                  <a:pt x="3524250" y="1901558"/>
                </a:lnTo>
                <a:lnTo>
                  <a:pt x="3524720" y="1902675"/>
                </a:lnTo>
                <a:lnTo>
                  <a:pt x="3526586" y="1904542"/>
                </a:lnTo>
                <a:lnTo>
                  <a:pt x="3527704" y="1905000"/>
                </a:lnTo>
                <a:lnTo>
                  <a:pt x="3530333" y="1905000"/>
                </a:lnTo>
                <a:lnTo>
                  <a:pt x="3531451" y="1904542"/>
                </a:lnTo>
                <a:lnTo>
                  <a:pt x="3533317" y="1902675"/>
                </a:lnTo>
                <a:lnTo>
                  <a:pt x="3533775" y="1901558"/>
                </a:lnTo>
                <a:lnTo>
                  <a:pt x="3533775" y="1898929"/>
                </a:lnTo>
                <a:close/>
              </a:path>
              <a:path w="4914900" h="3173729">
                <a:moveTo>
                  <a:pt x="3533775" y="1267104"/>
                </a:moveTo>
                <a:lnTo>
                  <a:pt x="3533317" y="1265986"/>
                </a:lnTo>
                <a:lnTo>
                  <a:pt x="3531451" y="1264119"/>
                </a:lnTo>
                <a:lnTo>
                  <a:pt x="3530333" y="1263650"/>
                </a:lnTo>
                <a:lnTo>
                  <a:pt x="3527704" y="1263650"/>
                </a:lnTo>
                <a:lnTo>
                  <a:pt x="3526586" y="1264119"/>
                </a:lnTo>
                <a:lnTo>
                  <a:pt x="3524720" y="1265986"/>
                </a:lnTo>
                <a:lnTo>
                  <a:pt x="3524250" y="1267104"/>
                </a:lnTo>
                <a:lnTo>
                  <a:pt x="3524250" y="1269733"/>
                </a:lnTo>
                <a:lnTo>
                  <a:pt x="3524720" y="1270850"/>
                </a:lnTo>
                <a:lnTo>
                  <a:pt x="3526586" y="1272717"/>
                </a:lnTo>
                <a:lnTo>
                  <a:pt x="3527704" y="1273175"/>
                </a:lnTo>
                <a:lnTo>
                  <a:pt x="3530333" y="1273175"/>
                </a:lnTo>
                <a:lnTo>
                  <a:pt x="3531451" y="1272717"/>
                </a:lnTo>
                <a:lnTo>
                  <a:pt x="3533317" y="1270850"/>
                </a:lnTo>
                <a:lnTo>
                  <a:pt x="3533775" y="1269733"/>
                </a:lnTo>
                <a:lnTo>
                  <a:pt x="3533775" y="1267104"/>
                </a:lnTo>
                <a:close/>
              </a:path>
              <a:path w="4914900" h="3173729">
                <a:moveTo>
                  <a:pt x="3533775" y="635279"/>
                </a:moveTo>
                <a:lnTo>
                  <a:pt x="3533317" y="634161"/>
                </a:lnTo>
                <a:lnTo>
                  <a:pt x="3531451" y="632294"/>
                </a:lnTo>
                <a:lnTo>
                  <a:pt x="3530333" y="631837"/>
                </a:lnTo>
                <a:lnTo>
                  <a:pt x="3527704" y="631837"/>
                </a:lnTo>
                <a:lnTo>
                  <a:pt x="3526586" y="632294"/>
                </a:lnTo>
                <a:lnTo>
                  <a:pt x="3524720" y="634161"/>
                </a:lnTo>
                <a:lnTo>
                  <a:pt x="3524250" y="635279"/>
                </a:lnTo>
                <a:lnTo>
                  <a:pt x="3524250" y="637908"/>
                </a:lnTo>
                <a:lnTo>
                  <a:pt x="3524720" y="639025"/>
                </a:lnTo>
                <a:lnTo>
                  <a:pt x="3526586" y="640892"/>
                </a:lnTo>
                <a:lnTo>
                  <a:pt x="3527704" y="641362"/>
                </a:lnTo>
                <a:lnTo>
                  <a:pt x="3530333" y="641362"/>
                </a:lnTo>
                <a:lnTo>
                  <a:pt x="3531451" y="640892"/>
                </a:lnTo>
                <a:lnTo>
                  <a:pt x="3533317" y="639025"/>
                </a:lnTo>
                <a:lnTo>
                  <a:pt x="3533775" y="637908"/>
                </a:lnTo>
                <a:lnTo>
                  <a:pt x="3533775" y="635279"/>
                </a:lnTo>
                <a:close/>
              </a:path>
              <a:path w="4914900" h="3173729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4914900" h="3173729">
                <a:moveTo>
                  <a:pt x="3581400" y="2530754"/>
                </a:moveTo>
                <a:lnTo>
                  <a:pt x="3580942" y="2529636"/>
                </a:lnTo>
                <a:lnTo>
                  <a:pt x="3579076" y="2527770"/>
                </a:lnTo>
                <a:lnTo>
                  <a:pt x="3577958" y="2527300"/>
                </a:lnTo>
                <a:lnTo>
                  <a:pt x="3575329" y="2527300"/>
                </a:lnTo>
                <a:lnTo>
                  <a:pt x="3574211" y="2527770"/>
                </a:lnTo>
                <a:lnTo>
                  <a:pt x="3572345" y="2529636"/>
                </a:lnTo>
                <a:lnTo>
                  <a:pt x="3571875" y="2530754"/>
                </a:lnTo>
                <a:lnTo>
                  <a:pt x="3571875" y="2533383"/>
                </a:lnTo>
                <a:lnTo>
                  <a:pt x="3572345" y="2534501"/>
                </a:lnTo>
                <a:lnTo>
                  <a:pt x="3574211" y="2536367"/>
                </a:lnTo>
                <a:lnTo>
                  <a:pt x="3575329" y="2536825"/>
                </a:lnTo>
                <a:lnTo>
                  <a:pt x="3577958" y="2536825"/>
                </a:lnTo>
                <a:lnTo>
                  <a:pt x="3579076" y="2536367"/>
                </a:lnTo>
                <a:lnTo>
                  <a:pt x="3580942" y="2534501"/>
                </a:lnTo>
                <a:lnTo>
                  <a:pt x="3581400" y="2533383"/>
                </a:lnTo>
                <a:lnTo>
                  <a:pt x="3581400" y="2530754"/>
                </a:lnTo>
                <a:close/>
              </a:path>
              <a:path w="4914900" h="3173729">
                <a:moveTo>
                  <a:pt x="3581400" y="1898929"/>
                </a:moveTo>
                <a:lnTo>
                  <a:pt x="3580942" y="1897811"/>
                </a:lnTo>
                <a:lnTo>
                  <a:pt x="3579076" y="1895944"/>
                </a:lnTo>
                <a:lnTo>
                  <a:pt x="3577958" y="1895475"/>
                </a:lnTo>
                <a:lnTo>
                  <a:pt x="3575329" y="1895475"/>
                </a:lnTo>
                <a:lnTo>
                  <a:pt x="3574211" y="1895944"/>
                </a:lnTo>
                <a:lnTo>
                  <a:pt x="3572345" y="1897811"/>
                </a:lnTo>
                <a:lnTo>
                  <a:pt x="3571875" y="1898929"/>
                </a:lnTo>
                <a:lnTo>
                  <a:pt x="3571875" y="1901558"/>
                </a:lnTo>
                <a:lnTo>
                  <a:pt x="3572345" y="1902675"/>
                </a:lnTo>
                <a:lnTo>
                  <a:pt x="3574211" y="1904542"/>
                </a:lnTo>
                <a:lnTo>
                  <a:pt x="3575329" y="1905000"/>
                </a:lnTo>
                <a:lnTo>
                  <a:pt x="3577958" y="1905000"/>
                </a:lnTo>
                <a:lnTo>
                  <a:pt x="3579076" y="1904542"/>
                </a:lnTo>
                <a:lnTo>
                  <a:pt x="3580942" y="1902675"/>
                </a:lnTo>
                <a:lnTo>
                  <a:pt x="3581400" y="1901558"/>
                </a:lnTo>
                <a:lnTo>
                  <a:pt x="3581400" y="1898929"/>
                </a:lnTo>
                <a:close/>
              </a:path>
              <a:path w="4914900" h="3173729">
                <a:moveTo>
                  <a:pt x="3581400" y="1267104"/>
                </a:moveTo>
                <a:lnTo>
                  <a:pt x="3580942" y="1265986"/>
                </a:lnTo>
                <a:lnTo>
                  <a:pt x="3579076" y="1264119"/>
                </a:lnTo>
                <a:lnTo>
                  <a:pt x="3577958" y="1263650"/>
                </a:lnTo>
                <a:lnTo>
                  <a:pt x="3575329" y="1263650"/>
                </a:lnTo>
                <a:lnTo>
                  <a:pt x="3574211" y="1264119"/>
                </a:lnTo>
                <a:lnTo>
                  <a:pt x="3572345" y="1265986"/>
                </a:lnTo>
                <a:lnTo>
                  <a:pt x="3571875" y="1267104"/>
                </a:lnTo>
                <a:lnTo>
                  <a:pt x="3571875" y="1269733"/>
                </a:lnTo>
                <a:lnTo>
                  <a:pt x="3572345" y="1270850"/>
                </a:lnTo>
                <a:lnTo>
                  <a:pt x="3574211" y="1272717"/>
                </a:lnTo>
                <a:lnTo>
                  <a:pt x="3575329" y="1273175"/>
                </a:lnTo>
                <a:lnTo>
                  <a:pt x="3577958" y="1273175"/>
                </a:lnTo>
                <a:lnTo>
                  <a:pt x="3579076" y="1272717"/>
                </a:lnTo>
                <a:lnTo>
                  <a:pt x="3580942" y="1270850"/>
                </a:lnTo>
                <a:lnTo>
                  <a:pt x="3581400" y="1269733"/>
                </a:lnTo>
                <a:lnTo>
                  <a:pt x="3581400" y="1267104"/>
                </a:lnTo>
                <a:close/>
              </a:path>
              <a:path w="4914900" h="3173729">
                <a:moveTo>
                  <a:pt x="3581400" y="635279"/>
                </a:moveTo>
                <a:lnTo>
                  <a:pt x="3580942" y="634161"/>
                </a:lnTo>
                <a:lnTo>
                  <a:pt x="3579076" y="632294"/>
                </a:lnTo>
                <a:lnTo>
                  <a:pt x="3577958" y="631837"/>
                </a:lnTo>
                <a:lnTo>
                  <a:pt x="3575329" y="631837"/>
                </a:lnTo>
                <a:lnTo>
                  <a:pt x="3574211" y="632294"/>
                </a:lnTo>
                <a:lnTo>
                  <a:pt x="3572345" y="634161"/>
                </a:lnTo>
                <a:lnTo>
                  <a:pt x="3571875" y="635279"/>
                </a:lnTo>
                <a:lnTo>
                  <a:pt x="3571875" y="637908"/>
                </a:lnTo>
                <a:lnTo>
                  <a:pt x="3572345" y="639025"/>
                </a:lnTo>
                <a:lnTo>
                  <a:pt x="3574211" y="640892"/>
                </a:lnTo>
                <a:lnTo>
                  <a:pt x="3575329" y="641362"/>
                </a:lnTo>
                <a:lnTo>
                  <a:pt x="3577958" y="641362"/>
                </a:lnTo>
                <a:lnTo>
                  <a:pt x="3579076" y="640892"/>
                </a:lnTo>
                <a:lnTo>
                  <a:pt x="3580942" y="639025"/>
                </a:lnTo>
                <a:lnTo>
                  <a:pt x="3581400" y="637908"/>
                </a:lnTo>
                <a:lnTo>
                  <a:pt x="3581400" y="635279"/>
                </a:lnTo>
                <a:close/>
              </a:path>
              <a:path w="4914900" h="3173729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4914900" h="3173729">
                <a:moveTo>
                  <a:pt x="3629025" y="2530754"/>
                </a:moveTo>
                <a:lnTo>
                  <a:pt x="3628567" y="2529636"/>
                </a:lnTo>
                <a:lnTo>
                  <a:pt x="3626701" y="2527770"/>
                </a:lnTo>
                <a:lnTo>
                  <a:pt x="3625583" y="2527300"/>
                </a:lnTo>
                <a:lnTo>
                  <a:pt x="3622954" y="2527300"/>
                </a:lnTo>
                <a:lnTo>
                  <a:pt x="3621836" y="2527770"/>
                </a:lnTo>
                <a:lnTo>
                  <a:pt x="3619970" y="2529636"/>
                </a:lnTo>
                <a:lnTo>
                  <a:pt x="3619500" y="2530754"/>
                </a:lnTo>
                <a:lnTo>
                  <a:pt x="3619500" y="2533383"/>
                </a:lnTo>
                <a:lnTo>
                  <a:pt x="3619970" y="2534501"/>
                </a:lnTo>
                <a:lnTo>
                  <a:pt x="3621836" y="2536367"/>
                </a:lnTo>
                <a:lnTo>
                  <a:pt x="3622954" y="2536825"/>
                </a:lnTo>
                <a:lnTo>
                  <a:pt x="3625583" y="2536825"/>
                </a:lnTo>
                <a:lnTo>
                  <a:pt x="3626701" y="2536367"/>
                </a:lnTo>
                <a:lnTo>
                  <a:pt x="3628567" y="2534501"/>
                </a:lnTo>
                <a:lnTo>
                  <a:pt x="3629025" y="2533383"/>
                </a:lnTo>
                <a:lnTo>
                  <a:pt x="3629025" y="2530754"/>
                </a:lnTo>
                <a:close/>
              </a:path>
              <a:path w="4914900" h="3173729">
                <a:moveTo>
                  <a:pt x="3629025" y="1898929"/>
                </a:moveTo>
                <a:lnTo>
                  <a:pt x="3628567" y="1897811"/>
                </a:lnTo>
                <a:lnTo>
                  <a:pt x="3626701" y="1895944"/>
                </a:lnTo>
                <a:lnTo>
                  <a:pt x="3625583" y="1895475"/>
                </a:lnTo>
                <a:lnTo>
                  <a:pt x="3622954" y="1895475"/>
                </a:lnTo>
                <a:lnTo>
                  <a:pt x="3621836" y="1895944"/>
                </a:lnTo>
                <a:lnTo>
                  <a:pt x="3619970" y="1897811"/>
                </a:lnTo>
                <a:lnTo>
                  <a:pt x="3619500" y="1898929"/>
                </a:lnTo>
                <a:lnTo>
                  <a:pt x="3619500" y="1901558"/>
                </a:lnTo>
                <a:lnTo>
                  <a:pt x="3619970" y="1902675"/>
                </a:lnTo>
                <a:lnTo>
                  <a:pt x="3621836" y="1904542"/>
                </a:lnTo>
                <a:lnTo>
                  <a:pt x="3622954" y="1905000"/>
                </a:lnTo>
                <a:lnTo>
                  <a:pt x="3625583" y="1905000"/>
                </a:lnTo>
                <a:lnTo>
                  <a:pt x="3626701" y="1904542"/>
                </a:lnTo>
                <a:lnTo>
                  <a:pt x="3628567" y="1902675"/>
                </a:lnTo>
                <a:lnTo>
                  <a:pt x="3629025" y="1901558"/>
                </a:lnTo>
                <a:lnTo>
                  <a:pt x="3629025" y="1898929"/>
                </a:lnTo>
                <a:close/>
              </a:path>
              <a:path w="4914900" h="3173729">
                <a:moveTo>
                  <a:pt x="3629025" y="1267104"/>
                </a:moveTo>
                <a:lnTo>
                  <a:pt x="3628567" y="1265986"/>
                </a:lnTo>
                <a:lnTo>
                  <a:pt x="3626701" y="1264119"/>
                </a:lnTo>
                <a:lnTo>
                  <a:pt x="3625583" y="1263650"/>
                </a:lnTo>
                <a:lnTo>
                  <a:pt x="3622954" y="1263650"/>
                </a:lnTo>
                <a:lnTo>
                  <a:pt x="3621836" y="1264119"/>
                </a:lnTo>
                <a:lnTo>
                  <a:pt x="3619970" y="1265986"/>
                </a:lnTo>
                <a:lnTo>
                  <a:pt x="3619500" y="1267104"/>
                </a:lnTo>
                <a:lnTo>
                  <a:pt x="3619500" y="1269733"/>
                </a:lnTo>
                <a:lnTo>
                  <a:pt x="3619970" y="1270850"/>
                </a:lnTo>
                <a:lnTo>
                  <a:pt x="3621836" y="1272717"/>
                </a:lnTo>
                <a:lnTo>
                  <a:pt x="3622954" y="1273175"/>
                </a:lnTo>
                <a:lnTo>
                  <a:pt x="3625583" y="1273175"/>
                </a:lnTo>
                <a:lnTo>
                  <a:pt x="3626701" y="1272717"/>
                </a:lnTo>
                <a:lnTo>
                  <a:pt x="3628567" y="1270850"/>
                </a:lnTo>
                <a:lnTo>
                  <a:pt x="3629025" y="1269733"/>
                </a:lnTo>
                <a:lnTo>
                  <a:pt x="3629025" y="1267104"/>
                </a:lnTo>
                <a:close/>
              </a:path>
              <a:path w="4914900" h="3173729">
                <a:moveTo>
                  <a:pt x="3629025" y="635279"/>
                </a:moveTo>
                <a:lnTo>
                  <a:pt x="3628567" y="634161"/>
                </a:lnTo>
                <a:lnTo>
                  <a:pt x="3626701" y="632294"/>
                </a:lnTo>
                <a:lnTo>
                  <a:pt x="3625583" y="631837"/>
                </a:lnTo>
                <a:lnTo>
                  <a:pt x="3622954" y="631837"/>
                </a:lnTo>
                <a:lnTo>
                  <a:pt x="3621836" y="632294"/>
                </a:lnTo>
                <a:lnTo>
                  <a:pt x="3619970" y="634161"/>
                </a:lnTo>
                <a:lnTo>
                  <a:pt x="3619500" y="635279"/>
                </a:lnTo>
                <a:lnTo>
                  <a:pt x="3619500" y="637908"/>
                </a:lnTo>
                <a:lnTo>
                  <a:pt x="3619970" y="639025"/>
                </a:lnTo>
                <a:lnTo>
                  <a:pt x="3621836" y="640892"/>
                </a:lnTo>
                <a:lnTo>
                  <a:pt x="3622954" y="641362"/>
                </a:lnTo>
                <a:lnTo>
                  <a:pt x="3625583" y="641362"/>
                </a:lnTo>
                <a:lnTo>
                  <a:pt x="3626701" y="640892"/>
                </a:lnTo>
                <a:lnTo>
                  <a:pt x="3628567" y="639025"/>
                </a:lnTo>
                <a:lnTo>
                  <a:pt x="3629025" y="637908"/>
                </a:lnTo>
                <a:lnTo>
                  <a:pt x="3629025" y="635279"/>
                </a:lnTo>
                <a:close/>
              </a:path>
              <a:path w="4914900" h="3173729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4914900" h="3173729">
                <a:moveTo>
                  <a:pt x="3676650" y="2530754"/>
                </a:moveTo>
                <a:lnTo>
                  <a:pt x="3676192" y="2529636"/>
                </a:lnTo>
                <a:lnTo>
                  <a:pt x="3674326" y="2527770"/>
                </a:lnTo>
                <a:lnTo>
                  <a:pt x="3673208" y="2527300"/>
                </a:lnTo>
                <a:lnTo>
                  <a:pt x="3670579" y="2527300"/>
                </a:lnTo>
                <a:lnTo>
                  <a:pt x="3669461" y="2527770"/>
                </a:lnTo>
                <a:lnTo>
                  <a:pt x="3667595" y="2529636"/>
                </a:lnTo>
                <a:lnTo>
                  <a:pt x="3667125" y="2530754"/>
                </a:lnTo>
                <a:lnTo>
                  <a:pt x="3667125" y="2533383"/>
                </a:lnTo>
                <a:lnTo>
                  <a:pt x="3667595" y="2534501"/>
                </a:lnTo>
                <a:lnTo>
                  <a:pt x="3669461" y="2536367"/>
                </a:lnTo>
                <a:lnTo>
                  <a:pt x="3670579" y="2536825"/>
                </a:lnTo>
                <a:lnTo>
                  <a:pt x="3673208" y="2536825"/>
                </a:lnTo>
                <a:lnTo>
                  <a:pt x="3674326" y="2536367"/>
                </a:lnTo>
                <a:lnTo>
                  <a:pt x="3676192" y="2534501"/>
                </a:lnTo>
                <a:lnTo>
                  <a:pt x="3676650" y="2533383"/>
                </a:lnTo>
                <a:lnTo>
                  <a:pt x="3676650" y="2530754"/>
                </a:lnTo>
                <a:close/>
              </a:path>
              <a:path w="4914900" h="3173729">
                <a:moveTo>
                  <a:pt x="3676650" y="1898929"/>
                </a:moveTo>
                <a:lnTo>
                  <a:pt x="3676192" y="1897811"/>
                </a:lnTo>
                <a:lnTo>
                  <a:pt x="3674326" y="1895944"/>
                </a:lnTo>
                <a:lnTo>
                  <a:pt x="3673208" y="1895475"/>
                </a:lnTo>
                <a:lnTo>
                  <a:pt x="3670579" y="1895475"/>
                </a:lnTo>
                <a:lnTo>
                  <a:pt x="3669461" y="1895944"/>
                </a:lnTo>
                <a:lnTo>
                  <a:pt x="3667595" y="1897811"/>
                </a:lnTo>
                <a:lnTo>
                  <a:pt x="3667125" y="1898929"/>
                </a:lnTo>
                <a:lnTo>
                  <a:pt x="3667125" y="1901558"/>
                </a:lnTo>
                <a:lnTo>
                  <a:pt x="3667595" y="1902675"/>
                </a:lnTo>
                <a:lnTo>
                  <a:pt x="3669461" y="1904542"/>
                </a:lnTo>
                <a:lnTo>
                  <a:pt x="3670579" y="1905000"/>
                </a:lnTo>
                <a:lnTo>
                  <a:pt x="3673208" y="1905000"/>
                </a:lnTo>
                <a:lnTo>
                  <a:pt x="3674326" y="1904542"/>
                </a:lnTo>
                <a:lnTo>
                  <a:pt x="3676192" y="1902675"/>
                </a:lnTo>
                <a:lnTo>
                  <a:pt x="3676650" y="1901558"/>
                </a:lnTo>
                <a:lnTo>
                  <a:pt x="3676650" y="1898929"/>
                </a:lnTo>
                <a:close/>
              </a:path>
              <a:path w="4914900" h="3173729">
                <a:moveTo>
                  <a:pt x="3676650" y="1267104"/>
                </a:moveTo>
                <a:lnTo>
                  <a:pt x="3676192" y="1265986"/>
                </a:lnTo>
                <a:lnTo>
                  <a:pt x="3674326" y="1264119"/>
                </a:lnTo>
                <a:lnTo>
                  <a:pt x="3673208" y="1263650"/>
                </a:lnTo>
                <a:lnTo>
                  <a:pt x="3670579" y="1263650"/>
                </a:lnTo>
                <a:lnTo>
                  <a:pt x="3669461" y="1264119"/>
                </a:lnTo>
                <a:lnTo>
                  <a:pt x="3667595" y="1265986"/>
                </a:lnTo>
                <a:lnTo>
                  <a:pt x="3667125" y="1267104"/>
                </a:lnTo>
                <a:lnTo>
                  <a:pt x="3667125" y="1269733"/>
                </a:lnTo>
                <a:lnTo>
                  <a:pt x="3667595" y="1270850"/>
                </a:lnTo>
                <a:lnTo>
                  <a:pt x="3669461" y="1272717"/>
                </a:lnTo>
                <a:lnTo>
                  <a:pt x="3670579" y="1273175"/>
                </a:lnTo>
                <a:lnTo>
                  <a:pt x="3673208" y="1273175"/>
                </a:lnTo>
                <a:lnTo>
                  <a:pt x="3674326" y="1272717"/>
                </a:lnTo>
                <a:lnTo>
                  <a:pt x="3676192" y="1270850"/>
                </a:lnTo>
                <a:lnTo>
                  <a:pt x="3676650" y="1269733"/>
                </a:lnTo>
                <a:lnTo>
                  <a:pt x="3676650" y="1267104"/>
                </a:lnTo>
                <a:close/>
              </a:path>
              <a:path w="4914900" h="3173729">
                <a:moveTo>
                  <a:pt x="3676650" y="635279"/>
                </a:moveTo>
                <a:lnTo>
                  <a:pt x="3676192" y="634161"/>
                </a:lnTo>
                <a:lnTo>
                  <a:pt x="3674326" y="632294"/>
                </a:lnTo>
                <a:lnTo>
                  <a:pt x="3673208" y="631837"/>
                </a:lnTo>
                <a:lnTo>
                  <a:pt x="3670579" y="631837"/>
                </a:lnTo>
                <a:lnTo>
                  <a:pt x="3669461" y="632294"/>
                </a:lnTo>
                <a:lnTo>
                  <a:pt x="3667595" y="634161"/>
                </a:lnTo>
                <a:lnTo>
                  <a:pt x="3667125" y="635279"/>
                </a:lnTo>
                <a:lnTo>
                  <a:pt x="3667125" y="637908"/>
                </a:lnTo>
                <a:lnTo>
                  <a:pt x="3667595" y="639025"/>
                </a:lnTo>
                <a:lnTo>
                  <a:pt x="3669461" y="640892"/>
                </a:lnTo>
                <a:lnTo>
                  <a:pt x="3670579" y="641362"/>
                </a:lnTo>
                <a:lnTo>
                  <a:pt x="3673208" y="641362"/>
                </a:lnTo>
                <a:lnTo>
                  <a:pt x="3674326" y="640892"/>
                </a:lnTo>
                <a:lnTo>
                  <a:pt x="3676192" y="639025"/>
                </a:lnTo>
                <a:lnTo>
                  <a:pt x="3676650" y="637908"/>
                </a:lnTo>
                <a:lnTo>
                  <a:pt x="3676650" y="635279"/>
                </a:lnTo>
                <a:close/>
              </a:path>
              <a:path w="4914900" h="3173729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4914900" h="3173729">
                <a:moveTo>
                  <a:pt x="3724275" y="2530754"/>
                </a:moveTo>
                <a:lnTo>
                  <a:pt x="3723817" y="2529636"/>
                </a:lnTo>
                <a:lnTo>
                  <a:pt x="3721951" y="2527770"/>
                </a:lnTo>
                <a:lnTo>
                  <a:pt x="3720833" y="2527300"/>
                </a:lnTo>
                <a:lnTo>
                  <a:pt x="3718204" y="2527300"/>
                </a:lnTo>
                <a:lnTo>
                  <a:pt x="3717086" y="2527770"/>
                </a:lnTo>
                <a:lnTo>
                  <a:pt x="3715220" y="2529636"/>
                </a:lnTo>
                <a:lnTo>
                  <a:pt x="3714750" y="2530754"/>
                </a:lnTo>
                <a:lnTo>
                  <a:pt x="3714750" y="2533383"/>
                </a:lnTo>
                <a:lnTo>
                  <a:pt x="3715220" y="2534501"/>
                </a:lnTo>
                <a:lnTo>
                  <a:pt x="3717086" y="2536367"/>
                </a:lnTo>
                <a:lnTo>
                  <a:pt x="3718204" y="2536825"/>
                </a:lnTo>
                <a:lnTo>
                  <a:pt x="3720833" y="2536825"/>
                </a:lnTo>
                <a:lnTo>
                  <a:pt x="3721951" y="2536367"/>
                </a:lnTo>
                <a:lnTo>
                  <a:pt x="3723817" y="2534501"/>
                </a:lnTo>
                <a:lnTo>
                  <a:pt x="3724275" y="2533383"/>
                </a:lnTo>
                <a:lnTo>
                  <a:pt x="3724275" y="2530754"/>
                </a:lnTo>
                <a:close/>
              </a:path>
              <a:path w="4914900" h="3173729">
                <a:moveTo>
                  <a:pt x="3724275" y="1898929"/>
                </a:moveTo>
                <a:lnTo>
                  <a:pt x="3723817" y="1897811"/>
                </a:lnTo>
                <a:lnTo>
                  <a:pt x="3721951" y="1895944"/>
                </a:lnTo>
                <a:lnTo>
                  <a:pt x="3720833" y="1895475"/>
                </a:lnTo>
                <a:lnTo>
                  <a:pt x="3718204" y="1895475"/>
                </a:lnTo>
                <a:lnTo>
                  <a:pt x="3717086" y="1895944"/>
                </a:lnTo>
                <a:lnTo>
                  <a:pt x="3715220" y="1897811"/>
                </a:lnTo>
                <a:lnTo>
                  <a:pt x="3714750" y="1898929"/>
                </a:lnTo>
                <a:lnTo>
                  <a:pt x="3714750" y="1901558"/>
                </a:lnTo>
                <a:lnTo>
                  <a:pt x="3715220" y="1902675"/>
                </a:lnTo>
                <a:lnTo>
                  <a:pt x="3717086" y="1904542"/>
                </a:lnTo>
                <a:lnTo>
                  <a:pt x="3718204" y="1905000"/>
                </a:lnTo>
                <a:lnTo>
                  <a:pt x="3720833" y="1905000"/>
                </a:lnTo>
                <a:lnTo>
                  <a:pt x="3721951" y="1904542"/>
                </a:lnTo>
                <a:lnTo>
                  <a:pt x="3723817" y="1902675"/>
                </a:lnTo>
                <a:lnTo>
                  <a:pt x="3724275" y="1901558"/>
                </a:lnTo>
                <a:lnTo>
                  <a:pt x="3724275" y="1898929"/>
                </a:lnTo>
                <a:close/>
              </a:path>
              <a:path w="4914900" h="3173729">
                <a:moveTo>
                  <a:pt x="3724275" y="1267104"/>
                </a:moveTo>
                <a:lnTo>
                  <a:pt x="3723817" y="1265986"/>
                </a:lnTo>
                <a:lnTo>
                  <a:pt x="3721951" y="1264119"/>
                </a:lnTo>
                <a:lnTo>
                  <a:pt x="3720833" y="1263650"/>
                </a:lnTo>
                <a:lnTo>
                  <a:pt x="3718204" y="1263650"/>
                </a:lnTo>
                <a:lnTo>
                  <a:pt x="3717086" y="1264119"/>
                </a:lnTo>
                <a:lnTo>
                  <a:pt x="3715220" y="1265986"/>
                </a:lnTo>
                <a:lnTo>
                  <a:pt x="3714750" y="1267104"/>
                </a:lnTo>
                <a:lnTo>
                  <a:pt x="3714750" y="1269733"/>
                </a:lnTo>
                <a:lnTo>
                  <a:pt x="3715220" y="1270850"/>
                </a:lnTo>
                <a:lnTo>
                  <a:pt x="3717086" y="1272717"/>
                </a:lnTo>
                <a:lnTo>
                  <a:pt x="3718204" y="1273175"/>
                </a:lnTo>
                <a:lnTo>
                  <a:pt x="3720833" y="1273175"/>
                </a:lnTo>
                <a:lnTo>
                  <a:pt x="3721951" y="1272717"/>
                </a:lnTo>
                <a:lnTo>
                  <a:pt x="3723817" y="1270850"/>
                </a:lnTo>
                <a:lnTo>
                  <a:pt x="3724275" y="1269733"/>
                </a:lnTo>
                <a:lnTo>
                  <a:pt x="3724275" y="1267104"/>
                </a:lnTo>
                <a:close/>
              </a:path>
              <a:path w="4914900" h="3173729">
                <a:moveTo>
                  <a:pt x="3724275" y="635279"/>
                </a:moveTo>
                <a:lnTo>
                  <a:pt x="3723817" y="634161"/>
                </a:lnTo>
                <a:lnTo>
                  <a:pt x="3721951" y="632294"/>
                </a:lnTo>
                <a:lnTo>
                  <a:pt x="3720833" y="631837"/>
                </a:lnTo>
                <a:lnTo>
                  <a:pt x="3718204" y="631837"/>
                </a:lnTo>
                <a:lnTo>
                  <a:pt x="3717086" y="632294"/>
                </a:lnTo>
                <a:lnTo>
                  <a:pt x="3715220" y="634161"/>
                </a:lnTo>
                <a:lnTo>
                  <a:pt x="3714750" y="635279"/>
                </a:lnTo>
                <a:lnTo>
                  <a:pt x="3714750" y="637908"/>
                </a:lnTo>
                <a:lnTo>
                  <a:pt x="3715220" y="639025"/>
                </a:lnTo>
                <a:lnTo>
                  <a:pt x="3717086" y="640892"/>
                </a:lnTo>
                <a:lnTo>
                  <a:pt x="3718204" y="641362"/>
                </a:lnTo>
                <a:lnTo>
                  <a:pt x="3720833" y="641362"/>
                </a:lnTo>
                <a:lnTo>
                  <a:pt x="3721951" y="640892"/>
                </a:lnTo>
                <a:lnTo>
                  <a:pt x="3723817" y="639025"/>
                </a:lnTo>
                <a:lnTo>
                  <a:pt x="3724275" y="637908"/>
                </a:lnTo>
                <a:lnTo>
                  <a:pt x="3724275" y="635279"/>
                </a:lnTo>
                <a:close/>
              </a:path>
              <a:path w="4914900" h="3173729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4914900" h="3173729">
                <a:moveTo>
                  <a:pt x="3771900" y="2530754"/>
                </a:moveTo>
                <a:lnTo>
                  <a:pt x="3771442" y="2529636"/>
                </a:lnTo>
                <a:lnTo>
                  <a:pt x="3769576" y="2527770"/>
                </a:lnTo>
                <a:lnTo>
                  <a:pt x="3768458" y="2527300"/>
                </a:lnTo>
                <a:lnTo>
                  <a:pt x="3765829" y="2527300"/>
                </a:lnTo>
                <a:lnTo>
                  <a:pt x="3764711" y="2527770"/>
                </a:lnTo>
                <a:lnTo>
                  <a:pt x="3762845" y="2529636"/>
                </a:lnTo>
                <a:lnTo>
                  <a:pt x="3762375" y="2530754"/>
                </a:lnTo>
                <a:lnTo>
                  <a:pt x="3762375" y="2533383"/>
                </a:lnTo>
                <a:lnTo>
                  <a:pt x="3762845" y="2534501"/>
                </a:lnTo>
                <a:lnTo>
                  <a:pt x="3764711" y="2536367"/>
                </a:lnTo>
                <a:lnTo>
                  <a:pt x="3765829" y="2536825"/>
                </a:lnTo>
                <a:lnTo>
                  <a:pt x="3768458" y="2536825"/>
                </a:lnTo>
                <a:lnTo>
                  <a:pt x="3769576" y="2536367"/>
                </a:lnTo>
                <a:lnTo>
                  <a:pt x="3771442" y="2534501"/>
                </a:lnTo>
                <a:lnTo>
                  <a:pt x="3771900" y="2533383"/>
                </a:lnTo>
                <a:lnTo>
                  <a:pt x="3771900" y="2530754"/>
                </a:lnTo>
                <a:close/>
              </a:path>
              <a:path w="4914900" h="3173729">
                <a:moveTo>
                  <a:pt x="3771900" y="1898929"/>
                </a:moveTo>
                <a:lnTo>
                  <a:pt x="3771442" y="1897811"/>
                </a:lnTo>
                <a:lnTo>
                  <a:pt x="3769576" y="1895944"/>
                </a:lnTo>
                <a:lnTo>
                  <a:pt x="3768458" y="1895475"/>
                </a:lnTo>
                <a:lnTo>
                  <a:pt x="3765829" y="1895475"/>
                </a:lnTo>
                <a:lnTo>
                  <a:pt x="3764711" y="1895944"/>
                </a:lnTo>
                <a:lnTo>
                  <a:pt x="3762845" y="1897811"/>
                </a:lnTo>
                <a:lnTo>
                  <a:pt x="3762375" y="1898929"/>
                </a:lnTo>
                <a:lnTo>
                  <a:pt x="3762375" y="1901558"/>
                </a:lnTo>
                <a:lnTo>
                  <a:pt x="3762845" y="1902675"/>
                </a:lnTo>
                <a:lnTo>
                  <a:pt x="3764711" y="1904542"/>
                </a:lnTo>
                <a:lnTo>
                  <a:pt x="3765829" y="1905000"/>
                </a:lnTo>
                <a:lnTo>
                  <a:pt x="3768458" y="1905000"/>
                </a:lnTo>
                <a:lnTo>
                  <a:pt x="3769576" y="1904542"/>
                </a:lnTo>
                <a:lnTo>
                  <a:pt x="3771442" y="1902675"/>
                </a:lnTo>
                <a:lnTo>
                  <a:pt x="3771900" y="1901558"/>
                </a:lnTo>
                <a:lnTo>
                  <a:pt x="3771900" y="1898929"/>
                </a:lnTo>
                <a:close/>
              </a:path>
              <a:path w="4914900" h="3173729">
                <a:moveTo>
                  <a:pt x="3771900" y="1267104"/>
                </a:moveTo>
                <a:lnTo>
                  <a:pt x="3771442" y="1265986"/>
                </a:lnTo>
                <a:lnTo>
                  <a:pt x="3769576" y="1264119"/>
                </a:lnTo>
                <a:lnTo>
                  <a:pt x="3768458" y="1263650"/>
                </a:lnTo>
                <a:lnTo>
                  <a:pt x="3765829" y="1263650"/>
                </a:lnTo>
                <a:lnTo>
                  <a:pt x="3764711" y="1264119"/>
                </a:lnTo>
                <a:lnTo>
                  <a:pt x="3762845" y="1265986"/>
                </a:lnTo>
                <a:lnTo>
                  <a:pt x="3762375" y="1267104"/>
                </a:lnTo>
                <a:lnTo>
                  <a:pt x="3762375" y="1269733"/>
                </a:lnTo>
                <a:lnTo>
                  <a:pt x="3762845" y="1270850"/>
                </a:lnTo>
                <a:lnTo>
                  <a:pt x="3764711" y="1272717"/>
                </a:lnTo>
                <a:lnTo>
                  <a:pt x="3765829" y="1273175"/>
                </a:lnTo>
                <a:lnTo>
                  <a:pt x="3768458" y="1273175"/>
                </a:lnTo>
                <a:lnTo>
                  <a:pt x="3769576" y="1272717"/>
                </a:lnTo>
                <a:lnTo>
                  <a:pt x="3771442" y="1270850"/>
                </a:lnTo>
                <a:lnTo>
                  <a:pt x="3771900" y="1269733"/>
                </a:lnTo>
                <a:lnTo>
                  <a:pt x="3771900" y="1267104"/>
                </a:lnTo>
                <a:close/>
              </a:path>
              <a:path w="4914900" h="3173729">
                <a:moveTo>
                  <a:pt x="3771900" y="635279"/>
                </a:moveTo>
                <a:lnTo>
                  <a:pt x="3771442" y="634161"/>
                </a:lnTo>
                <a:lnTo>
                  <a:pt x="3769576" y="632294"/>
                </a:lnTo>
                <a:lnTo>
                  <a:pt x="3768458" y="631837"/>
                </a:lnTo>
                <a:lnTo>
                  <a:pt x="3765829" y="631837"/>
                </a:lnTo>
                <a:lnTo>
                  <a:pt x="3764711" y="632294"/>
                </a:lnTo>
                <a:lnTo>
                  <a:pt x="3762845" y="634161"/>
                </a:lnTo>
                <a:lnTo>
                  <a:pt x="3762375" y="635279"/>
                </a:lnTo>
                <a:lnTo>
                  <a:pt x="3762375" y="637908"/>
                </a:lnTo>
                <a:lnTo>
                  <a:pt x="3762845" y="639025"/>
                </a:lnTo>
                <a:lnTo>
                  <a:pt x="3764711" y="640892"/>
                </a:lnTo>
                <a:lnTo>
                  <a:pt x="3765829" y="641362"/>
                </a:lnTo>
                <a:lnTo>
                  <a:pt x="3768458" y="641362"/>
                </a:lnTo>
                <a:lnTo>
                  <a:pt x="3769576" y="640892"/>
                </a:lnTo>
                <a:lnTo>
                  <a:pt x="3771442" y="639025"/>
                </a:lnTo>
                <a:lnTo>
                  <a:pt x="3771900" y="637908"/>
                </a:lnTo>
                <a:lnTo>
                  <a:pt x="3771900" y="635279"/>
                </a:lnTo>
                <a:close/>
              </a:path>
              <a:path w="4914900" h="3173729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4914900" h="3173729">
                <a:moveTo>
                  <a:pt x="3819525" y="2530754"/>
                </a:moveTo>
                <a:lnTo>
                  <a:pt x="3819067" y="2529636"/>
                </a:lnTo>
                <a:lnTo>
                  <a:pt x="3817201" y="2527770"/>
                </a:lnTo>
                <a:lnTo>
                  <a:pt x="3816083" y="2527300"/>
                </a:lnTo>
                <a:lnTo>
                  <a:pt x="3813454" y="2527300"/>
                </a:lnTo>
                <a:lnTo>
                  <a:pt x="3812336" y="2527770"/>
                </a:lnTo>
                <a:lnTo>
                  <a:pt x="3810470" y="2529636"/>
                </a:lnTo>
                <a:lnTo>
                  <a:pt x="3810000" y="2530754"/>
                </a:lnTo>
                <a:lnTo>
                  <a:pt x="3810000" y="2533383"/>
                </a:lnTo>
                <a:lnTo>
                  <a:pt x="3810470" y="2534501"/>
                </a:lnTo>
                <a:lnTo>
                  <a:pt x="3812336" y="2536367"/>
                </a:lnTo>
                <a:lnTo>
                  <a:pt x="3813454" y="2536825"/>
                </a:lnTo>
                <a:lnTo>
                  <a:pt x="3816083" y="2536825"/>
                </a:lnTo>
                <a:lnTo>
                  <a:pt x="3817201" y="2536367"/>
                </a:lnTo>
                <a:lnTo>
                  <a:pt x="3819067" y="2534501"/>
                </a:lnTo>
                <a:lnTo>
                  <a:pt x="3819525" y="2533383"/>
                </a:lnTo>
                <a:lnTo>
                  <a:pt x="3819525" y="2530754"/>
                </a:lnTo>
                <a:close/>
              </a:path>
              <a:path w="4914900" h="3173729">
                <a:moveTo>
                  <a:pt x="3819525" y="1898929"/>
                </a:moveTo>
                <a:lnTo>
                  <a:pt x="3819067" y="1897811"/>
                </a:lnTo>
                <a:lnTo>
                  <a:pt x="3817201" y="1895944"/>
                </a:lnTo>
                <a:lnTo>
                  <a:pt x="3816083" y="1895475"/>
                </a:lnTo>
                <a:lnTo>
                  <a:pt x="3813454" y="1895475"/>
                </a:lnTo>
                <a:lnTo>
                  <a:pt x="3812336" y="1895944"/>
                </a:lnTo>
                <a:lnTo>
                  <a:pt x="3810470" y="1897811"/>
                </a:lnTo>
                <a:lnTo>
                  <a:pt x="3810000" y="1898929"/>
                </a:lnTo>
                <a:lnTo>
                  <a:pt x="3810000" y="1901558"/>
                </a:lnTo>
                <a:lnTo>
                  <a:pt x="3810470" y="1902675"/>
                </a:lnTo>
                <a:lnTo>
                  <a:pt x="3812336" y="1904542"/>
                </a:lnTo>
                <a:lnTo>
                  <a:pt x="3813454" y="1905000"/>
                </a:lnTo>
                <a:lnTo>
                  <a:pt x="3816083" y="1905000"/>
                </a:lnTo>
                <a:lnTo>
                  <a:pt x="3817201" y="1904542"/>
                </a:lnTo>
                <a:lnTo>
                  <a:pt x="3819067" y="1902675"/>
                </a:lnTo>
                <a:lnTo>
                  <a:pt x="3819525" y="1901558"/>
                </a:lnTo>
                <a:lnTo>
                  <a:pt x="3819525" y="1898929"/>
                </a:lnTo>
                <a:close/>
              </a:path>
              <a:path w="4914900" h="3173729">
                <a:moveTo>
                  <a:pt x="3819525" y="1267104"/>
                </a:moveTo>
                <a:lnTo>
                  <a:pt x="3819067" y="1265986"/>
                </a:lnTo>
                <a:lnTo>
                  <a:pt x="3817201" y="1264119"/>
                </a:lnTo>
                <a:lnTo>
                  <a:pt x="3816083" y="1263650"/>
                </a:lnTo>
                <a:lnTo>
                  <a:pt x="3813454" y="1263650"/>
                </a:lnTo>
                <a:lnTo>
                  <a:pt x="3812336" y="1264119"/>
                </a:lnTo>
                <a:lnTo>
                  <a:pt x="3810470" y="1265986"/>
                </a:lnTo>
                <a:lnTo>
                  <a:pt x="3810000" y="1267104"/>
                </a:lnTo>
                <a:lnTo>
                  <a:pt x="3810000" y="1269733"/>
                </a:lnTo>
                <a:lnTo>
                  <a:pt x="3810470" y="1270850"/>
                </a:lnTo>
                <a:lnTo>
                  <a:pt x="3812336" y="1272717"/>
                </a:lnTo>
                <a:lnTo>
                  <a:pt x="3813454" y="1273175"/>
                </a:lnTo>
                <a:lnTo>
                  <a:pt x="3816083" y="1273175"/>
                </a:lnTo>
                <a:lnTo>
                  <a:pt x="3817201" y="1272717"/>
                </a:lnTo>
                <a:lnTo>
                  <a:pt x="3819067" y="1270850"/>
                </a:lnTo>
                <a:lnTo>
                  <a:pt x="3819525" y="1269733"/>
                </a:lnTo>
                <a:lnTo>
                  <a:pt x="3819525" y="1267104"/>
                </a:lnTo>
                <a:close/>
              </a:path>
              <a:path w="4914900" h="3173729">
                <a:moveTo>
                  <a:pt x="3819525" y="635279"/>
                </a:moveTo>
                <a:lnTo>
                  <a:pt x="3819067" y="634161"/>
                </a:lnTo>
                <a:lnTo>
                  <a:pt x="3817201" y="632294"/>
                </a:lnTo>
                <a:lnTo>
                  <a:pt x="3816083" y="631837"/>
                </a:lnTo>
                <a:lnTo>
                  <a:pt x="3813454" y="631837"/>
                </a:lnTo>
                <a:lnTo>
                  <a:pt x="3812336" y="632294"/>
                </a:lnTo>
                <a:lnTo>
                  <a:pt x="3810470" y="634161"/>
                </a:lnTo>
                <a:lnTo>
                  <a:pt x="3810000" y="635279"/>
                </a:lnTo>
                <a:lnTo>
                  <a:pt x="3810000" y="637908"/>
                </a:lnTo>
                <a:lnTo>
                  <a:pt x="3810470" y="639025"/>
                </a:lnTo>
                <a:lnTo>
                  <a:pt x="3812336" y="640892"/>
                </a:lnTo>
                <a:lnTo>
                  <a:pt x="3813454" y="641362"/>
                </a:lnTo>
                <a:lnTo>
                  <a:pt x="3816083" y="641362"/>
                </a:lnTo>
                <a:lnTo>
                  <a:pt x="3817201" y="640892"/>
                </a:lnTo>
                <a:lnTo>
                  <a:pt x="3819067" y="639025"/>
                </a:lnTo>
                <a:lnTo>
                  <a:pt x="3819525" y="637908"/>
                </a:lnTo>
                <a:lnTo>
                  <a:pt x="3819525" y="635279"/>
                </a:lnTo>
                <a:close/>
              </a:path>
              <a:path w="4914900" h="3173729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4914900" h="3173729">
                <a:moveTo>
                  <a:pt x="3867150" y="2530754"/>
                </a:moveTo>
                <a:lnTo>
                  <a:pt x="3866692" y="2529636"/>
                </a:lnTo>
                <a:lnTo>
                  <a:pt x="3864826" y="2527770"/>
                </a:lnTo>
                <a:lnTo>
                  <a:pt x="3863708" y="2527300"/>
                </a:lnTo>
                <a:lnTo>
                  <a:pt x="3861079" y="2527300"/>
                </a:lnTo>
                <a:lnTo>
                  <a:pt x="3859949" y="2527770"/>
                </a:lnTo>
                <a:lnTo>
                  <a:pt x="3858095" y="2529636"/>
                </a:lnTo>
                <a:lnTo>
                  <a:pt x="3857625" y="2530754"/>
                </a:lnTo>
                <a:lnTo>
                  <a:pt x="3857625" y="2533383"/>
                </a:lnTo>
                <a:lnTo>
                  <a:pt x="3858095" y="2534501"/>
                </a:lnTo>
                <a:lnTo>
                  <a:pt x="3859949" y="2536367"/>
                </a:lnTo>
                <a:lnTo>
                  <a:pt x="3861079" y="2536825"/>
                </a:lnTo>
                <a:lnTo>
                  <a:pt x="3863708" y="2536825"/>
                </a:lnTo>
                <a:lnTo>
                  <a:pt x="3864826" y="2536367"/>
                </a:lnTo>
                <a:lnTo>
                  <a:pt x="3866692" y="2534501"/>
                </a:lnTo>
                <a:lnTo>
                  <a:pt x="3867150" y="2533383"/>
                </a:lnTo>
                <a:lnTo>
                  <a:pt x="3867150" y="2530754"/>
                </a:lnTo>
                <a:close/>
              </a:path>
              <a:path w="4914900" h="3173729">
                <a:moveTo>
                  <a:pt x="3867150" y="1898929"/>
                </a:moveTo>
                <a:lnTo>
                  <a:pt x="3866692" y="1897811"/>
                </a:lnTo>
                <a:lnTo>
                  <a:pt x="3864826" y="1895944"/>
                </a:lnTo>
                <a:lnTo>
                  <a:pt x="3863708" y="1895475"/>
                </a:lnTo>
                <a:lnTo>
                  <a:pt x="3861079" y="1895475"/>
                </a:lnTo>
                <a:lnTo>
                  <a:pt x="3859949" y="1895944"/>
                </a:lnTo>
                <a:lnTo>
                  <a:pt x="3858095" y="1897811"/>
                </a:lnTo>
                <a:lnTo>
                  <a:pt x="3857625" y="1898929"/>
                </a:lnTo>
                <a:lnTo>
                  <a:pt x="3857625" y="1901558"/>
                </a:lnTo>
                <a:lnTo>
                  <a:pt x="3858095" y="1902675"/>
                </a:lnTo>
                <a:lnTo>
                  <a:pt x="3859949" y="1904542"/>
                </a:lnTo>
                <a:lnTo>
                  <a:pt x="3861079" y="1905000"/>
                </a:lnTo>
                <a:lnTo>
                  <a:pt x="3863708" y="1905000"/>
                </a:lnTo>
                <a:lnTo>
                  <a:pt x="3864826" y="1904542"/>
                </a:lnTo>
                <a:lnTo>
                  <a:pt x="3866692" y="1902675"/>
                </a:lnTo>
                <a:lnTo>
                  <a:pt x="3867150" y="1901558"/>
                </a:lnTo>
                <a:lnTo>
                  <a:pt x="3867150" y="1898929"/>
                </a:lnTo>
                <a:close/>
              </a:path>
              <a:path w="4914900" h="3173729">
                <a:moveTo>
                  <a:pt x="3867150" y="1267104"/>
                </a:moveTo>
                <a:lnTo>
                  <a:pt x="3866692" y="1265986"/>
                </a:lnTo>
                <a:lnTo>
                  <a:pt x="3864826" y="1264119"/>
                </a:lnTo>
                <a:lnTo>
                  <a:pt x="3863708" y="1263650"/>
                </a:lnTo>
                <a:lnTo>
                  <a:pt x="3861079" y="1263650"/>
                </a:lnTo>
                <a:lnTo>
                  <a:pt x="3859949" y="1264119"/>
                </a:lnTo>
                <a:lnTo>
                  <a:pt x="3858095" y="1265986"/>
                </a:lnTo>
                <a:lnTo>
                  <a:pt x="3857625" y="1267104"/>
                </a:lnTo>
                <a:lnTo>
                  <a:pt x="3857625" y="1269733"/>
                </a:lnTo>
                <a:lnTo>
                  <a:pt x="3858095" y="1270850"/>
                </a:lnTo>
                <a:lnTo>
                  <a:pt x="3859949" y="1272717"/>
                </a:lnTo>
                <a:lnTo>
                  <a:pt x="3861079" y="1273175"/>
                </a:lnTo>
                <a:lnTo>
                  <a:pt x="3863708" y="1273175"/>
                </a:lnTo>
                <a:lnTo>
                  <a:pt x="3864826" y="1272717"/>
                </a:lnTo>
                <a:lnTo>
                  <a:pt x="3866692" y="1270850"/>
                </a:lnTo>
                <a:lnTo>
                  <a:pt x="3867150" y="1269733"/>
                </a:lnTo>
                <a:lnTo>
                  <a:pt x="3867150" y="1267104"/>
                </a:lnTo>
                <a:close/>
              </a:path>
              <a:path w="4914900" h="3173729">
                <a:moveTo>
                  <a:pt x="3867150" y="635279"/>
                </a:moveTo>
                <a:lnTo>
                  <a:pt x="3866692" y="634161"/>
                </a:lnTo>
                <a:lnTo>
                  <a:pt x="3864826" y="632294"/>
                </a:lnTo>
                <a:lnTo>
                  <a:pt x="3863708" y="631837"/>
                </a:lnTo>
                <a:lnTo>
                  <a:pt x="3861079" y="631837"/>
                </a:lnTo>
                <a:lnTo>
                  <a:pt x="3859949" y="632294"/>
                </a:lnTo>
                <a:lnTo>
                  <a:pt x="3858095" y="634161"/>
                </a:lnTo>
                <a:lnTo>
                  <a:pt x="3857625" y="635279"/>
                </a:lnTo>
                <a:lnTo>
                  <a:pt x="3857625" y="637908"/>
                </a:lnTo>
                <a:lnTo>
                  <a:pt x="3858095" y="639025"/>
                </a:lnTo>
                <a:lnTo>
                  <a:pt x="3859949" y="640892"/>
                </a:lnTo>
                <a:lnTo>
                  <a:pt x="3861079" y="641362"/>
                </a:lnTo>
                <a:lnTo>
                  <a:pt x="3863708" y="641362"/>
                </a:lnTo>
                <a:lnTo>
                  <a:pt x="3864826" y="640892"/>
                </a:lnTo>
                <a:lnTo>
                  <a:pt x="3866692" y="639025"/>
                </a:lnTo>
                <a:lnTo>
                  <a:pt x="3867150" y="637908"/>
                </a:lnTo>
                <a:lnTo>
                  <a:pt x="3867150" y="635279"/>
                </a:lnTo>
                <a:close/>
              </a:path>
              <a:path w="4914900" h="3173729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4914900" h="3173729">
                <a:moveTo>
                  <a:pt x="3914775" y="2530754"/>
                </a:moveTo>
                <a:lnTo>
                  <a:pt x="3914317" y="2529636"/>
                </a:lnTo>
                <a:lnTo>
                  <a:pt x="3912451" y="2527770"/>
                </a:lnTo>
                <a:lnTo>
                  <a:pt x="3911333" y="2527300"/>
                </a:lnTo>
                <a:lnTo>
                  <a:pt x="3908704" y="2527300"/>
                </a:lnTo>
                <a:lnTo>
                  <a:pt x="3907574" y="2527770"/>
                </a:lnTo>
                <a:lnTo>
                  <a:pt x="3905720" y="2529636"/>
                </a:lnTo>
                <a:lnTo>
                  <a:pt x="3905250" y="2530754"/>
                </a:lnTo>
                <a:lnTo>
                  <a:pt x="3905250" y="2533383"/>
                </a:lnTo>
                <a:lnTo>
                  <a:pt x="3905720" y="2534501"/>
                </a:lnTo>
                <a:lnTo>
                  <a:pt x="3907574" y="2536367"/>
                </a:lnTo>
                <a:lnTo>
                  <a:pt x="3908704" y="2536825"/>
                </a:lnTo>
                <a:lnTo>
                  <a:pt x="3911333" y="2536825"/>
                </a:lnTo>
                <a:lnTo>
                  <a:pt x="3912451" y="2536367"/>
                </a:lnTo>
                <a:lnTo>
                  <a:pt x="3914317" y="2534501"/>
                </a:lnTo>
                <a:lnTo>
                  <a:pt x="3914775" y="2533383"/>
                </a:lnTo>
                <a:lnTo>
                  <a:pt x="3914775" y="2530754"/>
                </a:lnTo>
                <a:close/>
              </a:path>
              <a:path w="4914900" h="3173729">
                <a:moveTo>
                  <a:pt x="3914775" y="1898929"/>
                </a:moveTo>
                <a:lnTo>
                  <a:pt x="3914317" y="1897811"/>
                </a:lnTo>
                <a:lnTo>
                  <a:pt x="3912451" y="1895944"/>
                </a:lnTo>
                <a:lnTo>
                  <a:pt x="3911333" y="1895475"/>
                </a:lnTo>
                <a:lnTo>
                  <a:pt x="3908704" y="1895475"/>
                </a:lnTo>
                <a:lnTo>
                  <a:pt x="3907574" y="1895944"/>
                </a:lnTo>
                <a:lnTo>
                  <a:pt x="3905720" y="1897811"/>
                </a:lnTo>
                <a:lnTo>
                  <a:pt x="3905250" y="1898929"/>
                </a:lnTo>
                <a:lnTo>
                  <a:pt x="3905250" y="1901558"/>
                </a:lnTo>
                <a:lnTo>
                  <a:pt x="3905720" y="1902675"/>
                </a:lnTo>
                <a:lnTo>
                  <a:pt x="3907574" y="1904542"/>
                </a:lnTo>
                <a:lnTo>
                  <a:pt x="3908704" y="1905000"/>
                </a:lnTo>
                <a:lnTo>
                  <a:pt x="3911333" y="1905000"/>
                </a:lnTo>
                <a:lnTo>
                  <a:pt x="3912451" y="1904542"/>
                </a:lnTo>
                <a:lnTo>
                  <a:pt x="3914317" y="1902675"/>
                </a:lnTo>
                <a:lnTo>
                  <a:pt x="3914775" y="1901558"/>
                </a:lnTo>
                <a:lnTo>
                  <a:pt x="3914775" y="1898929"/>
                </a:lnTo>
                <a:close/>
              </a:path>
              <a:path w="4914900" h="3173729">
                <a:moveTo>
                  <a:pt x="3914775" y="1267104"/>
                </a:moveTo>
                <a:lnTo>
                  <a:pt x="3914317" y="1265986"/>
                </a:lnTo>
                <a:lnTo>
                  <a:pt x="3912451" y="1264119"/>
                </a:lnTo>
                <a:lnTo>
                  <a:pt x="3911333" y="1263650"/>
                </a:lnTo>
                <a:lnTo>
                  <a:pt x="3908704" y="1263650"/>
                </a:lnTo>
                <a:lnTo>
                  <a:pt x="3907574" y="1264119"/>
                </a:lnTo>
                <a:lnTo>
                  <a:pt x="3905720" y="1265986"/>
                </a:lnTo>
                <a:lnTo>
                  <a:pt x="3905250" y="1267104"/>
                </a:lnTo>
                <a:lnTo>
                  <a:pt x="3905250" y="1269733"/>
                </a:lnTo>
                <a:lnTo>
                  <a:pt x="3905720" y="1270850"/>
                </a:lnTo>
                <a:lnTo>
                  <a:pt x="3907574" y="1272717"/>
                </a:lnTo>
                <a:lnTo>
                  <a:pt x="3908704" y="1273175"/>
                </a:lnTo>
                <a:lnTo>
                  <a:pt x="3911333" y="1273175"/>
                </a:lnTo>
                <a:lnTo>
                  <a:pt x="3912451" y="1272717"/>
                </a:lnTo>
                <a:lnTo>
                  <a:pt x="3914317" y="1270850"/>
                </a:lnTo>
                <a:lnTo>
                  <a:pt x="3914775" y="1269733"/>
                </a:lnTo>
                <a:lnTo>
                  <a:pt x="3914775" y="1267104"/>
                </a:lnTo>
                <a:close/>
              </a:path>
              <a:path w="4914900" h="3173729">
                <a:moveTo>
                  <a:pt x="3914775" y="635279"/>
                </a:moveTo>
                <a:lnTo>
                  <a:pt x="3914317" y="634161"/>
                </a:lnTo>
                <a:lnTo>
                  <a:pt x="3912451" y="632294"/>
                </a:lnTo>
                <a:lnTo>
                  <a:pt x="3911333" y="631837"/>
                </a:lnTo>
                <a:lnTo>
                  <a:pt x="3908704" y="631837"/>
                </a:lnTo>
                <a:lnTo>
                  <a:pt x="3907574" y="632294"/>
                </a:lnTo>
                <a:lnTo>
                  <a:pt x="3905720" y="634161"/>
                </a:lnTo>
                <a:lnTo>
                  <a:pt x="3905250" y="635279"/>
                </a:lnTo>
                <a:lnTo>
                  <a:pt x="3905250" y="637908"/>
                </a:lnTo>
                <a:lnTo>
                  <a:pt x="3905720" y="639025"/>
                </a:lnTo>
                <a:lnTo>
                  <a:pt x="3907574" y="640892"/>
                </a:lnTo>
                <a:lnTo>
                  <a:pt x="3908704" y="641362"/>
                </a:lnTo>
                <a:lnTo>
                  <a:pt x="3911333" y="641362"/>
                </a:lnTo>
                <a:lnTo>
                  <a:pt x="3912451" y="640892"/>
                </a:lnTo>
                <a:lnTo>
                  <a:pt x="3914317" y="639025"/>
                </a:lnTo>
                <a:lnTo>
                  <a:pt x="3914775" y="637908"/>
                </a:lnTo>
                <a:lnTo>
                  <a:pt x="3914775" y="635279"/>
                </a:lnTo>
                <a:close/>
              </a:path>
              <a:path w="4914900" h="3173729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4914900" h="3173729">
                <a:moveTo>
                  <a:pt x="3962400" y="2530754"/>
                </a:moveTo>
                <a:lnTo>
                  <a:pt x="3961942" y="2529636"/>
                </a:lnTo>
                <a:lnTo>
                  <a:pt x="3960076" y="2527770"/>
                </a:lnTo>
                <a:lnTo>
                  <a:pt x="3958958" y="2527300"/>
                </a:lnTo>
                <a:lnTo>
                  <a:pt x="3956329" y="2527300"/>
                </a:lnTo>
                <a:lnTo>
                  <a:pt x="3955211" y="2527770"/>
                </a:lnTo>
                <a:lnTo>
                  <a:pt x="3953345" y="2529636"/>
                </a:lnTo>
                <a:lnTo>
                  <a:pt x="3952875" y="2530754"/>
                </a:lnTo>
                <a:lnTo>
                  <a:pt x="3952875" y="2533383"/>
                </a:lnTo>
                <a:lnTo>
                  <a:pt x="3953345" y="2534501"/>
                </a:lnTo>
                <a:lnTo>
                  <a:pt x="3955211" y="2536367"/>
                </a:lnTo>
                <a:lnTo>
                  <a:pt x="3956329" y="2536825"/>
                </a:lnTo>
                <a:lnTo>
                  <a:pt x="3958958" y="2536825"/>
                </a:lnTo>
                <a:lnTo>
                  <a:pt x="3960076" y="2536367"/>
                </a:lnTo>
                <a:lnTo>
                  <a:pt x="3961942" y="2534501"/>
                </a:lnTo>
                <a:lnTo>
                  <a:pt x="3962400" y="2533383"/>
                </a:lnTo>
                <a:lnTo>
                  <a:pt x="3962400" y="2530754"/>
                </a:lnTo>
                <a:close/>
              </a:path>
              <a:path w="4914900" h="3173729">
                <a:moveTo>
                  <a:pt x="3962400" y="1898929"/>
                </a:moveTo>
                <a:lnTo>
                  <a:pt x="3961942" y="1897811"/>
                </a:lnTo>
                <a:lnTo>
                  <a:pt x="3960076" y="1895944"/>
                </a:lnTo>
                <a:lnTo>
                  <a:pt x="3958958" y="1895475"/>
                </a:lnTo>
                <a:lnTo>
                  <a:pt x="3956329" y="1895475"/>
                </a:lnTo>
                <a:lnTo>
                  <a:pt x="3955211" y="1895944"/>
                </a:lnTo>
                <a:lnTo>
                  <a:pt x="3953345" y="1897811"/>
                </a:lnTo>
                <a:lnTo>
                  <a:pt x="3952875" y="1898929"/>
                </a:lnTo>
                <a:lnTo>
                  <a:pt x="3952875" y="1901558"/>
                </a:lnTo>
                <a:lnTo>
                  <a:pt x="3953345" y="1902675"/>
                </a:lnTo>
                <a:lnTo>
                  <a:pt x="3955211" y="1904542"/>
                </a:lnTo>
                <a:lnTo>
                  <a:pt x="3956329" y="1905000"/>
                </a:lnTo>
                <a:lnTo>
                  <a:pt x="3958958" y="1905000"/>
                </a:lnTo>
                <a:lnTo>
                  <a:pt x="3960076" y="1904542"/>
                </a:lnTo>
                <a:lnTo>
                  <a:pt x="3961942" y="1902675"/>
                </a:lnTo>
                <a:lnTo>
                  <a:pt x="3962400" y="1901558"/>
                </a:lnTo>
                <a:lnTo>
                  <a:pt x="3962400" y="1898929"/>
                </a:lnTo>
                <a:close/>
              </a:path>
              <a:path w="4914900" h="3173729">
                <a:moveTo>
                  <a:pt x="3962400" y="1267104"/>
                </a:moveTo>
                <a:lnTo>
                  <a:pt x="3961942" y="1265986"/>
                </a:lnTo>
                <a:lnTo>
                  <a:pt x="3960076" y="1264119"/>
                </a:lnTo>
                <a:lnTo>
                  <a:pt x="3958958" y="1263650"/>
                </a:lnTo>
                <a:lnTo>
                  <a:pt x="3956329" y="1263650"/>
                </a:lnTo>
                <a:lnTo>
                  <a:pt x="3955211" y="1264119"/>
                </a:lnTo>
                <a:lnTo>
                  <a:pt x="3953345" y="1265986"/>
                </a:lnTo>
                <a:lnTo>
                  <a:pt x="3952875" y="1267104"/>
                </a:lnTo>
                <a:lnTo>
                  <a:pt x="3952875" y="1269733"/>
                </a:lnTo>
                <a:lnTo>
                  <a:pt x="3953345" y="1270850"/>
                </a:lnTo>
                <a:lnTo>
                  <a:pt x="3955211" y="1272717"/>
                </a:lnTo>
                <a:lnTo>
                  <a:pt x="3956329" y="1273175"/>
                </a:lnTo>
                <a:lnTo>
                  <a:pt x="3958958" y="1273175"/>
                </a:lnTo>
                <a:lnTo>
                  <a:pt x="3960076" y="1272717"/>
                </a:lnTo>
                <a:lnTo>
                  <a:pt x="3961942" y="1270850"/>
                </a:lnTo>
                <a:lnTo>
                  <a:pt x="3962400" y="1269733"/>
                </a:lnTo>
                <a:lnTo>
                  <a:pt x="3962400" y="1267104"/>
                </a:lnTo>
                <a:close/>
              </a:path>
              <a:path w="4914900" h="3173729">
                <a:moveTo>
                  <a:pt x="3962400" y="635279"/>
                </a:moveTo>
                <a:lnTo>
                  <a:pt x="3961942" y="634161"/>
                </a:lnTo>
                <a:lnTo>
                  <a:pt x="3960076" y="632294"/>
                </a:lnTo>
                <a:lnTo>
                  <a:pt x="3958958" y="631837"/>
                </a:lnTo>
                <a:lnTo>
                  <a:pt x="3956329" y="631837"/>
                </a:lnTo>
                <a:lnTo>
                  <a:pt x="3955211" y="632294"/>
                </a:lnTo>
                <a:lnTo>
                  <a:pt x="3953345" y="634161"/>
                </a:lnTo>
                <a:lnTo>
                  <a:pt x="3952875" y="635279"/>
                </a:lnTo>
                <a:lnTo>
                  <a:pt x="3952875" y="637908"/>
                </a:lnTo>
                <a:lnTo>
                  <a:pt x="3953345" y="639025"/>
                </a:lnTo>
                <a:lnTo>
                  <a:pt x="3955211" y="640892"/>
                </a:lnTo>
                <a:lnTo>
                  <a:pt x="3956329" y="641362"/>
                </a:lnTo>
                <a:lnTo>
                  <a:pt x="3958958" y="641362"/>
                </a:lnTo>
                <a:lnTo>
                  <a:pt x="3960076" y="640892"/>
                </a:lnTo>
                <a:lnTo>
                  <a:pt x="3961942" y="639025"/>
                </a:lnTo>
                <a:lnTo>
                  <a:pt x="3962400" y="637908"/>
                </a:lnTo>
                <a:lnTo>
                  <a:pt x="3962400" y="635279"/>
                </a:lnTo>
                <a:close/>
              </a:path>
              <a:path w="4914900" h="3173729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4914900" h="3173729">
                <a:moveTo>
                  <a:pt x="4010025" y="2530754"/>
                </a:moveTo>
                <a:lnTo>
                  <a:pt x="4009567" y="2529636"/>
                </a:lnTo>
                <a:lnTo>
                  <a:pt x="4007701" y="2527770"/>
                </a:lnTo>
                <a:lnTo>
                  <a:pt x="4006583" y="2527300"/>
                </a:lnTo>
                <a:lnTo>
                  <a:pt x="4003954" y="2527300"/>
                </a:lnTo>
                <a:lnTo>
                  <a:pt x="4002836" y="2527770"/>
                </a:lnTo>
                <a:lnTo>
                  <a:pt x="4000970" y="2529636"/>
                </a:lnTo>
                <a:lnTo>
                  <a:pt x="4000500" y="2530754"/>
                </a:lnTo>
                <a:lnTo>
                  <a:pt x="4000500" y="2533383"/>
                </a:lnTo>
                <a:lnTo>
                  <a:pt x="4000970" y="2534501"/>
                </a:lnTo>
                <a:lnTo>
                  <a:pt x="4002836" y="2536367"/>
                </a:lnTo>
                <a:lnTo>
                  <a:pt x="4003954" y="2536825"/>
                </a:lnTo>
                <a:lnTo>
                  <a:pt x="4006583" y="2536825"/>
                </a:lnTo>
                <a:lnTo>
                  <a:pt x="4007701" y="2536367"/>
                </a:lnTo>
                <a:lnTo>
                  <a:pt x="4009567" y="2534501"/>
                </a:lnTo>
                <a:lnTo>
                  <a:pt x="4010025" y="2533383"/>
                </a:lnTo>
                <a:lnTo>
                  <a:pt x="4010025" y="2530754"/>
                </a:lnTo>
                <a:close/>
              </a:path>
              <a:path w="4914900" h="3173729">
                <a:moveTo>
                  <a:pt x="4010025" y="1898929"/>
                </a:moveTo>
                <a:lnTo>
                  <a:pt x="4009567" y="1897811"/>
                </a:lnTo>
                <a:lnTo>
                  <a:pt x="4007701" y="1895944"/>
                </a:lnTo>
                <a:lnTo>
                  <a:pt x="4006583" y="1895475"/>
                </a:lnTo>
                <a:lnTo>
                  <a:pt x="4003954" y="1895475"/>
                </a:lnTo>
                <a:lnTo>
                  <a:pt x="4002836" y="1895944"/>
                </a:lnTo>
                <a:lnTo>
                  <a:pt x="4000970" y="1897811"/>
                </a:lnTo>
                <a:lnTo>
                  <a:pt x="4000500" y="1898929"/>
                </a:lnTo>
                <a:lnTo>
                  <a:pt x="4000500" y="1901558"/>
                </a:lnTo>
                <a:lnTo>
                  <a:pt x="4000970" y="1902675"/>
                </a:lnTo>
                <a:lnTo>
                  <a:pt x="4002836" y="1904542"/>
                </a:lnTo>
                <a:lnTo>
                  <a:pt x="4003954" y="1905000"/>
                </a:lnTo>
                <a:lnTo>
                  <a:pt x="4006583" y="1905000"/>
                </a:lnTo>
                <a:lnTo>
                  <a:pt x="4007701" y="1904542"/>
                </a:lnTo>
                <a:lnTo>
                  <a:pt x="4009567" y="1902675"/>
                </a:lnTo>
                <a:lnTo>
                  <a:pt x="4010025" y="1901558"/>
                </a:lnTo>
                <a:lnTo>
                  <a:pt x="4010025" y="1898929"/>
                </a:lnTo>
                <a:close/>
              </a:path>
              <a:path w="4914900" h="3173729">
                <a:moveTo>
                  <a:pt x="4010025" y="1267104"/>
                </a:moveTo>
                <a:lnTo>
                  <a:pt x="4009567" y="1265986"/>
                </a:lnTo>
                <a:lnTo>
                  <a:pt x="4007701" y="1264119"/>
                </a:lnTo>
                <a:lnTo>
                  <a:pt x="4006583" y="1263650"/>
                </a:lnTo>
                <a:lnTo>
                  <a:pt x="4003954" y="1263650"/>
                </a:lnTo>
                <a:lnTo>
                  <a:pt x="4002836" y="1264119"/>
                </a:lnTo>
                <a:lnTo>
                  <a:pt x="4000970" y="1265986"/>
                </a:lnTo>
                <a:lnTo>
                  <a:pt x="4000500" y="1267104"/>
                </a:lnTo>
                <a:lnTo>
                  <a:pt x="4000500" y="1269733"/>
                </a:lnTo>
                <a:lnTo>
                  <a:pt x="4000970" y="1270850"/>
                </a:lnTo>
                <a:lnTo>
                  <a:pt x="4002836" y="1272717"/>
                </a:lnTo>
                <a:lnTo>
                  <a:pt x="4003954" y="1273175"/>
                </a:lnTo>
                <a:lnTo>
                  <a:pt x="4006583" y="1273175"/>
                </a:lnTo>
                <a:lnTo>
                  <a:pt x="4007701" y="1272717"/>
                </a:lnTo>
                <a:lnTo>
                  <a:pt x="4009567" y="1270850"/>
                </a:lnTo>
                <a:lnTo>
                  <a:pt x="4010025" y="1269733"/>
                </a:lnTo>
                <a:lnTo>
                  <a:pt x="4010025" y="1267104"/>
                </a:lnTo>
                <a:close/>
              </a:path>
              <a:path w="4914900" h="3173729">
                <a:moveTo>
                  <a:pt x="4010025" y="635279"/>
                </a:moveTo>
                <a:lnTo>
                  <a:pt x="4009567" y="634161"/>
                </a:lnTo>
                <a:lnTo>
                  <a:pt x="4007701" y="632294"/>
                </a:lnTo>
                <a:lnTo>
                  <a:pt x="4006583" y="631837"/>
                </a:lnTo>
                <a:lnTo>
                  <a:pt x="4003954" y="631837"/>
                </a:lnTo>
                <a:lnTo>
                  <a:pt x="4002836" y="632294"/>
                </a:lnTo>
                <a:lnTo>
                  <a:pt x="4000970" y="634161"/>
                </a:lnTo>
                <a:lnTo>
                  <a:pt x="4000500" y="635279"/>
                </a:lnTo>
                <a:lnTo>
                  <a:pt x="4000500" y="637908"/>
                </a:lnTo>
                <a:lnTo>
                  <a:pt x="4000970" y="639025"/>
                </a:lnTo>
                <a:lnTo>
                  <a:pt x="4002836" y="640892"/>
                </a:lnTo>
                <a:lnTo>
                  <a:pt x="4003954" y="641362"/>
                </a:lnTo>
                <a:lnTo>
                  <a:pt x="4006583" y="641362"/>
                </a:lnTo>
                <a:lnTo>
                  <a:pt x="4007701" y="640892"/>
                </a:lnTo>
                <a:lnTo>
                  <a:pt x="4009567" y="639025"/>
                </a:lnTo>
                <a:lnTo>
                  <a:pt x="4010025" y="637908"/>
                </a:lnTo>
                <a:lnTo>
                  <a:pt x="4010025" y="635279"/>
                </a:lnTo>
                <a:close/>
              </a:path>
              <a:path w="4914900" h="3173729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4914900" h="3173729">
                <a:moveTo>
                  <a:pt x="4057650" y="2530754"/>
                </a:moveTo>
                <a:lnTo>
                  <a:pt x="4057192" y="2529636"/>
                </a:lnTo>
                <a:lnTo>
                  <a:pt x="4055326" y="2527770"/>
                </a:lnTo>
                <a:lnTo>
                  <a:pt x="4054208" y="2527300"/>
                </a:lnTo>
                <a:lnTo>
                  <a:pt x="4051579" y="2527300"/>
                </a:lnTo>
                <a:lnTo>
                  <a:pt x="4050461" y="2527770"/>
                </a:lnTo>
                <a:lnTo>
                  <a:pt x="4048595" y="2529636"/>
                </a:lnTo>
                <a:lnTo>
                  <a:pt x="4048125" y="2530754"/>
                </a:lnTo>
                <a:lnTo>
                  <a:pt x="4048125" y="2533383"/>
                </a:lnTo>
                <a:lnTo>
                  <a:pt x="4048595" y="2534501"/>
                </a:lnTo>
                <a:lnTo>
                  <a:pt x="4050461" y="2536367"/>
                </a:lnTo>
                <a:lnTo>
                  <a:pt x="4051579" y="2536825"/>
                </a:lnTo>
                <a:lnTo>
                  <a:pt x="4054208" y="2536825"/>
                </a:lnTo>
                <a:lnTo>
                  <a:pt x="4055326" y="2536367"/>
                </a:lnTo>
                <a:lnTo>
                  <a:pt x="4057192" y="2534501"/>
                </a:lnTo>
                <a:lnTo>
                  <a:pt x="4057650" y="2533383"/>
                </a:lnTo>
                <a:lnTo>
                  <a:pt x="4057650" y="2530754"/>
                </a:lnTo>
                <a:close/>
              </a:path>
              <a:path w="4914900" h="3173729">
                <a:moveTo>
                  <a:pt x="4057650" y="1898929"/>
                </a:moveTo>
                <a:lnTo>
                  <a:pt x="4057192" y="1897811"/>
                </a:lnTo>
                <a:lnTo>
                  <a:pt x="4055326" y="1895944"/>
                </a:lnTo>
                <a:lnTo>
                  <a:pt x="4054208" y="1895475"/>
                </a:lnTo>
                <a:lnTo>
                  <a:pt x="4051579" y="1895475"/>
                </a:lnTo>
                <a:lnTo>
                  <a:pt x="4050461" y="1895944"/>
                </a:lnTo>
                <a:lnTo>
                  <a:pt x="4048595" y="1897811"/>
                </a:lnTo>
                <a:lnTo>
                  <a:pt x="4048125" y="1898929"/>
                </a:lnTo>
                <a:lnTo>
                  <a:pt x="4048125" y="1901558"/>
                </a:lnTo>
                <a:lnTo>
                  <a:pt x="4048595" y="1902675"/>
                </a:lnTo>
                <a:lnTo>
                  <a:pt x="4050461" y="1904542"/>
                </a:lnTo>
                <a:lnTo>
                  <a:pt x="4051579" y="1905000"/>
                </a:lnTo>
                <a:lnTo>
                  <a:pt x="4054208" y="1905000"/>
                </a:lnTo>
                <a:lnTo>
                  <a:pt x="4055326" y="1904542"/>
                </a:lnTo>
                <a:lnTo>
                  <a:pt x="4057192" y="1902675"/>
                </a:lnTo>
                <a:lnTo>
                  <a:pt x="4057650" y="1901558"/>
                </a:lnTo>
                <a:lnTo>
                  <a:pt x="4057650" y="1898929"/>
                </a:lnTo>
                <a:close/>
              </a:path>
              <a:path w="4914900" h="3173729">
                <a:moveTo>
                  <a:pt x="4057650" y="1267104"/>
                </a:moveTo>
                <a:lnTo>
                  <a:pt x="4057192" y="1265986"/>
                </a:lnTo>
                <a:lnTo>
                  <a:pt x="4055326" y="1264119"/>
                </a:lnTo>
                <a:lnTo>
                  <a:pt x="4054208" y="1263650"/>
                </a:lnTo>
                <a:lnTo>
                  <a:pt x="4051579" y="1263650"/>
                </a:lnTo>
                <a:lnTo>
                  <a:pt x="4050461" y="1264119"/>
                </a:lnTo>
                <a:lnTo>
                  <a:pt x="4048595" y="1265986"/>
                </a:lnTo>
                <a:lnTo>
                  <a:pt x="4048125" y="1267104"/>
                </a:lnTo>
                <a:lnTo>
                  <a:pt x="4048125" y="1269733"/>
                </a:lnTo>
                <a:lnTo>
                  <a:pt x="4048595" y="1270850"/>
                </a:lnTo>
                <a:lnTo>
                  <a:pt x="4050461" y="1272717"/>
                </a:lnTo>
                <a:lnTo>
                  <a:pt x="4051579" y="1273175"/>
                </a:lnTo>
                <a:lnTo>
                  <a:pt x="4054208" y="1273175"/>
                </a:lnTo>
                <a:lnTo>
                  <a:pt x="4055326" y="1272717"/>
                </a:lnTo>
                <a:lnTo>
                  <a:pt x="4057192" y="1270850"/>
                </a:lnTo>
                <a:lnTo>
                  <a:pt x="4057650" y="1269733"/>
                </a:lnTo>
                <a:lnTo>
                  <a:pt x="4057650" y="1267104"/>
                </a:lnTo>
                <a:close/>
              </a:path>
              <a:path w="4914900" h="3173729">
                <a:moveTo>
                  <a:pt x="4057650" y="635279"/>
                </a:moveTo>
                <a:lnTo>
                  <a:pt x="4057192" y="634161"/>
                </a:lnTo>
                <a:lnTo>
                  <a:pt x="4055326" y="632294"/>
                </a:lnTo>
                <a:lnTo>
                  <a:pt x="4054208" y="631837"/>
                </a:lnTo>
                <a:lnTo>
                  <a:pt x="4051579" y="631837"/>
                </a:lnTo>
                <a:lnTo>
                  <a:pt x="4050461" y="632294"/>
                </a:lnTo>
                <a:lnTo>
                  <a:pt x="4048595" y="634161"/>
                </a:lnTo>
                <a:lnTo>
                  <a:pt x="4048125" y="635279"/>
                </a:lnTo>
                <a:lnTo>
                  <a:pt x="4048125" y="637908"/>
                </a:lnTo>
                <a:lnTo>
                  <a:pt x="4048595" y="639025"/>
                </a:lnTo>
                <a:lnTo>
                  <a:pt x="4050461" y="640892"/>
                </a:lnTo>
                <a:lnTo>
                  <a:pt x="4051579" y="641362"/>
                </a:lnTo>
                <a:lnTo>
                  <a:pt x="4054208" y="641362"/>
                </a:lnTo>
                <a:lnTo>
                  <a:pt x="4055326" y="640892"/>
                </a:lnTo>
                <a:lnTo>
                  <a:pt x="4057192" y="639025"/>
                </a:lnTo>
                <a:lnTo>
                  <a:pt x="4057650" y="637908"/>
                </a:lnTo>
                <a:lnTo>
                  <a:pt x="4057650" y="635279"/>
                </a:lnTo>
                <a:close/>
              </a:path>
              <a:path w="4914900" h="3173729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4914900" h="3173729">
                <a:moveTo>
                  <a:pt x="4105275" y="2530754"/>
                </a:moveTo>
                <a:lnTo>
                  <a:pt x="4104817" y="2529636"/>
                </a:lnTo>
                <a:lnTo>
                  <a:pt x="4102951" y="2527770"/>
                </a:lnTo>
                <a:lnTo>
                  <a:pt x="4101833" y="2527300"/>
                </a:lnTo>
                <a:lnTo>
                  <a:pt x="4099204" y="2527300"/>
                </a:lnTo>
                <a:lnTo>
                  <a:pt x="4098086" y="2527770"/>
                </a:lnTo>
                <a:lnTo>
                  <a:pt x="4096220" y="2529636"/>
                </a:lnTo>
                <a:lnTo>
                  <a:pt x="4095750" y="2530754"/>
                </a:lnTo>
                <a:lnTo>
                  <a:pt x="4095750" y="2533383"/>
                </a:lnTo>
                <a:lnTo>
                  <a:pt x="4096220" y="2534501"/>
                </a:lnTo>
                <a:lnTo>
                  <a:pt x="4098086" y="2536367"/>
                </a:lnTo>
                <a:lnTo>
                  <a:pt x="4099204" y="2536825"/>
                </a:lnTo>
                <a:lnTo>
                  <a:pt x="4101833" y="2536825"/>
                </a:lnTo>
                <a:lnTo>
                  <a:pt x="4102951" y="2536367"/>
                </a:lnTo>
                <a:lnTo>
                  <a:pt x="4104817" y="2534501"/>
                </a:lnTo>
                <a:lnTo>
                  <a:pt x="4105275" y="2533383"/>
                </a:lnTo>
                <a:lnTo>
                  <a:pt x="4105275" y="2530754"/>
                </a:lnTo>
                <a:close/>
              </a:path>
              <a:path w="4914900" h="3173729">
                <a:moveTo>
                  <a:pt x="4105275" y="1898929"/>
                </a:moveTo>
                <a:lnTo>
                  <a:pt x="4104817" y="1897811"/>
                </a:lnTo>
                <a:lnTo>
                  <a:pt x="4102951" y="1895944"/>
                </a:lnTo>
                <a:lnTo>
                  <a:pt x="4101833" y="1895475"/>
                </a:lnTo>
                <a:lnTo>
                  <a:pt x="4099204" y="1895475"/>
                </a:lnTo>
                <a:lnTo>
                  <a:pt x="4098086" y="1895944"/>
                </a:lnTo>
                <a:lnTo>
                  <a:pt x="4096220" y="1897811"/>
                </a:lnTo>
                <a:lnTo>
                  <a:pt x="4095750" y="1898929"/>
                </a:lnTo>
                <a:lnTo>
                  <a:pt x="4095750" y="1901558"/>
                </a:lnTo>
                <a:lnTo>
                  <a:pt x="4096220" y="1902675"/>
                </a:lnTo>
                <a:lnTo>
                  <a:pt x="4098086" y="1904542"/>
                </a:lnTo>
                <a:lnTo>
                  <a:pt x="4099204" y="1905000"/>
                </a:lnTo>
                <a:lnTo>
                  <a:pt x="4101833" y="1905000"/>
                </a:lnTo>
                <a:lnTo>
                  <a:pt x="4102951" y="1904542"/>
                </a:lnTo>
                <a:lnTo>
                  <a:pt x="4104817" y="1902675"/>
                </a:lnTo>
                <a:lnTo>
                  <a:pt x="4105275" y="1901558"/>
                </a:lnTo>
                <a:lnTo>
                  <a:pt x="4105275" y="1898929"/>
                </a:lnTo>
                <a:close/>
              </a:path>
              <a:path w="4914900" h="3173729">
                <a:moveTo>
                  <a:pt x="4105275" y="1267104"/>
                </a:moveTo>
                <a:lnTo>
                  <a:pt x="4104817" y="1265986"/>
                </a:lnTo>
                <a:lnTo>
                  <a:pt x="4102951" y="1264119"/>
                </a:lnTo>
                <a:lnTo>
                  <a:pt x="4101833" y="1263650"/>
                </a:lnTo>
                <a:lnTo>
                  <a:pt x="4099204" y="1263650"/>
                </a:lnTo>
                <a:lnTo>
                  <a:pt x="4098086" y="1264119"/>
                </a:lnTo>
                <a:lnTo>
                  <a:pt x="4096220" y="1265986"/>
                </a:lnTo>
                <a:lnTo>
                  <a:pt x="4095750" y="1267104"/>
                </a:lnTo>
                <a:lnTo>
                  <a:pt x="4095750" y="1269733"/>
                </a:lnTo>
                <a:lnTo>
                  <a:pt x="4096220" y="1270850"/>
                </a:lnTo>
                <a:lnTo>
                  <a:pt x="4098086" y="1272717"/>
                </a:lnTo>
                <a:lnTo>
                  <a:pt x="4099204" y="1273175"/>
                </a:lnTo>
                <a:lnTo>
                  <a:pt x="4101833" y="1273175"/>
                </a:lnTo>
                <a:lnTo>
                  <a:pt x="4102951" y="1272717"/>
                </a:lnTo>
                <a:lnTo>
                  <a:pt x="4104817" y="1270850"/>
                </a:lnTo>
                <a:lnTo>
                  <a:pt x="4105275" y="1269733"/>
                </a:lnTo>
                <a:lnTo>
                  <a:pt x="4105275" y="1267104"/>
                </a:lnTo>
                <a:close/>
              </a:path>
              <a:path w="4914900" h="3173729">
                <a:moveTo>
                  <a:pt x="4105275" y="635279"/>
                </a:moveTo>
                <a:lnTo>
                  <a:pt x="4104817" y="634161"/>
                </a:lnTo>
                <a:lnTo>
                  <a:pt x="4102951" y="632294"/>
                </a:lnTo>
                <a:lnTo>
                  <a:pt x="4101833" y="631837"/>
                </a:lnTo>
                <a:lnTo>
                  <a:pt x="4099204" y="631837"/>
                </a:lnTo>
                <a:lnTo>
                  <a:pt x="4098086" y="632294"/>
                </a:lnTo>
                <a:lnTo>
                  <a:pt x="4096220" y="634161"/>
                </a:lnTo>
                <a:lnTo>
                  <a:pt x="4095750" y="635279"/>
                </a:lnTo>
                <a:lnTo>
                  <a:pt x="4095750" y="637908"/>
                </a:lnTo>
                <a:lnTo>
                  <a:pt x="4096220" y="639025"/>
                </a:lnTo>
                <a:lnTo>
                  <a:pt x="4098086" y="640892"/>
                </a:lnTo>
                <a:lnTo>
                  <a:pt x="4099204" y="641362"/>
                </a:lnTo>
                <a:lnTo>
                  <a:pt x="4101833" y="641362"/>
                </a:lnTo>
                <a:lnTo>
                  <a:pt x="4102951" y="640892"/>
                </a:lnTo>
                <a:lnTo>
                  <a:pt x="4104817" y="639025"/>
                </a:lnTo>
                <a:lnTo>
                  <a:pt x="4105275" y="637908"/>
                </a:lnTo>
                <a:lnTo>
                  <a:pt x="4105275" y="635279"/>
                </a:lnTo>
                <a:close/>
              </a:path>
              <a:path w="4914900" h="3173729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4914900" h="3173729">
                <a:moveTo>
                  <a:pt x="4152900" y="2530754"/>
                </a:moveTo>
                <a:lnTo>
                  <a:pt x="4152442" y="2529636"/>
                </a:lnTo>
                <a:lnTo>
                  <a:pt x="4150576" y="2527770"/>
                </a:lnTo>
                <a:lnTo>
                  <a:pt x="4149458" y="2527300"/>
                </a:lnTo>
                <a:lnTo>
                  <a:pt x="4146829" y="2527300"/>
                </a:lnTo>
                <a:lnTo>
                  <a:pt x="4145711" y="2527770"/>
                </a:lnTo>
                <a:lnTo>
                  <a:pt x="4143845" y="2529636"/>
                </a:lnTo>
                <a:lnTo>
                  <a:pt x="4143375" y="2530754"/>
                </a:lnTo>
                <a:lnTo>
                  <a:pt x="4143375" y="2533383"/>
                </a:lnTo>
                <a:lnTo>
                  <a:pt x="4143845" y="2534501"/>
                </a:lnTo>
                <a:lnTo>
                  <a:pt x="4145711" y="2536367"/>
                </a:lnTo>
                <a:lnTo>
                  <a:pt x="4146829" y="2536825"/>
                </a:lnTo>
                <a:lnTo>
                  <a:pt x="4149458" y="2536825"/>
                </a:lnTo>
                <a:lnTo>
                  <a:pt x="4150576" y="2536367"/>
                </a:lnTo>
                <a:lnTo>
                  <a:pt x="4152442" y="2534501"/>
                </a:lnTo>
                <a:lnTo>
                  <a:pt x="4152900" y="2533383"/>
                </a:lnTo>
                <a:lnTo>
                  <a:pt x="4152900" y="2530754"/>
                </a:lnTo>
                <a:close/>
              </a:path>
              <a:path w="4914900" h="3173729">
                <a:moveTo>
                  <a:pt x="4152900" y="1898929"/>
                </a:moveTo>
                <a:lnTo>
                  <a:pt x="4152442" y="1897811"/>
                </a:lnTo>
                <a:lnTo>
                  <a:pt x="4150576" y="1895944"/>
                </a:lnTo>
                <a:lnTo>
                  <a:pt x="4149458" y="1895475"/>
                </a:lnTo>
                <a:lnTo>
                  <a:pt x="4146829" y="1895475"/>
                </a:lnTo>
                <a:lnTo>
                  <a:pt x="4145711" y="1895944"/>
                </a:lnTo>
                <a:lnTo>
                  <a:pt x="4143845" y="1897811"/>
                </a:lnTo>
                <a:lnTo>
                  <a:pt x="4143375" y="1898929"/>
                </a:lnTo>
                <a:lnTo>
                  <a:pt x="4143375" y="1901558"/>
                </a:lnTo>
                <a:lnTo>
                  <a:pt x="4143845" y="1902675"/>
                </a:lnTo>
                <a:lnTo>
                  <a:pt x="4145711" y="1904542"/>
                </a:lnTo>
                <a:lnTo>
                  <a:pt x="4146829" y="1905000"/>
                </a:lnTo>
                <a:lnTo>
                  <a:pt x="4149458" y="1905000"/>
                </a:lnTo>
                <a:lnTo>
                  <a:pt x="4150576" y="1904542"/>
                </a:lnTo>
                <a:lnTo>
                  <a:pt x="4152442" y="1902675"/>
                </a:lnTo>
                <a:lnTo>
                  <a:pt x="4152900" y="1901558"/>
                </a:lnTo>
                <a:lnTo>
                  <a:pt x="4152900" y="1898929"/>
                </a:lnTo>
                <a:close/>
              </a:path>
              <a:path w="4914900" h="3173729">
                <a:moveTo>
                  <a:pt x="4152900" y="1267104"/>
                </a:moveTo>
                <a:lnTo>
                  <a:pt x="4152442" y="1265986"/>
                </a:lnTo>
                <a:lnTo>
                  <a:pt x="4150576" y="1264119"/>
                </a:lnTo>
                <a:lnTo>
                  <a:pt x="4149458" y="1263650"/>
                </a:lnTo>
                <a:lnTo>
                  <a:pt x="4146829" y="1263650"/>
                </a:lnTo>
                <a:lnTo>
                  <a:pt x="4145711" y="1264119"/>
                </a:lnTo>
                <a:lnTo>
                  <a:pt x="4143845" y="1265986"/>
                </a:lnTo>
                <a:lnTo>
                  <a:pt x="4143375" y="1267104"/>
                </a:lnTo>
                <a:lnTo>
                  <a:pt x="4143375" y="1269733"/>
                </a:lnTo>
                <a:lnTo>
                  <a:pt x="4143845" y="1270850"/>
                </a:lnTo>
                <a:lnTo>
                  <a:pt x="4145711" y="1272717"/>
                </a:lnTo>
                <a:lnTo>
                  <a:pt x="4146829" y="1273175"/>
                </a:lnTo>
                <a:lnTo>
                  <a:pt x="4149458" y="1273175"/>
                </a:lnTo>
                <a:lnTo>
                  <a:pt x="4150576" y="1272717"/>
                </a:lnTo>
                <a:lnTo>
                  <a:pt x="4152442" y="1270850"/>
                </a:lnTo>
                <a:lnTo>
                  <a:pt x="4152900" y="1269733"/>
                </a:lnTo>
                <a:lnTo>
                  <a:pt x="4152900" y="1267104"/>
                </a:lnTo>
                <a:close/>
              </a:path>
              <a:path w="4914900" h="3173729">
                <a:moveTo>
                  <a:pt x="4152900" y="635279"/>
                </a:moveTo>
                <a:lnTo>
                  <a:pt x="4152442" y="634161"/>
                </a:lnTo>
                <a:lnTo>
                  <a:pt x="4150576" y="632294"/>
                </a:lnTo>
                <a:lnTo>
                  <a:pt x="4149458" y="631837"/>
                </a:lnTo>
                <a:lnTo>
                  <a:pt x="4146829" y="631837"/>
                </a:lnTo>
                <a:lnTo>
                  <a:pt x="4145711" y="632294"/>
                </a:lnTo>
                <a:lnTo>
                  <a:pt x="4143845" y="634161"/>
                </a:lnTo>
                <a:lnTo>
                  <a:pt x="4143375" y="635279"/>
                </a:lnTo>
                <a:lnTo>
                  <a:pt x="4143375" y="637908"/>
                </a:lnTo>
                <a:lnTo>
                  <a:pt x="4143845" y="639025"/>
                </a:lnTo>
                <a:lnTo>
                  <a:pt x="4145711" y="640892"/>
                </a:lnTo>
                <a:lnTo>
                  <a:pt x="4146829" y="641362"/>
                </a:lnTo>
                <a:lnTo>
                  <a:pt x="4149458" y="641362"/>
                </a:lnTo>
                <a:lnTo>
                  <a:pt x="4150576" y="640892"/>
                </a:lnTo>
                <a:lnTo>
                  <a:pt x="4152442" y="639025"/>
                </a:lnTo>
                <a:lnTo>
                  <a:pt x="4152900" y="637908"/>
                </a:lnTo>
                <a:lnTo>
                  <a:pt x="4152900" y="635279"/>
                </a:lnTo>
                <a:close/>
              </a:path>
              <a:path w="4914900" h="3173729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4914900" h="3173729">
                <a:moveTo>
                  <a:pt x="4200525" y="2530754"/>
                </a:moveTo>
                <a:lnTo>
                  <a:pt x="4200067" y="2529636"/>
                </a:lnTo>
                <a:lnTo>
                  <a:pt x="4198201" y="2527770"/>
                </a:lnTo>
                <a:lnTo>
                  <a:pt x="4197083" y="2527300"/>
                </a:lnTo>
                <a:lnTo>
                  <a:pt x="4194454" y="2527300"/>
                </a:lnTo>
                <a:lnTo>
                  <a:pt x="4193336" y="2527770"/>
                </a:lnTo>
                <a:lnTo>
                  <a:pt x="4191470" y="2529636"/>
                </a:lnTo>
                <a:lnTo>
                  <a:pt x="4191000" y="2530754"/>
                </a:lnTo>
                <a:lnTo>
                  <a:pt x="4191000" y="2533383"/>
                </a:lnTo>
                <a:lnTo>
                  <a:pt x="4191470" y="2534501"/>
                </a:lnTo>
                <a:lnTo>
                  <a:pt x="4193336" y="2536367"/>
                </a:lnTo>
                <a:lnTo>
                  <a:pt x="4194454" y="2536825"/>
                </a:lnTo>
                <a:lnTo>
                  <a:pt x="4197083" y="2536825"/>
                </a:lnTo>
                <a:lnTo>
                  <a:pt x="4198201" y="2536367"/>
                </a:lnTo>
                <a:lnTo>
                  <a:pt x="4200067" y="2534501"/>
                </a:lnTo>
                <a:lnTo>
                  <a:pt x="4200525" y="2533383"/>
                </a:lnTo>
                <a:lnTo>
                  <a:pt x="4200525" y="2530754"/>
                </a:lnTo>
                <a:close/>
              </a:path>
              <a:path w="4914900" h="3173729">
                <a:moveTo>
                  <a:pt x="4200525" y="1898929"/>
                </a:moveTo>
                <a:lnTo>
                  <a:pt x="4200067" y="1897811"/>
                </a:lnTo>
                <a:lnTo>
                  <a:pt x="4198201" y="1895944"/>
                </a:lnTo>
                <a:lnTo>
                  <a:pt x="4197083" y="1895475"/>
                </a:lnTo>
                <a:lnTo>
                  <a:pt x="4194454" y="1895475"/>
                </a:lnTo>
                <a:lnTo>
                  <a:pt x="4193336" y="1895944"/>
                </a:lnTo>
                <a:lnTo>
                  <a:pt x="4191470" y="1897811"/>
                </a:lnTo>
                <a:lnTo>
                  <a:pt x="4191000" y="1898929"/>
                </a:lnTo>
                <a:lnTo>
                  <a:pt x="4191000" y="1901558"/>
                </a:lnTo>
                <a:lnTo>
                  <a:pt x="4191470" y="1902675"/>
                </a:lnTo>
                <a:lnTo>
                  <a:pt x="4193336" y="1904542"/>
                </a:lnTo>
                <a:lnTo>
                  <a:pt x="4194454" y="1905000"/>
                </a:lnTo>
                <a:lnTo>
                  <a:pt x="4197083" y="1905000"/>
                </a:lnTo>
                <a:lnTo>
                  <a:pt x="4198201" y="1904542"/>
                </a:lnTo>
                <a:lnTo>
                  <a:pt x="4200067" y="1902675"/>
                </a:lnTo>
                <a:lnTo>
                  <a:pt x="4200525" y="1901558"/>
                </a:lnTo>
                <a:lnTo>
                  <a:pt x="4200525" y="1898929"/>
                </a:lnTo>
                <a:close/>
              </a:path>
              <a:path w="4914900" h="3173729">
                <a:moveTo>
                  <a:pt x="4200525" y="1267104"/>
                </a:moveTo>
                <a:lnTo>
                  <a:pt x="4200067" y="1265986"/>
                </a:lnTo>
                <a:lnTo>
                  <a:pt x="4198201" y="1264119"/>
                </a:lnTo>
                <a:lnTo>
                  <a:pt x="4197083" y="1263650"/>
                </a:lnTo>
                <a:lnTo>
                  <a:pt x="4194454" y="1263650"/>
                </a:lnTo>
                <a:lnTo>
                  <a:pt x="4193336" y="1264119"/>
                </a:lnTo>
                <a:lnTo>
                  <a:pt x="4191470" y="1265986"/>
                </a:lnTo>
                <a:lnTo>
                  <a:pt x="4191000" y="1267104"/>
                </a:lnTo>
                <a:lnTo>
                  <a:pt x="4191000" y="1269733"/>
                </a:lnTo>
                <a:lnTo>
                  <a:pt x="4191470" y="1270850"/>
                </a:lnTo>
                <a:lnTo>
                  <a:pt x="4193336" y="1272717"/>
                </a:lnTo>
                <a:lnTo>
                  <a:pt x="4194454" y="1273175"/>
                </a:lnTo>
                <a:lnTo>
                  <a:pt x="4197083" y="1273175"/>
                </a:lnTo>
                <a:lnTo>
                  <a:pt x="4198201" y="1272717"/>
                </a:lnTo>
                <a:lnTo>
                  <a:pt x="4200067" y="1270850"/>
                </a:lnTo>
                <a:lnTo>
                  <a:pt x="4200525" y="1269733"/>
                </a:lnTo>
                <a:lnTo>
                  <a:pt x="4200525" y="1267104"/>
                </a:lnTo>
                <a:close/>
              </a:path>
              <a:path w="4914900" h="3173729">
                <a:moveTo>
                  <a:pt x="4200525" y="635279"/>
                </a:moveTo>
                <a:lnTo>
                  <a:pt x="4200067" y="634161"/>
                </a:lnTo>
                <a:lnTo>
                  <a:pt x="4198201" y="632294"/>
                </a:lnTo>
                <a:lnTo>
                  <a:pt x="4197083" y="631837"/>
                </a:lnTo>
                <a:lnTo>
                  <a:pt x="4194454" y="631837"/>
                </a:lnTo>
                <a:lnTo>
                  <a:pt x="4193336" y="632294"/>
                </a:lnTo>
                <a:lnTo>
                  <a:pt x="4191470" y="634161"/>
                </a:lnTo>
                <a:lnTo>
                  <a:pt x="4191000" y="635279"/>
                </a:lnTo>
                <a:lnTo>
                  <a:pt x="4191000" y="637908"/>
                </a:lnTo>
                <a:lnTo>
                  <a:pt x="4191470" y="639025"/>
                </a:lnTo>
                <a:lnTo>
                  <a:pt x="4193336" y="640892"/>
                </a:lnTo>
                <a:lnTo>
                  <a:pt x="4194454" y="641362"/>
                </a:lnTo>
                <a:lnTo>
                  <a:pt x="4197083" y="641362"/>
                </a:lnTo>
                <a:lnTo>
                  <a:pt x="4198201" y="640892"/>
                </a:lnTo>
                <a:lnTo>
                  <a:pt x="4200067" y="639025"/>
                </a:lnTo>
                <a:lnTo>
                  <a:pt x="4200525" y="637908"/>
                </a:lnTo>
                <a:lnTo>
                  <a:pt x="4200525" y="635279"/>
                </a:lnTo>
                <a:close/>
              </a:path>
              <a:path w="4914900" h="3173729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4914900" h="3173729">
                <a:moveTo>
                  <a:pt x="4248150" y="2530754"/>
                </a:moveTo>
                <a:lnTo>
                  <a:pt x="4247693" y="2529636"/>
                </a:lnTo>
                <a:lnTo>
                  <a:pt x="4245826" y="2527770"/>
                </a:lnTo>
                <a:lnTo>
                  <a:pt x="4244708" y="2527300"/>
                </a:lnTo>
                <a:lnTo>
                  <a:pt x="4242079" y="2527300"/>
                </a:lnTo>
                <a:lnTo>
                  <a:pt x="4240962" y="2527770"/>
                </a:lnTo>
                <a:lnTo>
                  <a:pt x="4239095" y="2529636"/>
                </a:lnTo>
                <a:lnTo>
                  <a:pt x="4238625" y="2530754"/>
                </a:lnTo>
                <a:lnTo>
                  <a:pt x="4238625" y="2533383"/>
                </a:lnTo>
                <a:lnTo>
                  <a:pt x="4239095" y="2534501"/>
                </a:lnTo>
                <a:lnTo>
                  <a:pt x="4240962" y="2536367"/>
                </a:lnTo>
                <a:lnTo>
                  <a:pt x="4242079" y="2536825"/>
                </a:lnTo>
                <a:lnTo>
                  <a:pt x="4244708" y="2536825"/>
                </a:lnTo>
                <a:lnTo>
                  <a:pt x="4245826" y="2536367"/>
                </a:lnTo>
                <a:lnTo>
                  <a:pt x="4247693" y="2534501"/>
                </a:lnTo>
                <a:lnTo>
                  <a:pt x="4248150" y="2533383"/>
                </a:lnTo>
                <a:lnTo>
                  <a:pt x="4248150" y="2530754"/>
                </a:lnTo>
                <a:close/>
              </a:path>
              <a:path w="4914900" h="3173729">
                <a:moveTo>
                  <a:pt x="4248150" y="1898929"/>
                </a:moveTo>
                <a:lnTo>
                  <a:pt x="4247693" y="1897811"/>
                </a:lnTo>
                <a:lnTo>
                  <a:pt x="4245826" y="1895944"/>
                </a:lnTo>
                <a:lnTo>
                  <a:pt x="4244708" y="1895475"/>
                </a:lnTo>
                <a:lnTo>
                  <a:pt x="4242079" y="1895475"/>
                </a:lnTo>
                <a:lnTo>
                  <a:pt x="4240962" y="1895944"/>
                </a:lnTo>
                <a:lnTo>
                  <a:pt x="4239095" y="1897811"/>
                </a:lnTo>
                <a:lnTo>
                  <a:pt x="4238625" y="1898929"/>
                </a:lnTo>
                <a:lnTo>
                  <a:pt x="4238625" y="1901558"/>
                </a:lnTo>
                <a:lnTo>
                  <a:pt x="4239095" y="1902675"/>
                </a:lnTo>
                <a:lnTo>
                  <a:pt x="4240962" y="1904542"/>
                </a:lnTo>
                <a:lnTo>
                  <a:pt x="4242079" y="1905000"/>
                </a:lnTo>
                <a:lnTo>
                  <a:pt x="4244708" y="1905000"/>
                </a:lnTo>
                <a:lnTo>
                  <a:pt x="4245826" y="1904542"/>
                </a:lnTo>
                <a:lnTo>
                  <a:pt x="4247693" y="1902675"/>
                </a:lnTo>
                <a:lnTo>
                  <a:pt x="4248150" y="1901558"/>
                </a:lnTo>
                <a:lnTo>
                  <a:pt x="4248150" y="1898929"/>
                </a:lnTo>
                <a:close/>
              </a:path>
              <a:path w="4914900" h="3173729">
                <a:moveTo>
                  <a:pt x="4248150" y="1267104"/>
                </a:moveTo>
                <a:lnTo>
                  <a:pt x="4247693" y="1265986"/>
                </a:lnTo>
                <a:lnTo>
                  <a:pt x="4245826" y="1264119"/>
                </a:lnTo>
                <a:lnTo>
                  <a:pt x="4244708" y="1263650"/>
                </a:lnTo>
                <a:lnTo>
                  <a:pt x="4242079" y="1263650"/>
                </a:lnTo>
                <a:lnTo>
                  <a:pt x="4240962" y="1264119"/>
                </a:lnTo>
                <a:lnTo>
                  <a:pt x="4239095" y="1265986"/>
                </a:lnTo>
                <a:lnTo>
                  <a:pt x="4238625" y="1267104"/>
                </a:lnTo>
                <a:lnTo>
                  <a:pt x="4238625" y="1269733"/>
                </a:lnTo>
                <a:lnTo>
                  <a:pt x="4239095" y="1270850"/>
                </a:lnTo>
                <a:lnTo>
                  <a:pt x="4240962" y="1272717"/>
                </a:lnTo>
                <a:lnTo>
                  <a:pt x="4242079" y="1273175"/>
                </a:lnTo>
                <a:lnTo>
                  <a:pt x="4244708" y="1273175"/>
                </a:lnTo>
                <a:lnTo>
                  <a:pt x="4245826" y="1272717"/>
                </a:lnTo>
                <a:lnTo>
                  <a:pt x="4247693" y="1270850"/>
                </a:lnTo>
                <a:lnTo>
                  <a:pt x="4248150" y="1269733"/>
                </a:lnTo>
                <a:lnTo>
                  <a:pt x="4248150" y="1267104"/>
                </a:lnTo>
                <a:close/>
              </a:path>
              <a:path w="4914900" h="3173729">
                <a:moveTo>
                  <a:pt x="4248150" y="635279"/>
                </a:moveTo>
                <a:lnTo>
                  <a:pt x="4247693" y="634161"/>
                </a:lnTo>
                <a:lnTo>
                  <a:pt x="4245826" y="632294"/>
                </a:lnTo>
                <a:lnTo>
                  <a:pt x="4244708" y="631837"/>
                </a:lnTo>
                <a:lnTo>
                  <a:pt x="4242079" y="631837"/>
                </a:lnTo>
                <a:lnTo>
                  <a:pt x="4240962" y="632294"/>
                </a:lnTo>
                <a:lnTo>
                  <a:pt x="4239095" y="634161"/>
                </a:lnTo>
                <a:lnTo>
                  <a:pt x="4238625" y="635279"/>
                </a:lnTo>
                <a:lnTo>
                  <a:pt x="4238625" y="637908"/>
                </a:lnTo>
                <a:lnTo>
                  <a:pt x="4239095" y="639025"/>
                </a:lnTo>
                <a:lnTo>
                  <a:pt x="4240962" y="640892"/>
                </a:lnTo>
                <a:lnTo>
                  <a:pt x="4242079" y="641362"/>
                </a:lnTo>
                <a:lnTo>
                  <a:pt x="4244708" y="641362"/>
                </a:lnTo>
                <a:lnTo>
                  <a:pt x="4245826" y="640892"/>
                </a:lnTo>
                <a:lnTo>
                  <a:pt x="4247693" y="639025"/>
                </a:lnTo>
                <a:lnTo>
                  <a:pt x="4248150" y="637908"/>
                </a:lnTo>
                <a:lnTo>
                  <a:pt x="4248150" y="635279"/>
                </a:lnTo>
                <a:close/>
              </a:path>
              <a:path w="4914900" h="3173729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62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62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4914900" h="3173729">
                <a:moveTo>
                  <a:pt x="4295775" y="2530754"/>
                </a:moveTo>
                <a:lnTo>
                  <a:pt x="4295318" y="2529636"/>
                </a:lnTo>
                <a:lnTo>
                  <a:pt x="4293451" y="2527770"/>
                </a:lnTo>
                <a:lnTo>
                  <a:pt x="4292333" y="2527300"/>
                </a:lnTo>
                <a:lnTo>
                  <a:pt x="4289704" y="2527300"/>
                </a:lnTo>
                <a:lnTo>
                  <a:pt x="4288587" y="2527770"/>
                </a:lnTo>
                <a:lnTo>
                  <a:pt x="4286720" y="2529636"/>
                </a:lnTo>
                <a:lnTo>
                  <a:pt x="4286250" y="2530754"/>
                </a:lnTo>
                <a:lnTo>
                  <a:pt x="4286250" y="2533383"/>
                </a:lnTo>
                <a:lnTo>
                  <a:pt x="4286720" y="2534501"/>
                </a:lnTo>
                <a:lnTo>
                  <a:pt x="4288587" y="2536367"/>
                </a:lnTo>
                <a:lnTo>
                  <a:pt x="4289704" y="2536825"/>
                </a:lnTo>
                <a:lnTo>
                  <a:pt x="4292333" y="2536825"/>
                </a:lnTo>
                <a:lnTo>
                  <a:pt x="4293451" y="2536367"/>
                </a:lnTo>
                <a:lnTo>
                  <a:pt x="4295318" y="2534501"/>
                </a:lnTo>
                <a:lnTo>
                  <a:pt x="4295775" y="2533383"/>
                </a:lnTo>
                <a:lnTo>
                  <a:pt x="4295775" y="2530754"/>
                </a:lnTo>
                <a:close/>
              </a:path>
              <a:path w="4914900" h="3173729">
                <a:moveTo>
                  <a:pt x="4295775" y="1898929"/>
                </a:moveTo>
                <a:lnTo>
                  <a:pt x="4295318" y="1897811"/>
                </a:lnTo>
                <a:lnTo>
                  <a:pt x="4293451" y="1895944"/>
                </a:lnTo>
                <a:lnTo>
                  <a:pt x="4292333" y="1895475"/>
                </a:lnTo>
                <a:lnTo>
                  <a:pt x="4289704" y="1895475"/>
                </a:lnTo>
                <a:lnTo>
                  <a:pt x="4288587" y="1895944"/>
                </a:lnTo>
                <a:lnTo>
                  <a:pt x="4286720" y="1897811"/>
                </a:lnTo>
                <a:lnTo>
                  <a:pt x="4286250" y="1898929"/>
                </a:lnTo>
                <a:lnTo>
                  <a:pt x="4286250" y="1901558"/>
                </a:lnTo>
                <a:lnTo>
                  <a:pt x="4286720" y="1902675"/>
                </a:lnTo>
                <a:lnTo>
                  <a:pt x="4288587" y="1904542"/>
                </a:lnTo>
                <a:lnTo>
                  <a:pt x="4289704" y="1905000"/>
                </a:lnTo>
                <a:lnTo>
                  <a:pt x="4292333" y="1905000"/>
                </a:lnTo>
                <a:lnTo>
                  <a:pt x="4293451" y="1904542"/>
                </a:lnTo>
                <a:lnTo>
                  <a:pt x="4295318" y="1902675"/>
                </a:lnTo>
                <a:lnTo>
                  <a:pt x="4295775" y="1901558"/>
                </a:lnTo>
                <a:lnTo>
                  <a:pt x="4295775" y="1898929"/>
                </a:lnTo>
                <a:close/>
              </a:path>
              <a:path w="4914900" h="3173729">
                <a:moveTo>
                  <a:pt x="4295775" y="1267104"/>
                </a:moveTo>
                <a:lnTo>
                  <a:pt x="4295318" y="1265986"/>
                </a:lnTo>
                <a:lnTo>
                  <a:pt x="4293451" y="1264119"/>
                </a:lnTo>
                <a:lnTo>
                  <a:pt x="4292333" y="1263650"/>
                </a:lnTo>
                <a:lnTo>
                  <a:pt x="4289704" y="1263650"/>
                </a:lnTo>
                <a:lnTo>
                  <a:pt x="4288587" y="1264119"/>
                </a:lnTo>
                <a:lnTo>
                  <a:pt x="4286720" y="1265986"/>
                </a:lnTo>
                <a:lnTo>
                  <a:pt x="4286250" y="1267104"/>
                </a:lnTo>
                <a:lnTo>
                  <a:pt x="4286250" y="1269733"/>
                </a:lnTo>
                <a:lnTo>
                  <a:pt x="4286720" y="1270850"/>
                </a:lnTo>
                <a:lnTo>
                  <a:pt x="4288587" y="1272717"/>
                </a:lnTo>
                <a:lnTo>
                  <a:pt x="4289704" y="1273175"/>
                </a:lnTo>
                <a:lnTo>
                  <a:pt x="4292333" y="1273175"/>
                </a:lnTo>
                <a:lnTo>
                  <a:pt x="4293451" y="1272717"/>
                </a:lnTo>
                <a:lnTo>
                  <a:pt x="4295318" y="1270850"/>
                </a:lnTo>
                <a:lnTo>
                  <a:pt x="4295775" y="1269733"/>
                </a:lnTo>
                <a:lnTo>
                  <a:pt x="4295775" y="1267104"/>
                </a:lnTo>
                <a:close/>
              </a:path>
              <a:path w="4914900" h="3173729">
                <a:moveTo>
                  <a:pt x="4295775" y="635279"/>
                </a:moveTo>
                <a:lnTo>
                  <a:pt x="4295318" y="634161"/>
                </a:lnTo>
                <a:lnTo>
                  <a:pt x="4293451" y="632294"/>
                </a:lnTo>
                <a:lnTo>
                  <a:pt x="4292333" y="631837"/>
                </a:lnTo>
                <a:lnTo>
                  <a:pt x="4289704" y="631837"/>
                </a:lnTo>
                <a:lnTo>
                  <a:pt x="4288587" y="632294"/>
                </a:lnTo>
                <a:lnTo>
                  <a:pt x="4286720" y="634161"/>
                </a:lnTo>
                <a:lnTo>
                  <a:pt x="4286250" y="635279"/>
                </a:lnTo>
                <a:lnTo>
                  <a:pt x="4286250" y="637908"/>
                </a:lnTo>
                <a:lnTo>
                  <a:pt x="4286720" y="639025"/>
                </a:lnTo>
                <a:lnTo>
                  <a:pt x="4288587" y="640892"/>
                </a:lnTo>
                <a:lnTo>
                  <a:pt x="4289704" y="641362"/>
                </a:lnTo>
                <a:lnTo>
                  <a:pt x="4292333" y="641362"/>
                </a:lnTo>
                <a:lnTo>
                  <a:pt x="4293451" y="640892"/>
                </a:lnTo>
                <a:lnTo>
                  <a:pt x="4295318" y="639025"/>
                </a:lnTo>
                <a:lnTo>
                  <a:pt x="4295775" y="637908"/>
                </a:lnTo>
                <a:lnTo>
                  <a:pt x="4295775" y="635279"/>
                </a:lnTo>
                <a:close/>
              </a:path>
              <a:path w="4914900" h="3173729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87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87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4914900" h="3173729">
                <a:moveTo>
                  <a:pt x="4343400" y="2530754"/>
                </a:moveTo>
                <a:lnTo>
                  <a:pt x="4342943" y="2529636"/>
                </a:lnTo>
                <a:lnTo>
                  <a:pt x="4341076" y="2527770"/>
                </a:lnTo>
                <a:lnTo>
                  <a:pt x="4339958" y="2527300"/>
                </a:lnTo>
                <a:lnTo>
                  <a:pt x="4337329" y="2527300"/>
                </a:lnTo>
                <a:lnTo>
                  <a:pt x="4336199" y="2527770"/>
                </a:lnTo>
                <a:lnTo>
                  <a:pt x="4334345" y="2529636"/>
                </a:lnTo>
                <a:lnTo>
                  <a:pt x="4333875" y="2530754"/>
                </a:lnTo>
                <a:lnTo>
                  <a:pt x="4333875" y="2533383"/>
                </a:lnTo>
                <a:lnTo>
                  <a:pt x="4334345" y="2534501"/>
                </a:lnTo>
                <a:lnTo>
                  <a:pt x="4336199" y="2536367"/>
                </a:lnTo>
                <a:lnTo>
                  <a:pt x="4337329" y="2536825"/>
                </a:lnTo>
                <a:lnTo>
                  <a:pt x="4339958" y="2536825"/>
                </a:lnTo>
                <a:lnTo>
                  <a:pt x="4341076" y="2536367"/>
                </a:lnTo>
                <a:lnTo>
                  <a:pt x="4342943" y="2534501"/>
                </a:lnTo>
                <a:lnTo>
                  <a:pt x="4343400" y="2533383"/>
                </a:lnTo>
                <a:lnTo>
                  <a:pt x="4343400" y="2530754"/>
                </a:lnTo>
                <a:close/>
              </a:path>
              <a:path w="4914900" h="3173729">
                <a:moveTo>
                  <a:pt x="4343400" y="1898929"/>
                </a:moveTo>
                <a:lnTo>
                  <a:pt x="4342943" y="1897811"/>
                </a:lnTo>
                <a:lnTo>
                  <a:pt x="4341076" y="1895944"/>
                </a:lnTo>
                <a:lnTo>
                  <a:pt x="4339958" y="1895475"/>
                </a:lnTo>
                <a:lnTo>
                  <a:pt x="4337329" y="1895475"/>
                </a:lnTo>
                <a:lnTo>
                  <a:pt x="4336199" y="1895944"/>
                </a:lnTo>
                <a:lnTo>
                  <a:pt x="4334345" y="1897811"/>
                </a:lnTo>
                <a:lnTo>
                  <a:pt x="4333875" y="1898929"/>
                </a:lnTo>
                <a:lnTo>
                  <a:pt x="4333875" y="1901558"/>
                </a:lnTo>
                <a:lnTo>
                  <a:pt x="4334345" y="1902675"/>
                </a:lnTo>
                <a:lnTo>
                  <a:pt x="4336199" y="1904542"/>
                </a:lnTo>
                <a:lnTo>
                  <a:pt x="4337329" y="1905000"/>
                </a:lnTo>
                <a:lnTo>
                  <a:pt x="4339958" y="1905000"/>
                </a:lnTo>
                <a:lnTo>
                  <a:pt x="4341076" y="1904542"/>
                </a:lnTo>
                <a:lnTo>
                  <a:pt x="4342943" y="1902675"/>
                </a:lnTo>
                <a:lnTo>
                  <a:pt x="4343400" y="1901558"/>
                </a:lnTo>
                <a:lnTo>
                  <a:pt x="4343400" y="1898929"/>
                </a:lnTo>
                <a:close/>
              </a:path>
              <a:path w="4914900" h="3173729">
                <a:moveTo>
                  <a:pt x="4343400" y="1267104"/>
                </a:moveTo>
                <a:lnTo>
                  <a:pt x="4342943" y="1265986"/>
                </a:lnTo>
                <a:lnTo>
                  <a:pt x="4341076" y="1264119"/>
                </a:lnTo>
                <a:lnTo>
                  <a:pt x="4339958" y="1263650"/>
                </a:lnTo>
                <a:lnTo>
                  <a:pt x="4337329" y="1263650"/>
                </a:lnTo>
                <a:lnTo>
                  <a:pt x="4336199" y="1264119"/>
                </a:lnTo>
                <a:lnTo>
                  <a:pt x="4334345" y="1265986"/>
                </a:lnTo>
                <a:lnTo>
                  <a:pt x="4333875" y="1267104"/>
                </a:lnTo>
                <a:lnTo>
                  <a:pt x="4333875" y="1269733"/>
                </a:lnTo>
                <a:lnTo>
                  <a:pt x="4334345" y="1270850"/>
                </a:lnTo>
                <a:lnTo>
                  <a:pt x="4336199" y="1272717"/>
                </a:lnTo>
                <a:lnTo>
                  <a:pt x="4337329" y="1273175"/>
                </a:lnTo>
                <a:lnTo>
                  <a:pt x="4339958" y="1273175"/>
                </a:lnTo>
                <a:lnTo>
                  <a:pt x="4341076" y="1272717"/>
                </a:lnTo>
                <a:lnTo>
                  <a:pt x="4342943" y="1270850"/>
                </a:lnTo>
                <a:lnTo>
                  <a:pt x="4343400" y="1269733"/>
                </a:lnTo>
                <a:lnTo>
                  <a:pt x="4343400" y="1267104"/>
                </a:lnTo>
                <a:close/>
              </a:path>
              <a:path w="4914900" h="3173729">
                <a:moveTo>
                  <a:pt x="4343400" y="635279"/>
                </a:moveTo>
                <a:lnTo>
                  <a:pt x="4342943" y="634161"/>
                </a:lnTo>
                <a:lnTo>
                  <a:pt x="4341076" y="632294"/>
                </a:lnTo>
                <a:lnTo>
                  <a:pt x="4339958" y="631837"/>
                </a:lnTo>
                <a:lnTo>
                  <a:pt x="4337329" y="631837"/>
                </a:lnTo>
                <a:lnTo>
                  <a:pt x="4336199" y="632294"/>
                </a:lnTo>
                <a:lnTo>
                  <a:pt x="4334345" y="634161"/>
                </a:lnTo>
                <a:lnTo>
                  <a:pt x="4333875" y="635279"/>
                </a:lnTo>
                <a:lnTo>
                  <a:pt x="4333875" y="637908"/>
                </a:lnTo>
                <a:lnTo>
                  <a:pt x="4334345" y="639025"/>
                </a:lnTo>
                <a:lnTo>
                  <a:pt x="4336199" y="640892"/>
                </a:lnTo>
                <a:lnTo>
                  <a:pt x="4337329" y="641362"/>
                </a:lnTo>
                <a:lnTo>
                  <a:pt x="4339958" y="641362"/>
                </a:lnTo>
                <a:lnTo>
                  <a:pt x="4341076" y="640892"/>
                </a:lnTo>
                <a:lnTo>
                  <a:pt x="4342943" y="639025"/>
                </a:lnTo>
                <a:lnTo>
                  <a:pt x="4343400" y="637908"/>
                </a:lnTo>
                <a:lnTo>
                  <a:pt x="4343400" y="635279"/>
                </a:lnTo>
                <a:close/>
              </a:path>
              <a:path w="4914900" h="3173729">
                <a:moveTo>
                  <a:pt x="4343400" y="3454"/>
                </a:moveTo>
                <a:lnTo>
                  <a:pt x="4342943" y="2336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36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4914900" h="3173729">
                <a:moveTo>
                  <a:pt x="4391025" y="2530754"/>
                </a:moveTo>
                <a:lnTo>
                  <a:pt x="4390568" y="2529636"/>
                </a:lnTo>
                <a:lnTo>
                  <a:pt x="4388701" y="2527770"/>
                </a:lnTo>
                <a:lnTo>
                  <a:pt x="4387583" y="2527300"/>
                </a:lnTo>
                <a:lnTo>
                  <a:pt x="4384954" y="2527300"/>
                </a:lnTo>
                <a:lnTo>
                  <a:pt x="4383824" y="2527770"/>
                </a:lnTo>
                <a:lnTo>
                  <a:pt x="4381970" y="2529636"/>
                </a:lnTo>
                <a:lnTo>
                  <a:pt x="4381500" y="2530754"/>
                </a:lnTo>
                <a:lnTo>
                  <a:pt x="4381500" y="2533383"/>
                </a:lnTo>
                <a:lnTo>
                  <a:pt x="4381970" y="2534501"/>
                </a:lnTo>
                <a:lnTo>
                  <a:pt x="4383824" y="2536367"/>
                </a:lnTo>
                <a:lnTo>
                  <a:pt x="4384954" y="2536825"/>
                </a:lnTo>
                <a:lnTo>
                  <a:pt x="4387583" y="2536825"/>
                </a:lnTo>
                <a:lnTo>
                  <a:pt x="4388701" y="2536367"/>
                </a:lnTo>
                <a:lnTo>
                  <a:pt x="4390568" y="2534501"/>
                </a:lnTo>
                <a:lnTo>
                  <a:pt x="4391025" y="2533383"/>
                </a:lnTo>
                <a:lnTo>
                  <a:pt x="4391025" y="2530754"/>
                </a:lnTo>
                <a:close/>
              </a:path>
              <a:path w="4914900" h="3173729">
                <a:moveTo>
                  <a:pt x="4391025" y="1898929"/>
                </a:moveTo>
                <a:lnTo>
                  <a:pt x="4390568" y="1897811"/>
                </a:lnTo>
                <a:lnTo>
                  <a:pt x="4388701" y="1895944"/>
                </a:lnTo>
                <a:lnTo>
                  <a:pt x="4387583" y="1895475"/>
                </a:lnTo>
                <a:lnTo>
                  <a:pt x="4384954" y="1895475"/>
                </a:lnTo>
                <a:lnTo>
                  <a:pt x="4383824" y="1895944"/>
                </a:lnTo>
                <a:lnTo>
                  <a:pt x="4381970" y="1897811"/>
                </a:lnTo>
                <a:lnTo>
                  <a:pt x="4381500" y="1898929"/>
                </a:lnTo>
                <a:lnTo>
                  <a:pt x="4381500" y="1901558"/>
                </a:lnTo>
                <a:lnTo>
                  <a:pt x="4381970" y="1902675"/>
                </a:lnTo>
                <a:lnTo>
                  <a:pt x="4383824" y="1904542"/>
                </a:lnTo>
                <a:lnTo>
                  <a:pt x="4384954" y="1905000"/>
                </a:lnTo>
                <a:lnTo>
                  <a:pt x="4387583" y="1905000"/>
                </a:lnTo>
                <a:lnTo>
                  <a:pt x="4388701" y="1904542"/>
                </a:lnTo>
                <a:lnTo>
                  <a:pt x="4390568" y="1902675"/>
                </a:lnTo>
                <a:lnTo>
                  <a:pt x="4391025" y="1901558"/>
                </a:lnTo>
                <a:lnTo>
                  <a:pt x="4391025" y="1898929"/>
                </a:lnTo>
                <a:close/>
              </a:path>
              <a:path w="4914900" h="3173729">
                <a:moveTo>
                  <a:pt x="4391025" y="1267104"/>
                </a:moveTo>
                <a:lnTo>
                  <a:pt x="4390568" y="1265986"/>
                </a:lnTo>
                <a:lnTo>
                  <a:pt x="4388701" y="1264119"/>
                </a:lnTo>
                <a:lnTo>
                  <a:pt x="4387583" y="1263650"/>
                </a:lnTo>
                <a:lnTo>
                  <a:pt x="4384954" y="1263650"/>
                </a:lnTo>
                <a:lnTo>
                  <a:pt x="4383824" y="1264119"/>
                </a:lnTo>
                <a:lnTo>
                  <a:pt x="4381970" y="1265986"/>
                </a:lnTo>
                <a:lnTo>
                  <a:pt x="4381500" y="1267104"/>
                </a:lnTo>
                <a:lnTo>
                  <a:pt x="4381500" y="1269733"/>
                </a:lnTo>
                <a:lnTo>
                  <a:pt x="4381970" y="1270850"/>
                </a:lnTo>
                <a:lnTo>
                  <a:pt x="4383824" y="1272717"/>
                </a:lnTo>
                <a:lnTo>
                  <a:pt x="4384954" y="1273175"/>
                </a:lnTo>
                <a:lnTo>
                  <a:pt x="4387583" y="1273175"/>
                </a:lnTo>
                <a:lnTo>
                  <a:pt x="4388701" y="1272717"/>
                </a:lnTo>
                <a:lnTo>
                  <a:pt x="4390568" y="1270850"/>
                </a:lnTo>
                <a:lnTo>
                  <a:pt x="4391025" y="1269733"/>
                </a:lnTo>
                <a:lnTo>
                  <a:pt x="4391025" y="1267104"/>
                </a:lnTo>
                <a:close/>
              </a:path>
              <a:path w="4914900" h="3173729">
                <a:moveTo>
                  <a:pt x="4391025" y="635279"/>
                </a:moveTo>
                <a:lnTo>
                  <a:pt x="4390568" y="634161"/>
                </a:lnTo>
                <a:lnTo>
                  <a:pt x="4388701" y="632294"/>
                </a:lnTo>
                <a:lnTo>
                  <a:pt x="4387583" y="631837"/>
                </a:lnTo>
                <a:lnTo>
                  <a:pt x="4384954" y="631837"/>
                </a:lnTo>
                <a:lnTo>
                  <a:pt x="4383824" y="632294"/>
                </a:lnTo>
                <a:lnTo>
                  <a:pt x="4381970" y="634161"/>
                </a:lnTo>
                <a:lnTo>
                  <a:pt x="4381500" y="635279"/>
                </a:lnTo>
                <a:lnTo>
                  <a:pt x="4381500" y="637908"/>
                </a:lnTo>
                <a:lnTo>
                  <a:pt x="4381970" y="639025"/>
                </a:lnTo>
                <a:lnTo>
                  <a:pt x="4383824" y="640892"/>
                </a:lnTo>
                <a:lnTo>
                  <a:pt x="4384954" y="641362"/>
                </a:lnTo>
                <a:lnTo>
                  <a:pt x="4387583" y="641362"/>
                </a:lnTo>
                <a:lnTo>
                  <a:pt x="4388701" y="640892"/>
                </a:lnTo>
                <a:lnTo>
                  <a:pt x="4390568" y="639025"/>
                </a:lnTo>
                <a:lnTo>
                  <a:pt x="4391025" y="637908"/>
                </a:lnTo>
                <a:lnTo>
                  <a:pt x="4391025" y="635279"/>
                </a:lnTo>
                <a:close/>
              </a:path>
              <a:path w="4914900" h="3173729">
                <a:moveTo>
                  <a:pt x="4391025" y="3454"/>
                </a:moveTo>
                <a:lnTo>
                  <a:pt x="4390568" y="2336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36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4914900" h="3173729">
                <a:moveTo>
                  <a:pt x="4438650" y="2530754"/>
                </a:moveTo>
                <a:lnTo>
                  <a:pt x="4438193" y="2529636"/>
                </a:lnTo>
                <a:lnTo>
                  <a:pt x="4436326" y="2527770"/>
                </a:lnTo>
                <a:lnTo>
                  <a:pt x="4435208" y="2527300"/>
                </a:lnTo>
                <a:lnTo>
                  <a:pt x="4432579" y="2527300"/>
                </a:lnTo>
                <a:lnTo>
                  <a:pt x="4431449" y="2527770"/>
                </a:lnTo>
                <a:lnTo>
                  <a:pt x="4429595" y="2529636"/>
                </a:lnTo>
                <a:lnTo>
                  <a:pt x="4429125" y="2530754"/>
                </a:lnTo>
                <a:lnTo>
                  <a:pt x="4429125" y="2533383"/>
                </a:lnTo>
                <a:lnTo>
                  <a:pt x="4429595" y="2534501"/>
                </a:lnTo>
                <a:lnTo>
                  <a:pt x="4431449" y="2536367"/>
                </a:lnTo>
                <a:lnTo>
                  <a:pt x="4432579" y="2536825"/>
                </a:lnTo>
                <a:lnTo>
                  <a:pt x="4435208" y="2536825"/>
                </a:lnTo>
                <a:lnTo>
                  <a:pt x="4436326" y="2536367"/>
                </a:lnTo>
                <a:lnTo>
                  <a:pt x="4438193" y="2534501"/>
                </a:lnTo>
                <a:lnTo>
                  <a:pt x="4438650" y="2533383"/>
                </a:lnTo>
                <a:lnTo>
                  <a:pt x="4438650" y="2530754"/>
                </a:lnTo>
                <a:close/>
              </a:path>
              <a:path w="4914900" h="3173729">
                <a:moveTo>
                  <a:pt x="4438650" y="1898929"/>
                </a:moveTo>
                <a:lnTo>
                  <a:pt x="4438193" y="1897811"/>
                </a:lnTo>
                <a:lnTo>
                  <a:pt x="4436326" y="1895944"/>
                </a:lnTo>
                <a:lnTo>
                  <a:pt x="4435208" y="1895475"/>
                </a:lnTo>
                <a:lnTo>
                  <a:pt x="4432579" y="1895475"/>
                </a:lnTo>
                <a:lnTo>
                  <a:pt x="4431449" y="1895944"/>
                </a:lnTo>
                <a:lnTo>
                  <a:pt x="4429595" y="1897811"/>
                </a:lnTo>
                <a:lnTo>
                  <a:pt x="4429125" y="1898929"/>
                </a:lnTo>
                <a:lnTo>
                  <a:pt x="4429125" y="1901558"/>
                </a:lnTo>
                <a:lnTo>
                  <a:pt x="4429595" y="1902675"/>
                </a:lnTo>
                <a:lnTo>
                  <a:pt x="4431449" y="1904542"/>
                </a:lnTo>
                <a:lnTo>
                  <a:pt x="4432579" y="1905000"/>
                </a:lnTo>
                <a:lnTo>
                  <a:pt x="4435208" y="1905000"/>
                </a:lnTo>
                <a:lnTo>
                  <a:pt x="4436326" y="1904542"/>
                </a:lnTo>
                <a:lnTo>
                  <a:pt x="4438193" y="1902675"/>
                </a:lnTo>
                <a:lnTo>
                  <a:pt x="4438650" y="1901558"/>
                </a:lnTo>
                <a:lnTo>
                  <a:pt x="4438650" y="1898929"/>
                </a:lnTo>
                <a:close/>
              </a:path>
              <a:path w="4914900" h="3173729">
                <a:moveTo>
                  <a:pt x="4438650" y="1267104"/>
                </a:moveTo>
                <a:lnTo>
                  <a:pt x="4438193" y="1265986"/>
                </a:lnTo>
                <a:lnTo>
                  <a:pt x="4436326" y="1264119"/>
                </a:lnTo>
                <a:lnTo>
                  <a:pt x="4435208" y="1263650"/>
                </a:lnTo>
                <a:lnTo>
                  <a:pt x="4432579" y="1263650"/>
                </a:lnTo>
                <a:lnTo>
                  <a:pt x="4431449" y="1264119"/>
                </a:lnTo>
                <a:lnTo>
                  <a:pt x="4429595" y="1265986"/>
                </a:lnTo>
                <a:lnTo>
                  <a:pt x="4429125" y="1267104"/>
                </a:lnTo>
                <a:lnTo>
                  <a:pt x="4429125" y="1269733"/>
                </a:lnTo>
                <a:lnTo>
                  <a:pt x="4429595" y="1270850"/>
                </a:lnTo>
                <a:lnTo>
                  <a:pt x="4431449" y="1272717"/>
                </a:lnTo>
                <a:lnTo>
                  <a:pt x="4432579" y="1273175"/>
                </a:lnTo>
                <a:lnTo>
                  <a:pt x="4435208" y="1273175"/>
                </a:lnTo>
                <a:lnTo>
                  <a:pt x="4436326" y="1272717"/>
                </a:lnTo>
                <a:lnTo>
                  <a:pt x="4438193" y="1270850"/>
                </a:lnTo>
                <a:lnTo>
                  <a:pt x="4438650" y="1269733"/>
                </a:lnTo>
                <a:lnTo>
                  <a:pt x="4438650" y="1267104"/>
                </a:lnTo>
                <a:close/>
              </a:path>
              <a:path w="4914900" h="3173729">
                <a:moveTo>
                  <a:pt x="4438650" y="635279"/>
                </a:moveTo>
                <a:lnTo>
                  <a:pt x="4438193" y="634161"/>
                </a:lnTo>
                <a:lnTo>
                  <a:pt x="4436326" y="632294"/>
                </a:lnTo>
                <a:lnTo>
                  <a:pt x="4435208" y="631837"/>
                </a:lnTo>
                <a:lnTo>
                  <a:pt x="4432579" y="631837"/>
                </a:lnTo>
                <a:lnTo>
                  <a:pt x="4431449" y="632294"/>
                </a:lnTo>
                <a:lnTo>
                  <a:pt x="4429595" y="634161"/>
                </a:lnTo>
                <a:lnTo>
                  <a:pt x="4429125" y="635279"/>
                </a:lnTo>
                <a:lnTo>
                  <a:pt x="4429125" y="637908"/>
                </a:lnTo>
                <a:lnTo>
                  <a:pt x="4429595" y="639025"/>
                </a:lnTo>
                <a:lnTo>
                  <a:pt x="4431449" y="640892"/>
                </a:lnTo>
                <a:lnTo>
                  <a:pt x="4432579" y="641362"/>
                </a:lnTo>
                <a:lnTo>
                  <a:pt x="4435208" y="641362"/>
                </a:lnTo>
                <a:lnTo>
                  <a:pt x="4436326" y="640892"/>
                </a:lnTo>
                <a:lnTo>
                  <a:pt x="4438193" y="639025"/>
                </a:lnTo>
                <a:lnTo>
                  <a:pt x="4438650" y="637908"/>
                </a:lnTo>
                <a:lnTo>
                  <a:pt x="4438650" y="635279"/>
                </a:lnTo>
                <a:close/>
              </a:path>
              <a:path w="4914900" h="3173729">
                <a:moveTo>
                  <a:pt x="4438650" y="3454"/>
                </a:moveTo>
                <a:lnTo>
                  <a:pt x="4438193" y="2336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36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4914900" h="3173729">
                <a:moveTo>
                  <a:pt x="4486275" y="2530754"/>
                </a:moveTo>
                <a:lnTo>
                  <a:pt x="4485818" y="2529636"/>
                </a:lnTo>
                <a:lnTo>
                  <a:pt x="4483951" y="2527770"/>
                </a:lnTo>
                <a:lnTo>
                  <a:pt x="4482833" y="2527300"/>
                </a:lnTo>
                <a:lnTo>
                  <a:pt x="4480204" y="2527300"/>
                </a:lnTo>
                <a:lnTo>
                  <a:pt x="4479087" y="2527770"/>
                </a:lnTo>
                <a:lnTo>
                  <a:pt x="4477220" y="2529636"/>
                </a:lnTo>
                <a:lnTo>
                  <a:pt x="4476750" y="2530754"/>
                </a:lnTo>
                <a:lnTo>
                  <a:pt x="4476750" y="2533383"/>
                </a:lnTo>
                <a:lnTo>
                  <a:pt x="4477220" y="2534501"/>
                </a:lnTo>
                <a:lnTo>
                  <a:pt x="4479087" y="2536367"/>
                </a:lnTo>
                <a:lnTo>
                  <a:pt x="4480204" y="2536825"/>
                </a:lnTo>
                <a:lnTo>
                  <a:pt x="4482833" y="2536825"/>
                </a:lnTo>
                <a:lnTo>
                  <a:pt x="4483951" y="2536367"/>
                </a:lnTo>
                <a:lnTo>
                  <a:pt x="4485818" y="2534501"/>
                </a:lnTo>
                <a:lnTo>
                  <a:pt x="4486275" y="2533383"/>
                </a:lnTo>
                <a:lnTo>
                  <a:pt x="4486275" y="2530754"/>
                </a:lnTo>
                <a:close/>
              </a:path>
              <a:path w="4914900" h="3173729">
                <a:moveTo>
                  <a:pt x="4486275" y="1898929"/>
                </a:moveTo>
                <a:lnTo>
                  <a:pt x="4485818" y="1897811"/>
                </a:lnTo>
                <a:lnTo>
                  <a:pt x="4483951" y="1895944"/>
                </a:lnTo>
                <a:lnTo>
                  <a:pt x="4482833" y="1895475"/>
                </a:lnTo>
                <a:lnTo>
                  <a:pt x="4480204" y="1895475"/>
                </a:lnTo>
                <a:lnTo>
                  <a:pt x="4479087" y="1895944"/>
                </a:lnTo>
                <a:lnTo>
                  <a:pt x="4477220" y="1897811"/>
                </a:lnTo>
                <a:lnTo>
                  <a:pt x="4476750" y="1898929"/>
                </a:lnTo>
                <a:lnTo>
                  <a:pt x="4476750" y="1901558"/>
                </a:lnTo>
                <a:lnTo>
                  <a:pt x="4477220" y="1902675"/>
                </a:lnTo>
                <a:lnTo>
                  <a:pt x="4479087" y="1904542"/>
                </a:lnTo>
                <a:lnTo>
                  <a:pt x="4480204" y="1905000"/>
                </a:lnTo>
                <a:lnTo>
                  <a:pt x="4482833" y="1905000"/>
                </a:lnTo>
                <a:lnTo>
                  <a:pt x="4483951" y="1904542"/>
                </a:lnTo>
                <a:lnTo>
                  <a:pt x="4485818" y="1902675"/>
                </a:lnTo>
                <a:lnTo>
                  <a:pt x="4486275" y="1901558"/>
                </a:lnTo>
                <a:lnTo>
                  <a:pt x="4486275" y="1898929"/>
                </a:lnTo>
                <a:close/>
              </a:path>
              <a:path w="4914900" h="3173729">
                <a:moveTo>
                  <a:pt x="4486275" y="1267104"/>
                </a:moveTo>
                <a:lnTo>
                  <a:pt x="4485818" y="1265986"/>
                </a:lnTo>
                <a:lnTo>
                  <a:pt x="4483951" y="1264119"/>
                </a:lnTo>
                <a:lnTo>
                  <a:pt x="4482833" y="1263650"/>
                </a:lnTo>
                <a:lnTo>
                  <a:pt x="4480204" y="1263650"/>
                </a:lnTo>
                <a:lnTo>
                  <a:pt x="4479087" y="1264119"/>
                </a:lnTo>
                <a:lnTo>
                  <a:pt x="4477220" y="1265986"/>
                </a:lnTo>
                <a:lnTo>
                  <a:pt x="4476750" y="1267104"/>
                </a:lnTo>
                <a:lnTo>
                  <a:pt x="4476750" y="1269733"/>
                </a:lnTo>
                <a:lnTo>
                  <a:pt x="4477220" y="1270850"/>
                </a:lnTo>
                <a:lnTo>
                  <a:pt x="4479087" y="1272717"/>
                </a:lnTo>
                <a:lnTo>
                  <a:pt x="4480204" y="1273175"/>
                </a:lnTo>
                <a:lnTo>
                  <a:pt x="4482833" y="1273175"/>
                </a:lnTo>
                <a:lnTo>
                  <a:pt x="4483951" y="1272717"/>
                </a:lnTo>
                <a:lnTo>
                  <a:pt x="4485818" y="1270850"/>
                </a:lnTo>
                <a:lnTo>
                  <a:pt x="4486275" y="1269733"/>
                </a:lnTo>
                <a:lnTo>
                  <a:pt x="4486275" y="1267104"/>
                </a:lnTo>
                <a:close/>
              </a:path>
              <a:path w="4914900" h="3173729">
                <a:moveTo>
                  <a:pt x="4486275" y="635279"/>
                </a:moveTo>
                <a:lnTo>
                  <a:pt x="4485818" y="634161"/>
                </a:lnTo>
                <a:lnTo>
                  <a:pt x="4483951" y="632294"/>
                </a:lnTo>
                <a:lnTo>
                  <a:pt x="4482833" y="631837"/>
                </a:lnTo>
                <a:lnTo>
                  <a:pt x="4480204" y="631837"/>
                </a:lnTo>
                <a:lnTo>
                  <a:pt x="4479087" y="632294"/>
                </a:lnTo>
                <a:lnTo>
                  <a:pt x="4477220" y="634161"/>
                </a:lnTo>
                <a:lnTo>
                  <a:pt x="4476750" y="635279"/>
                </a:lnTo>
                <a:lnTo>
                  <a:pt x="4476750" y="637908"/>
                </a:lnTo>
                <a:lnTo>
                  <a:pt x="4477220" y="639025"/>
                </a:lnTo>
                <a:lnTo>
                  <a:pt x="4479087" y="640892"/>
                </a:lnTo>
                <a:lnTo>
                  <a:pt x="4480204" y="641362"/>
                </a:lnTo>
                <a:lnTo>
                  <a:pt x="4482833" y="641362"/>
                </a:lnTo>
                <a:lnTo>
                  <a:pt x="4483951" y="640892"/>
                </a:lnTo>
                <a:lnTo>
                  <a:pt x="4485818" y="639025"/>
                </a:lnTo>
                <a:lnTo>
                  <a:pt x="4486275" y="637908"/>
                </a:lnTo>
                <a:lnTo>
                  <a:pt x="4486275" y="635279"/>
                </a:lnTo>
                <a:close/>
              </a:path>
              <a:path w="4914900" h="3173729">
                <a:moveTo>
                  <a:pt x="4486275" y="3454"/>
                </a:moveTo>
                <a:lnTo>
                  <a:pt x="4485818" y="2336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87" y="469"/>
                </a:lnTo>
                <a:lnTo>
                  <a:pt x="4477220" y="2336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87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4914900" h="3173729">
                <a:moveTo>
                  <a:pt x="4533900" y="2530754"/>
                </a:moveTo>
                <a:lnTo>
                  <a:pt x="4533443" y="2529636"/>
                </a:lnTo>
                <a:lnTo>
                  <a:pt x="4531576" y="2527770"/>
                </a:lnTo>
                <a:lnTo>
                  <a:pt x="4530458" y="2527300"/>
                </a:lnTo>
                <a:lnTo>
                  <a:pt x="4527829" y="2527300"/>
                </a:lnTo>
                <a:lnTo>
                  <a:pt x="4526712" y="2527770"/>
                </a:lnTo>
                <a:lnTo>
                  <a:pt x="4524845" y="2529636"/>
                </a:lnTo>
                <a:lnTo>
                  <a:pt x="4524375" y="2530754"/>
                </a:lnTo>
                <a:lnTo>
                  <a:pt x="4524375" y="2533383"/>
                </a:lnTo>
                <a:lnTo>
                  <a:pt x="4524845" y="2534501"/>
                </a:lnTo>
                <a:lnTo>
                  <a:pt x="4526712" y="2536367"/>
                </a:lnTo>
                <a:lnTo>
                  <a:pt x="4527829" y="2536825"/>
                </a:lnTo>
                <a:lnTo>
                  <a:pt x="4530458" y="2536825"/>
                </a:lnTo>
                <a:lnTo>
                  <a:pt x="4531576" y="2536367"/>
                </a:lnTo>
                <a:lnTo>
                  <a:pt x="4533443" y="2534501"/>
                </a:lnTo>
                <a:lnTo>
                  <a:pt x="4533900" y="2533383"/>
                </a:lnTo>
                <a:lnTo>
                  <a:pt x="4533900" y="2530754"/>
                </a:lnTo>
                <a:close/>
              </a:path>
              <a:path w="4914900" h="3173729">
                <a:moveTo>
                  <a:pt x="4533900" y="1898929"/>
                </a:moveTo>
                <a:lnTo>
                  <a:pt x="4533443" y="1897811"/>
                </a:lnTo>
                <a:lnTo>
                  <a:pt x="4531576" y="1895944"/>
                </a:lnTo>
                <a:lnTo>
                  <a:pt x="4530458" y="1895475"/>
                </a:lnTo>
                <a:lnTo>
                  <a:pt x="4527829" y="1895475"/>
                </a:lnTo>
                <a:lnTo>
                  <a:pt x="4526712" y="1895944"/>
                </a:lnTo>
                <a:lnTo>
                  <a:pt x="4524845" y="1897811"/>
                </a:lnTo>
                <a:lnTo>
                  <a:pt x="4524375" y="1898929"/>
                </a:lnTo>
                <a:lnTo>
                  <a:pt x="4524375" y="1901558"/>
                </a:lnTo>
                <a:lnTo>
                  <a:pt x="4524845" y="1902675"/>
                </a:lnTo>
                <a:lnTo>
                  <a:pt x="4526712" y="1904542"/>
                </a:lnTo>
                <a:lnTo>
                  <a:pt x="4527829" y="1905000"/>
                </a:lnTo>
                <a:lnTo>
                  <a:pt x="4530458" y="1905000"/>
                </a:lnTo>
                <a:lnTo>
                  <a:pt x="4531576" y="1904542"/>
                </a:lnTo>
                <a:lnTo>
                  <a:pt x="4533443" y="1902675"/>
                </a:lnTo>
                <a:lnTo>
                  <a:pt x="4533900" y="1901558"/>
                </a:lnTo>
                <a:lnTo>
                  <a:pt x="4533900" y="1898929"/>
                </a:lnTo>
                <a:close/>
              </a:path>
              <a:path w="4914900" h="3173729">
                <a:moveTo>
                  <a:pt x="4533900" y="1267104"/>
                </a:moveTo>
                <a:lnTo>
                  <a:pt x="4533443" y="1265986"/>
                </a:lnTo>
                <a:lnTo>
                  <a:pt x="4531576" y="1264119"/>
                </a:lnTo>
                <a:lnTo>
                  <a:pt x="4530458" y="1263650"/>
                </a:lnTo>
                <a:lnTo>
                  <a:pt x="4527829" y="1263650"/>
                </a:lnTo>
                <a:lnTo>
                  <a:pt x="4526712" y="1264119"/>
                </a:lnTo>
                <a:lnTo>
                  <a:pt x="4524845" y="1265986"/>
                </a:lnTo>
                <a:lnTo>
                  <a:pt x="4524375" y="1267104"/>
                </a:lnTo>
                <a:lnTo>
                  <a:pt x="4524375" y="1269733"/>
                </a:lnTo>
                <a:lnTo>
                  <a:pt x="4524845" y="1270850"/>
                </a:lnTo>
                <a:lnTo>
                  <a:pt x="4526712" y="1272717"/>
                </a:lnTo>
                <a:lnTo>
                  <a:pt x="4527829" y="1273175"/>
                </a:lnTo>
                <a:lnTo>
                  <a:pt x="4530458" y="1273175"/>
                </a:lnTo>
                <a:lnTo>
                  <a:pt x="4531576" y="1272717"/>
                </a:lnTo>
                <a:lnTo>
                  <a:pt x="4533443" y="1270850"/>
                </a:lnTo>
                <a:lnTo>
                  <a:pt x="4533900" y="1269733"/>
                </a:lnTo>
                <a:lnTo>
                  <a:pt x="4533900" y="1267104"/>
                </a:lnTo>
                <a:close/>
              </a:path>
              <a:path w="4914900" h="3173729">
                <a:moveTo>
                  <a:pt x="4533900" y="635279"/>
                </a:moveTo>
                <a:lnTo>
                  <a:pt x="4533443" y="634161"/>
                </a:lnTo>
                <a:lnTo>
                  <a:pt x="4531576" y="632294"/>
                </a:lnTo>
                <a:lnTo>
                  <a:pt x="4530458" y="631837"/>
                </a:lnTo>
                <a:lnTo>
                  <a:pt x="4527829" y="631837"/>
                </a:lnTo>
                <a:lnTo>
                  <a:pt x="4526712" y="632294"/>
                </a:lnTo>
                <a:lnTo>
                  <a:pt x="4524845" y="634161"/>
                </a:lnTo>
                <a:lnTo>
                  <a:pt x="4524375" y="635279"/>
                </a:lnTo>
                <a:lnTo>
                  <a:pt x="4524375" y="637908"/>
                </a:lnTo>
                <a:lnTo>
                  <a:pt x="4524845" y="639025"/>
                </a:lnTo>
                <a:lnTo>
                  <a:pt x="4526712" y="640892"/>
                </a:lnTo>
                <a:lnTo>
                  <a:pt x="4527829" y="641362"/>
                </a:lnTo>
                <a:lnTo>
                  <a:pt x="4530458" y="641362"/>
                </a:lnTo>
                <a:lnTo>
                  <a:pt x="4531576" y="640892"/>
                </a:lnTo>
                <a:lnTo>
                  <a:pt x="4533443" y="639025"/>
                </a:lnTo>
                <a:lnTo>
                  <a:pt x="4533900" y="637908"/>
                </a:lnTo>
                <a:lnTo>
                  <a:pt x="4533900" y="635279"/>
                </a:lnTo>
                <a:close/>
              </a:path>
              <a:path w="4914900" h="3173729">
                <a:moveTo>
                  <a:pt x="4533900" y="3454"/>
                </a:moveTo>
                <a:lnTo>
                  <a:pt x="4533443" y="2336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712" y="469"/>
                </a:lnTo>
                <a:lnTo>
                  <a:pt x="4524845" y="2336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712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4914900" h="3173729">
                <a:moveTo>
                  <a:pt x="4581525" y="2530754"/>
                </a:moveTo>
                <a:lnTo>
                  <a:pt x="4581068" y="2529636"/>
                </a:lnTo>
                <a:lnTo>
                  <a:pt x="4579201" y="2527770"/>
                </a:lnTo>
                <a:lnTo>
                  <a:pt x="4578083" y="2527300"/>
                </a:lnTo>
                <a:lnTo>
                  <a:pt x="4575454" y="2527300"/>
                </a:lnTo>
                <a:lnTo>
                  <a:pt x="4574337" y="2527770"/>
                </a:lnTo>
                <a:lnTo>
                  <a:pt x="4572470" y="2529636"/>
                </a:lnTo>
                <a:lnTo>
                  <a:pt x="4572000" y="2530754"/>
                </a:lnTo>
                <a:lnTo>
                  <a:pt x="4572000" y="2533383"/>
                </a:lnTo>
                <a:lnTo>
                  <a:pt x="4572470" y="2534501"/>
                </a:lnTo>
                <a:lnTo>
                  <a:pt x="4574337" y="2536367"/>
                </a:lnTo>
                <a:lnTo>
                  <a:pt x="4575454" y="2536825"/>
                </a:lnTo>
                <a:lnTo>
                  <a:pt x="4578083" y="2536825"/>
                </a:lnTo>
                <a:lnTo>
                  <a:pt x="4579201" y="2536367"/>
                </a:lnTo>
                <a:lnTo>
                  <a:pt x="4581068" y="2534501"/>
                </a:lnTo>
                <a:lnTo>
                  <a:pt x="4581525" y="2533383"/>
                </a:lnTo>
                <a:lnTo>
                  <a:pt x="4581525" y="2530754"/>
                </a:lnTo>
                <a:close/>
              </a:path>
              <a:path w="4914900" h="3173729">
                <a:moveTo>
                  <a:pt x="4581525" y="1898929"/>
                </a:moveTo>
                <a:lnTo>
                  <a:pt x="4581068" y="1897811"/>
                </a:lnTo>
                <a:lnTo>
                  <a:pt x="4579201" y="1895944"/>
                </a:lnTo>
                <a:lnTo>
                  <a:pt x="4578083" y="1895475"/>
                </a:lnTo>
                <a:lnTo>
                  <a:pt x="4575454" y="1895475"/>
                </a:lnTo>
                <a:lnTo>
                  <a:pt x="4574337" y="1895944"/>
                </a:lnTo>
                <a:lnTo>
                  <a:pt x="4572470" y="1897811"/>
                </a:lnTo>
                <a:lnTo>
                  <a:pt x="4572000" y="1898929"/>
                </a:lnTo>
                <a:lnTo>
                  <a:pt x="4572000" y="1901558"/>
                </a:lnTo>
                <a:lnTo>
                  <a:pt x="4572470" y="1902675"/>
                </a:lnTo>
                <a:lnTo>
                  <a:pt x="4574337" y="1904542"/>
                </a:lnTo>
                <a:lnTo>
                  <a:pt x="4575454" y="1905000"/>
                </a:lnTo>
                <a:lnTo>
                  <a:pt x="4578083" y="1905000"/>
                </a:lnTo>
                <a:lnTo>
                  <a:pt x="4579201" y="1904542"/>
                </a:lnTo>
                <a:lnTo>
                  <a:pt x="4581068" y="1902675"/>
                </a:lnTo>
                <a:lnTo>
                  <a:pt x="4581525" y="1901558"/>
                </a:lnTo>
                <a:lnTo>
                  <a:pt x="4581525" y="1898929"/>
                </a:lnTo>
                <a:close/>
              </a:path>
              <a:path w="4914900" h="3173729">
                <a:moveTo>
                  <a:pt x="4581525" y="1267104"/>
                </a:moveTo>
                <a:lnTo>
                  <a:pt x="4581068" y="1265986"/>
                </a:lnTo>
                <a:lnTo>
                  <a:pt x="4579201" y="1264119"/>
                </a:lnTo>
                <a:lnTo>
                  <a:pt x="4578083" y="1263650"/>
                </a:lnTo>
                <a:lnTo>
                  <a:pt x="4575454" y="1263650"/>
                </a:lnTo>
                <a:lnTo>
                  <a:pt x="4574337" y="1264119"/>
                </a:lnTo>
                <a:lnTo>
                  <a:pt x="4572470" y="1265986"/>
                </a:lnTo>
                <a:lnTo>
                  <a:pt x="4572000" y="1267104"/>
                </a:lnTo>
                <a:lnTo>
                  <a:pt x="4572000" y="1269733"/>
                </a:lnTo>
                <a:lnTo>
                  <a:pt x="4572470" y="1270850"/>
                </a:lnTo>
                <a:lnTo>
                  <a:pt x="4574337" y="1272717"/>
                </a:lnTo>
                <a:lnTo>
                  <a:pt x="4575454" y="1273175"/>
                </a:lnTo>
                <a:lnTo>
                  <a:pt x="4578083" y="1273175"/>
                </a:lnTo>
                <a:lnTo>
                  <a:pt x="4579201" y="1272717"/>
                </a:lnTo>
                <a:lnTo>
                  <a:pt x="4581068" y="1270850"/>
                </a:lnTo>
                <a:lnTo>
                  <a:pt x="4581525" y="1269733"/>
                </a:lnTo>
                <a:lnTo>
                  <a:pt x="4581525" y="1267104"/>
                </a:lnTo>
                <a:close/>
              </a:path>
              <a:path w="4914900" h="3173729">
                <a:moveTo>
                  <a:pt x="4581525" y="635279"/>
                </a:moveTo>
                <a:lnTo>
                  <a:pt x="4581068" y="634161"/>
                </a:lnTo>
                <a:lnTo>
                  <a:pt x="4579201" y="632294"/>
                </a:lnTo>
                <a:lnTo>
                  <a:pt x="4578083" y="631837"/>
                </a:lnTo>
                <a:lnTo>
                  <a:pt x="4575454" y="631837"/>
                </a:lnTo>
                <a:lnTo>
                  <a:pt x="4574337" y="632294"/>
                </a:lnTo>
                <a:lnTo>
                  <a:pt x="4572470" y="634161"/>
                </a:lnTo>
                <a:lnTo>
                  <a:pt x="4572000" y="635279"/>
                </a:lnTo>
                <a:lnTo>
                  <a:pt x="4572000" y="637908"/>
                </a:lnTo>
                <a:lnTo>
                  <a:pt x="4572470" y="639025"/>
                </a:lnTo>
                <a:lnTo>
                  <a:pt x="4574337" y="640892"/>
                </a:lnTo>
                <a:lnTo>
                  <a:pt x="4575454" y="641362"/>
                </a:lnTo>
                <a:lnTo>
                  <a:pt x="4578083" y="641362"/>
                </a:lnTo>
                <a:lnTo>
                  <a:pt x="4579201" y="640892"/>
                </a:lnTo>
                <a:lnTo>
                  <a:pt x="4581068" y="639025"/>
                </a:lnTo>
                <a:lnTo>
                  <a:pt x="4581525" y="637908"/>
                </a:lnTo>
                <a:lnTo>
                  <a:pt x="4581525" y="635279"/>
                </a:lnTo>
                <a:close/>
              </a:path>
              <a:path w="4914900" h="3173729">
                <a:moveTo>
                  <a:pt x="4581525" y="3454"/>
                </a:moveTo>
                <a:lnTo>
                  <a:pt x="4581068" y="2336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37" y="469"/>
                </a:lnTo>
                <a:lnTo>
                  <a:pt x="4572470" y="2336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37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4914900" h="3173729">
                <a:moveTo>
                  <a:pt x="4629150" y="2530754"/>
                </a:moveTo>
                <a:lnTo>
                  <a:pt x="4628693" y="2529636"/>
                </a:lnTo>
                <a:lnTo>
                  <a:pt x="4626826" y="2527770"/>
                </a:lnTo>
                <a:lnTo>
                  <a:pt x="4625708" y="2527300"/>
                </a:lnTo>
                <a:lnTo>
                  <a:pt x="4623079" y="2527300"/>
                </a:lnTo>
                <a:lnTo>
                  <a:pt x="4621962" y="2527770"/>
                </a:lnTo>
                <a:lnTo>
                  <a:pt x="4620095" y="2529636"/>
                </a:lnTo>
                <a:lnTo>
                  <a:pt x="4619625" y="2530754"/>
                </a:lnTo>
                <a:lnTo>
                  <a:pt x="4619625" y="2533383"/>
                </a:lnTo>
                <a:lnTo>
                  <a:pt x="4620095" y="2534501"/>
                </a:lnTo>
                <a:lnTo>
                  <a:pt x="4621962" y="2536367"/>
                </a:lnTo>
                <a:lnTo>
                  <a:pt x="4623079" y="2536825"/>
                </a:lnTo>
                <a:lnTo>
                  <a:pt x="4625708" y="2536825"/>
                </a:lnTo>
                <a:lnTo>
                  <a:pt x="4626826" y="2536367"/>
                </a:lnTo>
                <a:lnTo>
                  <a:pt x="4628693" y="2534501"/>
                </a:lnTo>
                <a:lnTo>
                  <a:pt x="4629150" y="2533383"/>
                </a:lnTo>
                <a:lnTo>
                  <a:pt x="4629150" y="2530754"/>
                </a:lnTo>
                <a:close/>
              </a:path>
              <a:path w="4914900" h="3173729">
                <a:moveTo>
                  <a:pt x="4629150" y="1898929"/>
                </a:moveTo>
                <a:lnTo>
                  <a:pt x="4628693" y="1897811"/>
                </a:lnTo>
                <a:lnTo>
                  <a:pt x="4626826" y="1895944"/>
                </a:lnTo>
                <a:lnTo>
                  <a:pt x="4625708" y="1895475"/>
                </a:lnTo>
                <a:lnTo>
                  <a:pt x="4623079" y="1895475"/>
                </a:lnTo>
                <a:lnTo>
                  <a:pt x="4621962" y="1895944"/>
                </a:lnTo>
                <a:lnTo>
                  <a:pt x="4620095" y="1897811"/>
                </a:lnTo>
                <a:lnTo>
                  <a:pt x="4619625" y="1898929"/>
                </a:lnTo>
                <a:lnTo>
                  <a:pt x="4619625" y="1901558"/>
                </a:lnTo>
                <a:lnTo>
                  <a:pt x="4620095" y="1902675"/>
                </a:lnTo>
                <a:lnTo>
                  <a:pt x="4621962" y="1904542"/>
                </a:lnTo>
                <a:lnTo>
                  <a:pt x="4623079" y="1905000"/>
                </a:lnTo>
                <a:lnTo>
                  <a:pt x="4625708" y="1905000"/>
                </a:lnTo>
                <a:lnTo>
                  <a:pt x="4626826" y="1904542"/>
                </a:lnTo>
                <a:lnTo>
                  <a:pt x="4628693" y="1902675"/>
                </a:lnTo>
                <a:lnTo>
                  <a:pt x="4629150" y="1901558"/>
                </a:lnTo>
                <a:lnTo>
                  <a:pt x="4629150" y="1898929"/>
                </a:lnTo>
                <a:close/>
              </a:path>
              <a:path w="4914900" h="3173729">
                <a:moveTo>
                  <a:pt x="4629150" y="1267104"/>
                </a:moveTo>
                <a:lnTo>
                  <a:pt x="4628693" y="1265986"/>
                </a:lnTo>
                <a:lnTo>
                  <a:pt x="4626826" y="1264119"/>
                </a:lnTo>
                <a:lnTo>
                  <a:pt x="4625708" y="1263650"/>
                </a:lnTo>
                <a:lnTo>
                  <a:pt x="4623079" y="1263650"/>
                </a:lnTo>
                <a:lnTo>
                  <a:pt x="4621962" y="1264119"/>
                </a:lnTo>
                <a:lnTo>
                  <a:pt x="4620095" y="1265986"/>
                </a:lnTo>
                <a:lnTo>
                  <a:pt x="4619625" y="1267104"/>
                </a:lnTo>
                <a:lnTo>
                  <a:pt x="4619625" y="1269733"/>
                </a:lnTo>
                <a:lnTo>
                  <a:pt x="4620095" y="1270850"/>
                </a:lnTo>
                <a:lnTo>
                  <a:pt x="4621962" y="1272717"/>
                </a:lnTo>
                <a:lnTo>
                  <a:pt x="4623079" y="1273175"/>
                </a:lnTo>
                <a:lnTo>
                  <a:pt x="4625708" y="1273175"/>
                </a:lnTo>
                <a:lnTo>
                  <a:pt x="4626826" y="1272717"/>
                </a:lnTo>
                <a:lnTo>
                  <a:pt x="4628693" y="1270850"/>
                </a:lnTo>
                <a:lnTo>
                  <a:pt x="4629150" y="1269733"/>
                </a:lnTo>
                <a:lnTo>
                  <a:pt x="4629150" y="1267104"/>
                </a:lnTo>
                <a:close/>
              </a:path>
              <a:path w="4914900" h="3173729">
                <a:moveTo>
                  <a:pt x="4629150" y="635279"/>
                </a:moveTo>
                <a:lnTo>
                  <a:pt x="4628693" y="634161"/>
                </a:lnTo>
                <a:lnTo>
                  <a:pt x="4626826" y="632294"/>
                </a:lnTo>
                <a:lnTo>
                  <a:pt x="4625708" y="631837"/>
                </a:lnTo>
                <a:lnTo>
                  <a:pt x="4623079" y="631837"/>
                </a:lnTo>
                <a:lnTo>
                  <a:pt x="4621962" y="632294"/>
                </a:lnTo>
                <a:lnTo>
                  <a:pt x="4620095" y="634161"/>
                </a:lnTo>
                <a:lnTo>
                  <a:pt x="4619625" y="635279"/>
                </a:lnTo>
                <a:lnTo>
                  <a:pt x="4619625" y="637908"/>
                </a:lnTo>
                <a:lnTo>
                  <a:pt x="4620095" y="639025"/>
                </a:lnTo>
                <a:lnTo>
                  <a:pt x="4621962" y="640892"/>
                </a:lnTo>
                <a:lnTo>
                  <a:pt x="4623079" y="641362"/>
                </a:lnTo>
                <a:lnTo>
                  <a:pt x="4625708" y="641362"/>
                </a:lnTo>
                <a:lnTo>
                  <a:pt x="4626826" y="640892"/>
                </a:lnTo>
                <a:lnTo>
                  <a:pt x="4628693" y="639025"/>
                </a:lnTo>
                <a:lnTo>
                  <a:pt x="4629150" y="637908"/>
                </a:lnTo>
                <a:lnTo>
                  <a:pt x="4629150" y="635279"/>
                </a:lnTo>
                <a:close/>
              </a:path>
              <a:path w="4914900" h="3173729">
                <a:moveTo>
                  <a:pt x="4629150" y="3454"/>
                </a:moveTo>
                <a:lnTo>
                  <a:pt x="4628693" y="2336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62" y="469"/>
                </a:lnTo>
                <a:lnTo>
                  <a:pt x="4620095" y="2336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62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4914900" h="3173729">
                <a:moveTo>
                  <a:pt x="4676775" y="2530754"/>
                </a:moveTo>
                <a:lnTo>
                  <a:pt x="4676318" y="2529636"/>
                </a:lnTo>
                <a:lnTo>
                  <a:pt x="4674451" y="2527770"/>
                </a:lnTo>
                <a:lnTo>
                  <a:pt x="4673333" y="2527300"/>
                </a:lnTo>
                <a:lnTo>
                  <a:pt x="4670704" y="2527300"/>
                </a:lnTo>
                <a:lnTo>
                  <a:pt x="4669587" y="2527770"/>
                </a:lnTo>
                <a:lnTo>
                  <a:pt x="4667720" y="2529636"/>
                </a:lnTo>
                <a:lnTo>
                  <a:pt x="4667250" y="2530754"/>
                </a:lnTo>
                <a:lnTo>
                  <a:pt x="4667250" y="2533383"/>
                </a:lnTo>
                <a:lnTo>
                  <a:pt x="4667720" y="2534501"/>
                </a:lnTo>
                <a:lnTo>
                  <a:pt x="4669587" y="2536367"/>
                </a:lnTo>
                <a:lnTo>
                  <a:pt x="4670704" y="2536825"/>
                </a:lnTo>
                <a:lnTo>
                  <a:pt x="4673333" y="2536825"/>
                </a:lnTo>
                <a:lnTo>
                  <a:pt x="4674451" y="2536367"/>
                </a:lnTo>
                <a:lnTo>
                  <a:pt x="4676318" y="2534501"/>
                </a:lnTo>
                <a:lnTo>
                  <a:pt x="4676775" y="2533383"/>
                </a:lnTo>
                <a:lnTo>
                  <a:pt x="4676775" y="2530754"/>
                </a:lnTo>
                <a:close/>
              </a:path>
              <a:path w="4914900" h="3173729">
                <a:moveTo>
                  <a:pt x="4676775" y="1898929"/>
                </a:moveTo>
                <a:lnTo>
                  <a:pt x="4676318" y="1897811"/>
                </a:lnTo>
                <a:lnTo>
                  <a:pt x="4674451" y="1895944"/>
                </a:lnTo>
                <a:lnTo>
                  <a:pt x="4673333" y="1895475"/>
                </a:lnTo>
                <a:lnTo>
                  <a:pt x="4670704" y="1895475"/>
                </a:lnTo>
                <a:lnTo>
                  <a:pt x="4669587" y="1895944"/>
                </a:lnTo>
                <a:lnTo>
                  <a:pt x="4667720" y="1897811"/>
                </a:lnTo>
                <a:lnTo>
                  <a:pt x="4667250" y="1898929"/>
                </a:lnTo>
                <a:lnTo>
                  <a:pt x="4667250" y="1901558"/>
                </a:lnTo>
                <a:lnTo>
                  <a:pt x="4667720" y="1902675"/>
                </a:lnTo>
                <a:lnTo>
                  <a:pt x="4669587" y="1904542"/>
                </a:lnTo>
                <a:lnTo>
                  <a:pt x="4670704" y="1905000"/>
                </a:lnTo>
                <a:lnTo>
                  <a:pt x="4673333" y="1905000"/>
                </a:lnTo>
                <a:lnTo>
                  <a:pt x="4674451" y="1904542"/>
                </a:lnTo>
                <a:lnTo>
                  <a:pt x="4676318" y="1902675"/>
                </a:lnTo>
                <a:lnTo>
                  <a:pt x="4676775" y="1901558"/>
                </a:lnTo>
                <a:lnTo>
                  <a:pt x="4676775" y="1898929"/>
                </a:lnTo>
                <a:close/>
              </a:path>
              <a:path w="4914900" h="3173729">
                <a:moveTo>
                  <a:pt x="4676775" y="1267104"/>
                </a:moveTo>
                <a:lnTo>
                  <a:pt x="4676318" y="1265986"/>
                </a:lnTo>
                <a:lnTo>
                  <a:pt x="4674451" y="1264119"/>
                </a:lnTo>
                <a:lnTo>
                  <a:pt x="4673333" y="1263650"/>
                </a:lnTo>
                <a:lnTo>
                  <a:pt x="4670704" y="1263650"/>
                </a:lnTo>
                <a:lnTo>
                  <a:pt x="4669587" y="1264119"/>
                </a:lnTo>
                <a:lnTo>
                  <a:pt x="4667720" y="1265986"/>
                </a:lnTo>
                <a:lnTo>
                  <a:pt x="4667250" y="1267104"/>
                </a:lnTo>
                <a:lnTo>
                  <a:pt x="4667250" y="1269733"/>
                </a:lnTo>
                <a:lnTo>
                  <a:pt x="4667720" y="1270850"/>
                </a:lnTo>
                <a:lnTo>
                  <a:pt x="4669587" y="1272717"/>
                </a:lnTo>
                <a:lnTo>
                  <a:pt x="4670704" y="1273175"/>
                </a:lnTo>
                <a:lnTo>
                  <a:pt x="4673333" y="1273175"/>
                </a:lnTo>
                <a:lnTo>
                  <a:pt x="4674451" y="1272717"/>
                </a:lnTo>
                <a:lnTo>
                  <a:pt x="4676318" y="1270850"/>
                </a:lnTo>
                <a:lnTo>
                  <a:pt x="4676775" y="1269733"/>
                </a:lnTo>
                <a:lnTo>
                  <a:pt x="4676775" y="1267104"/>
                </a:lnTo>
                <a:close/>
              </a:path>
              <a:path w="4914900" h="3173729">
                <a:moveTo>
                  <a:pt x="4676775" y="635279"/>
                </a:moveTo>
                <a:lnTo>
                  <a:pt x="4676318" y="634161"/>
                </a:lnTo>
                <a:lnTo>
                  <a:pt x="4674451" y="632294"/>
                </a:lnTo>
                <a:lnTo>
                  <a:pt x="4673333" y="631837"/>
                </a:lnTo>
                <a:lnTo>
                  <a:pt x="4670704" y="631837"/>
                </a:lnTo>
                <a:lnTo>
                  <a:pt x="4669587" y="632294"/>
                </a:lnTo>
                <a:lnTo>
                  <a:pt x="4667720" y="634161"/>
                </a:lnTo>
                <a:lnTo>
                  <a:pt x="4667250" y="635279"/>
                </a:lnTo>
                <a:lnTo>
                  <a:pt x="4667250" y="637908"/>
                </a:lnTo>
                <a:lnTo>
                  <a:pt x="4667720" y="639025"/>
                </a:lnTo>
                <a:lnTo>
                  <a:pt x="4669587" y="640892"/>
                </a:lnTo>
                <a:lnTo>
                  <a:pt x="4670704" y="641362"/>
                </a:lnTo>
                <a:lnTo>
                  <a:pt x="4673333" y="641362"/>
                </a:lnTo>
                <a:lnTo>
                  <a:pt x="4674451" y="640892"/>
                </a:lnTo>
                <a:lnTo>
                  <a:pt x="4676318" y="639025"/>
                </a:lnTo>
                <a:lnTo>
                  <a:pt x="4676775" y="637908"/>
                </a:lnTo>
                <a:lnTo>
                  <a:pt x="4676775" y="635279"/>
                </a:lnTo>
                <a:close/>
              </a:path>
              <a:path w="4914900" h="3173729">
                <a:moveTo>
                  <a:pt x="4676775" y="3454"/>
                </a:moveTo>
                <a:lnTo>
                  <a:pt x="4676318" y="2336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87" y="469"/>
                </a:lnTo>
                <a:lnTo>
                  <a:pt x="4667720" y="2336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87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4914900" h="3173729">
                <a:moveTo>
                  <a:pt x="4724400" y="2530754"/>
                </a:moveTo>
                <a:lnTo>
                  <a:pt x="4723943" y="2529636"/>
                </a:lnTo>
                <a:lnTo>
                  <a:pt x="4722076" y="2527770"/>
                </a:lnTo>
                <a:lnTo>
                  <a:pt x="4720958" y="2527300"/>
                </a:lnTo>
                <a:lnTo>
                  <a:pt x="4718329" y="2527300"/>
                </a:lnTo>
                <a:lnTo>
                  <a:pt x="4717212" y="2527770"/>
                </a:lnTo>
                <a:lnTo>
                  <a:pt x="4715345" y="2529636"/>
                </a:lnTo>
                <a:lnTo>
                  <a:pt x="4714875" y="2530754"/>
                </a:lnTo>
                <a:lnTo>
                  <a:pt x="4714875" y="2533383"/>
                </a:lnTo>
                <a:lnTo>
                  <a:pt x="4715345" y="2534501"/>
                </a:lnTo>
                <a:lnTo>
                  <a:pt x="4717212" y="2536367"/>
                </a:lnTo>
                <a:lnTo>
                  <a:pt x="4718329" y="2536825"/>
                </a:lnTo>
                <a:lnTo>
                  <a:pt x="4720958" y="2536825"/>
                </a:lnTo>
                <a:lnTo>
                  <a:pt x="4722076" y="2536367"/>
                </a:lnTo>
                <a:lnTo>
                  <a:pt x="4723943" y="2534501"/>
                </a:lnTo>
                <a:lnTo>
                  <a:pt x="4724400" y="2533383"/>
                </a:lnTo>
                <a:lnTo>
                  <a:pt x="4724400" y="2530754"/>
                </a:lnTo>
                <a:close/>
              </a:path>
              <a:path w="4914900" h="3173729">
                <a:moveTo>
                  <a:pt x="4724400" y="1898929"/>
                </a:moveTo>
                <a:lnTo>
                  <a:pt x="4723943" y="1897811"/>
                </a:lnTo>
                <a:lnTo>
                  <a:pt x="4722076" y="1895944"/>
                </a:lnTo>
                <a:lnTo>
                  <a:pt x="4720958" y="1895475"/>
                </a:lnTo>
                <a:lnTo>
                  <a:pt x="4718329" y="1895475"/>
                </a:lnTo>
                <a:lnTo>
                  <a:pt x="4717212" y="1895944"/>
                </a:lnTo>
                <a:lnTo>
                  <a:pt x="4715345" y="1897811"/>
                </a:lnTo>
                <a:lnTo>
                  <a:pt x="4714875" y="1898929"/>
                </a:lnTo>
                <a:lnTo>
                  <a:pt x="4714875" y="1901558"/>
                </a:lnTo>
                <a:lnTo>
                  <a:pt x="4715345" y="1902675"/>
                </a:lnTo>
                <a:lnTo>
                  <a:pt x="4717212" y="1904542"/>
                </a:lnTo>
                <a:lnTo>
                  <a:pt x="4718329" y="1905000"/>
                </a:lnTo>
                <a:lnTo>
                  <a:pt x="4720958" y="1905000"/>
                </a:lnTo>
                <a:lnTo>
                  <a:pt x="4722076" y="1904542"/>
                </a:lnTo>
                <a:lnTo>
                  <a:pt x="4723943" y="1902675"/>
                </a:lnTo>
                <a:lnTo>
                  <a:pt x="4724400" y="1901558"/>
                </a:lnTo>
                <a:lnTo>
                  <a:pt x="4724400" y="1898929"/>
                </a:lnTo>
                <a:close/>
              </a:path>
              <a:path w="4914900" h="3173729">
                <a:moveTo>
                  <a:pt x="4724400" y="1267104"/>
                </a:moveTo>
                <a:lnTo>
                  <a:pt x="4723943" y="1265986"/>
                </a:lnTo>
                <a:lnTo>
                  <a:pt x="4722076" y="1264119"/>
                </a:lnTo>
                <a:lnTo>
                  <a:pt x="4720958" y="1263650"/>
                </a:lnTo>
                <a:lnTo>
                  <a:pt x="4718329" y="1263650"/>
                </a:lnTo>
                <a:lnTo>
                  <a:pt x="4717212" y="1264119"/>
                </a:lnTo>
                <a:lnTo>
                  <a:pt x="4715345" y="1265986"/>
                </a:lnTo>
                <a:lnTo>
                  <a:pt x="4714875" y="1267104"/>
                </a:lnTo>
                <a:lnTo>
                  <a:pt x="4714875" y="1269733"/>
                </a:lnTo>
                <a:lnTo>
                  <a:pt x="4715345" y="1270850"/>
                </a:lnTo>
                <a:lnTo>
                  <a:pt x="4717212" y="1272717"/>
                </a:lnTo>
                <a:lnTo>
                  <a:pt x="4718329" y="1273175"/>
                </a:lnTo>
                <a:lnTo>
                  <a:pt x="4720958" y="1273175"/>
                </a:lnTo>
                <a:lnTo>
                  <a:pt x="4722076" y="1272717"/>
                </a:lnTo>
                <a:lnTo>
                  <a:pt x="4723943" y="1270850"/>
                </a:lnTo>
                <a:lnTo>
                  <a:pt x="4724400" y="1269733"/>
                </a:lnTo>
                <a:lnTo>
                  <a:pt x="4724400" y="1267104"/>
                </a:lnTo>
                <a:close/>
              </a:path>
              <a:path w="4914900" h="3173729">
                <a:moveTo>
                  <a:pt x="4724400" y="635279"/>
                </a:moveTo>
                <a:lnTo>
                  <a:pt x="4723943" y="634161"/>
                </a:lnTo>
                <a:lnTo>
                  <a:pt x="4722076" y="632294"/>
                </a:lnTo>
                <a:lnTo>
                  <a:pt x="4720958" y="631837"/>
                </a:lnTo>
                <a:lnTo>
                  <a:pt x="4718329" y="631837"/>
                </a:lnTo>
                <a:lnTo>
                  <a:pt x="4717212" y="632294"/>
                </a:lnTo>
                <a:lnTo>
                  <a:pt x="4715345" y="634161"/>
                </a:lnTo>
                <a:lnTo>
                  <a:pt x="4714875" y="635279"/>
                </a:lnTo>
                <a:lnTo>
                  <a:pt x="4714875" y="637908"/>
                </a:lnTo>
                <a:lnTo>
                  <a:pt x="4715345" y="639025"/>
                </a:lnTo>
                <a:lnTo>
                  <a:pt x="4717212" y="640892"/>
                </a:lnTo>
                <a:lnTo>
                  <a:pt x="4718329" y="641362"/>
                </a:lnTo>
                <a:lnTo>
                  <a:pt x="4720958" y="641362"/>
                </a:lnTo>
                <a:lnTo>
                  <a:pt x="4722076" y="640892"/>
                </a:lnTo>
                <a:lnTo>
                  <a:pt x="4723943" y="639025"/>
                </a:lnTo>
                <a:lnTo>
                  <a:pt x="4724400" y="637908"/>
                </a:lnTo>
                <a:lnTo>
                  <a:pt x="4724400" y="635279"/>
                </a:lnTo>
                <a:close/>
              </a:path>
              <a:path w="4914900" h="3173729">
                <a:moveTo>
                  <a:pt x="4724400" y="3454"/>
                </a:moveTo>
                <a:lnTo>
                  <a:pt x="4723943" y="2336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212" y="469"/>
                </a:lnTo>
                <a:lnTo>
                  <a:pt x="4715345" y="2336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212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  <a:path w="4914900" h="3173729">
                <a:moveTo>
                  <a:pt x="4772025" y="2530754"/>
                </a:moveTo>
                <a:lnTo>
                  <a:pt x="4771568" y="2529636"/>
                </a:lnTo>
                <a:lnTo>
                  <a:pt x="4769701" y="2527770"/>
                </a:lnTo>
                <a:lnTo>
                  <a:pt x="4768583" y="2527300"/>
                </a:lnTo>
                <a:lnTo>
                  <a:pt x="4765954" y="2527300"/>
                </a:lnTo>
                <a:lnTo>
                  <a:pt x="4764837" y="2527770"/>
                </a:lnTo>
                <a:lnTo>
                  <a:pt x="4762970" y="2529636"/>
                </a:lnTo>
                <a:lnTo>
                  <a:pt x="4762500" y="2530754"/>
                </a:lnTo>
                <a:lnTo>
                  <a:pt x="4762500" y="2533383"/>
                </a:lnTo>
                <a:lnTo>
                  <a:pt x="4762970" y="2534501"/>
                </a:lnTo>
                <a:lnTo>
                  <a:pt x="4764837" y="2536367"/>
                </a:lnTo>
                <a:lnTo>
                  <a:pt x="4765954" y="2536825"/>
                </a:lnTo>
                <a:lnTo>
                  <a:pt x="4768583" y="2536825"/>
                </a:lnTo>
                <a:lnTo>
                  <a:pt x="4769701" y="2536367"/>
                </a:lnTo>
                <a:lnTo>
                  <a:pt x="4771568" y="2534501"/>
                </a:lnTo>
                <a:lnTo>
                  <a:pt x="4772025" y="2533383"/>
                </a:lnTo>
                <a:lnTo>
                  <a:pt x="4772025" y="2530754"/>
                </a:lnTo>
                <a:close/>
              </a:path>
              <a:path w="4914900" h="3173729">
                <a:moveTo>
                  <a:pt x="4772025" y="1898929"/>
                </a:moveTo>
                <a:lnTo>
                  <a:pt x="4771568" y="1897811"/>
                </a:lnTo>
                <a:lnTo>
                  <a:pt x="4769701" y="1895944"/>
                </a:lnTo>
                <a:lnTo>
                  <a:pt x="4768583" y="1895475"/>
                </a:lnTo>
                <a:lnTo>
                  <a:pt x="4765954" y="1895475"/>
                </a:lnTo>
                <a:lnTo>
                  <a:pt x="4764837" y="1895944"/>
                </a:lnTo>
                <a:lnTo>
                  <a:pt x="4762970" y="1897811"/>
                </a:lnTo>
                <a:lnTo>
                  <a:pt x="4762500" y="1898929"/>
                </a:lnTo>
                <a:lnTo>
                  <a:pt x="4762500" y="1901558"/>
                </a:lnTo>
                <a:lnTo>
                  <a:pt x="4762970" y="1902675"/>
                </a:lnTo>
                <a:lnTo>
                  <a:pt x="4764837" y="1904542"/>
                </a:lnTo>
                <a:lnTo>
                  <a:pt x="4765954" y="1905000"/>
                </a:lnTo>
                <a:lnTo>
                  <a:pt x="4768583" y="1905000"/>
                </a:lnTo>
                <a:lnTo>
                  <a:pt x="4769701" y="1904542"/>
                </a:lnTo>
                <a:lnTo>
                  <a:pt x="4771568" y="1902675"/>
                </a:lnTo>
                <a:lnTo>
                  <a:pt x="4772025" y="1901558"/>
                </a:lnTo>
                <a:lnTo>
                  <a:pt x="4772025" y="1898929"/>
                </a:lnTo>
                <a:close/>
              </a:path>
              <a:path w="4914900" h="3173729">
                <a:moveTo>
                  <a:pt x="4772025" y="1267104"/>
                </a:moveTo>
                <a:lnTo>
                  <a:pt x="4771568" y="1265986"/>
                </a:lnTo>
                <a:lnTo>
                  <a:pt x="4769701" y="1264119"/>
                </a:lnTo>
                <a:lnTo>
                  <a:pt x="4768583" y="1263650"/>
                </a:lnTo>
                <a:lnTo>
                  <a:pt x="4765954" y="1263650"/>
                </a:lnTo>
                <a:lnTo>
                  <a:pt x="4764837" y="1264119"/>
                </a:lnTo>
                <a:lnTo>
                  <a:pt x="4762970" y="1265986"/>
                </a:lnTo>
                <a:lnTo>
                  <a:pt x="4762500" y="1267104"/>
                </a:lnTo>
                <a:lnTo>
                  <a:pt x="4762500" y="1269733"/>
                </a:lnTo>
                <a:lnTo>
                  <a:pt x="4762970" y="1270850"/>
                </a:lnTo>
                <a:lnTo>
                  <a:pt x="4764837" y="1272717"/>
                </a:lnTo>
                <a:lnTo>
                  <a:pt x="4765954" y="1273175"/>
                </a:lnTo>
                <a:lnTo>
                  <a:pt x="4768583" y="1273175"/>
                </a:lnTo>
                <a:lnTo>
                  <a:pt x="4769701" y="1272717"/>
                </a:lnTo>
                <a:lnTo>
                  <a:pt x="4771568" y="1270850"/>
                </a:lnTo>
                <a:lnTo>
                  <a:pt x="4772025" y="1269733"/>
                </a:lnTo>
                <a:lnTo>
                  <a:pt x="4772025" y="1267104"/>
                </a:lnTo>
                <a:close/>
              </a:path>
              <a:path w="4914900" h="3173729">
                <a:moveTo>
                  <a:pt x="4772025" y="635279"/>
                </a:moveTo>
                <a:lnTo>
                  <a:pt x="4771568" y="634161"/>
                </a:lnTo>
                <a:lnTo>
                  <a:pt x="4769701" y="632294"/>
                </a:lnTo>
                <a:lnTo>
                  <a:pt x="4768583" y="631837"/>
                </a:lnTo>
                <a:lnTo>
                  <a:pt x="4765954" y="631837"/>
                </a:lnTo>
                <a:lnTo>
                  <a:pt x="4764837" y="632294"/>
                </a:lnTo>
                <a:lnTo>
                  <a:pt x="4762970" y="634161"/>
                </a:lnTo>
                <a:lnTo>
                  <a:pt x="4762500" y="635279"/>
                </a:lnTo>
                <a:lnTo>
                  <a:pt x="4762500" y="637908"/>
                </a:lnTo>
                <a:lnTo>
                  <a:pt x="4762970" y="639025"/>
                </a:lnTo>
                <a:lnTo>
                  <a:pt x="4764837" y="640892"/>
                </a:lnTo>
                <a:lnTo>
                  <a:pt x="4765954" y="641362"/>
                </a:lnTo>
                <a:lnTo>
                  <a:pt x="4768583" y="641362"/>
                </a:lnTo>
                <a:lnTo>
                  <a:pt x="4769701" y="640892"/>
                </a:lnTo>
                <a:lnTo>
                  <a:pt x="4771568" y="639025"/>
                </a:lnTo>
                <a:lnTo>
                  <a:pt x="4772025" y="637908"/>
                </a:lnTo>
                <a:lnTo>
                  <a:pt x="4772025" y="635279"/>
                </a:lnTo>
                <a:close/>
              </a:path>
              <a:path w="4914900" h="3173729">
                <a:moveTo>
                  <a:pt x="4772025" y="3454"/>
                </a:moveTo>
                <a:lnTo>
                  <a:pt x="4771568" y="2336"/>
                </a:lnTo>
                <a:lnTo>
                  <a:pt x="4769701" y="469"/>
                </a:lnTo>
                <a:lnTo>
                  <a:pt x="4768583" y="0"/>
                </a:lnTo>
                <a:lnTo>
                  <a:pt x="4765954" y="0"/>
                </a:lnTo>
                <a:lnTo>
                  <a:pt x="4764837" y="469"/>
                </a:lnTo>
                <a:lnTo>
                  <a:pt x="4762970" y="2336"/>
                </a:lnTo>
                <a:lnTo>
                  <a:pt x="4762500" y="3454"/>
                </a:lnTo>
                <a:lnTo>
                  <a:pt x="4762500" y="6083"/>
                </a:lnTo>
                <a:lnTo>
                  <a:pt x="4762970" y="7200"/>
                </a:lnTo>
                <a:lnTo>
                  <a:pt x="4764837" y="9067"/>
                </a:lnTo>
                <a:lnTo>
                  <a:pt x="4765954" y="9525"/>
                </a:lnTo>
                <a:lnTo>
                  <a:pt x="4768583" y="9525"/>
                </a:lnTo>
                <a:lnTo>
                  <a:pt x="4769701" y="9067"/>
                </a:lnTo>
                <a:lnTo>
                  <a:pt x="4771568" y="7200"/>
                </a:lnTo>
                <a:lnTo>
                  <a:pt x="4772025" y="6083"/>
                </a:lnTo>
                <a:lnTo>
                  <a:pt x="4772025" y="3454"/>
                </a:lnTo>
                <a:close/>
              </a:path>
              <a:path w="4914900" h="3173729">
                <a:moveTo>
                  <a:pt x="4819650" y="2530754"/>
                </a:moveTo>
                <a:lnTo>
                  <a:pt x="4819193" y="2529636"/>
                </a:lnTo>
                <a:lnTo>
                  <a:pt x="4817326" y="2527770"/>
                </a:lnTo>
                <a:lnTo>
                  <a:pt x="4816208" y="2527300"/>
                </a:lnTo>
                <a:lnTo>
                  <a:pt x="4813579" y="2527300"/>
                </a:lnTo>
                <a:lnTo>
                  <a:pt x="4812449" y="2527770"/>
                </a:lnTo>
                <a:lnTo>
                  <a:pt x="4810595" y="2529636"/>
                </a:lnTo>
                <a:lnTo>
                  <a:pt x="4810125" y="2530754"/>
                </a:lnTo>
                <a:lnTo>
                  <a:pt x="4810125" y="2533383"/>
                </a:lnTo>
                <a:lnTo>
                  <a:pt x="4810595" y="2534501"/>
                </a:lnTo>
                <a:lnTo>
                  <a:pt x="4812449" y="2536367"/>
                </a:lnTo>
                <a:lnTo>
                  <a:pt x="4813579" y="2536825"/>
                </a:lnTo>
                <a:lnTo>
                  <a:pt x="4816208" y="2536825"/>
                </a:lnTo>
                <a:lnTo>
                  <a:pt x="4817326" y="2536367"/>
                </a:lnTo>
                <a:lnTo>
                  <a:pt x="4819193" y="2534501"/>
                </a:lnTo>
                <a:lnTo>
                  <a:pt x="4819650" y="2533383"/>
                </a:lnTo>
                <a:lnTo>
                  <a:pt x="4819650" y="2530754"/>
                </a:lnTo>
                <a:close/>
              </a:path>
              <a:path w="4914900" h="3173729">
                <a:moveTo>
                  <a:pt x="4819650" y="1898929"/>
                </a:moveTo>
                <a:lnTo>
                  <a:pt x="4819193" y="1897811"/>
                </a:lnTo>
                <a:lnTo>
                  <a:pt x="4817326" y="1895944"/>
                </a:lnTo>
                <a:lnTo>
                  <a:pt x="4816208" y="1895475"/>
                </a:lnTo>
                <a:lnTo>
                  <a:pt x="4813579" y="1895475"/>
                </a:lnTo>
                <a:lnTo>
                  <a:pt x="4812449" y="1895944"/>
                </a:lnTo>
                <a:lnTo>
                  <a:pt x="4810595" y="1897811"/>
                </a:lnTo>
                <a:lnTo>
                  <a:pt x="4810125" y="1898929"/>
                </a:lnTo>
                <a:lnTo>
                  <a:pt x="4810125" y="1901558"/>
                </a:lnTo>
                <a:lnTo>
                  <a:pt x="4810595" y="1902675"/>
                </a:lnTo>
                <a:lnTo>
                  <a:pt x="4812449" y="1904542"/>
                </a:lnTo>
                <a:lnTo>
                  <a:pt x="4813579" y="1905000"/>
                </a:lnTo>
                <a:lnTo>
                  <a:pt x="4816208" y="1905000"/>
                </a:lnTo>
                <a:lnTo>
                  <a:pt x="4817326" y="1904542"/>
                </a:lnTo>
                <a:lnTo>
                  <a:pt x="4819193" y="1902675"/>
                </a:lnTo>
                <a:lnTo>
                  <a:pt x="4819650" y="1901558"/>
                </a:lnTo>
                <a:lnTo>
                  <a:pt x="4819650" y="1898929"/>
                </a:lnTo>
                <a:close/>
              </a:path>
              <a:path w="4914900" h="3173729">
                <a:moveTo>
                  <a:pt x="4819650" y="1267104"/>
                </a:moveTo>
                <a:lnTo>
                  <a:pt x="4819193" y="1265986"/>
                </a:lnTo>
                <a:lnTo>
                  <a:pt x="4817326" y="1264119"/>
                </a:lnTo>
                <a:lnTo>
                  <a:pt x="4816208" y="1263650"/>
                </a:lnTo>
                <a:lnTo>
                  <a:pt x="4813579" y="1263650"/>
                </a:lnTo>
                <a:lnTo>
                  <a:pt x="4812449" y="1264119"/>
                </a:lnTo>
                <a:lnTo>
                  <a:pt x="4810595" y="1265986"/>
                </a:lnTo>
                <a:lnTo>
                  <a:pt x="4810125" y="1267104"/>
                </a:lnTo>
                <a:lnTo>
                  <a:pt x="4810125" y="1269733"/>
                </a:lnTo>
                <a:lnTo>
                  <a:pt x="4810595" y="1270850"/>
                </a:lnTo>
                <a:lnTo>
                  <a:pt x="4812449" y="1272717"/>
                </a:lnTo>
                <a:lnTo>
                  <a:pt x="4813579" y="1273175"/>
                </a:lnTo>
                <a:lnTo>
                  <a:pt x="4816208" y="1273175"/>
                </a:lnTo>
                <a:lnTo>
                  <a:pt x="4817326" y="1272717"/>
                </a:lnTo>
                <a:lnTo>
                  <a:pt x="4819193" y="1270850"/>
                </a:lnTo>
                <a:lnTo>
                  <a:pt x="4819650" y="1269733"/>
                </a:lnTo>
                <a:lnTo>
                  <a:pt x="4819650" y="1267104"/>
                </a:lnTo>
                <a:close/>
              </a:path>
              <a:path w="4914900" h="3173729">
                <a:moveTo>
                  <a:pt x="4819650" y="635279"/>
                </a:moveTo>
                <a:lnTo>
                  <a:pt x="4819193" y="634161"/>
                </a:lnTo>
                <a:lnTo>
                  <a:pt x="4817326" y="632294"/>
                </a:lnTo>
                <a:lnTo>
                  <a:pt x="4816208" y="631837"/>
                </a:lnTo>
                <a:lnTo>
                  <a:pt x="4813579" y="631837"/>
                </a:lnTo>
                <a:lnTo>
                  <a:pt x="4812449" y="632294"/>
                </a:lnTo>
                <a:lnTo>
                  <a:pt x="4810595" y="634161"/>
                </a:lnTo>
                <a:lnTo>
                  <a:pt x="4810125" y="635279"/>
                </a:lnTo>
                <a:lnTo>
                  <a:pt x="4810125" y="637908"/>
                </a:lnTo>
                <a:lnTo>
                  <a:pt x="4810595" y="639025"/>
                </a:lnTo>
                <a:lnTo>
                  <a:pt x="4812449" y="640892"/>
                </a:lnTo>
                <a:lnTo>
                  <a:pt x="4813579" y="641362"/>
                </a:lnTo>
                <a:lnTo>
                  <a:pt x="4816208" y="641362"/>
                </a:lnTo>
                <a:lnTo>
                  <a:pt x="4817326" y="640892"/>
                </a:lnTo>
                <a:lnTo>
                  <a:pt x="4819193" y="639025"/>
                </a:lnTo>
                <a:lnTo>
                  <a:pt x="4819650" y="637908"/>
                </a:lnTo>
                <a:lnTo>
                  <a:pt x="4819650" y="635279"/>
                </a:lnTo>
                <a:close/>
              </a:path>
              <a:path w="4914900" h="3173729">
                <a:moveTo>
                  <a:pt x="4819650" y="3454"/>
                </a:moveTo>
                <a:lnTo>
                  <a:pt x="4819193" y="2336"/>
                </a:lnTo>
                <a:lnTo>
                  <a:pt x="4817326" y="469"/>
                </a:lnTo>
                <a:lnTo>
                  <a:pt x="4816208" y="0"/>
                </a:lnTo>
                <a:lnTo>
                  <a:pt x="4813579" y="0"/>
                </a:lnTo>
                <a:lnTo>
                  <a:pt x="4812449" y="469"/>
                </a:lnTo>
                <a:lnTo>
                  <a:pt x="4810595" y="2336"/>
                </a:lnTo>
                <a:lnTo>
                  <a:pt x="4810125" y="3454"/>
                </a:lnTo>
                <a:lnTo>
                  <a:pt x="4810125" y="6083"/>
                </a:lnTo>
                <a:lnTo>
                  <a:pt x="4810595" y="7200"/>
                </a:lnTo>
                <a:lnTo>
                  <a:pt x="4812449" y="9067"/>
                </a:lnTo>
                <a:lnTo>
                  <a:pt x="4813579" y="9525"/>
                </a:lnTo>
                <a:lnTo>
                  <a:pt x="4816208" y="9525"/>
                </a:lnTo>
                <a:lnTo>
                  <a:pt x="4817326" y="9067"/>
                </a:lnTo>
                <a:lnTo>
                  <a:pt x="4819193" y="7200"/>
                </a:lnTo>
                <a:lnTo>
                  <a:pt x="4819650" y="6083"/>
                </a:lnTo>
                <a:lnTo>
                  <a:pt x="4819650" y="3454"/>
                </a:lnTo>
                <a:close/>
              </a:path>
              <a:path w="4914900" h="3173729">
                <a:moveTo>
                  <a:pt x="4867275" y="2530754"/>
                </a:moveTo>
                <a:lnTo>
                  <a:pt x="4866818" y="2529636"/>
                </a:lnTo>
                <a:lnTo>
                  <a:pt x="4864951" y="2527770"/>
                </a:lnTo>
                <a:lnTo>
                  <a:pt x="4863833" y="2527300"/>
                </a:lnTo>
                <a:lnTo>
                  <a:pt x="4861204" y="2527300"/>
                </a:lnTo>
                <a:lnTo>
                  <a:pt x="4860074" y="2527770"/>
                </a:lnTo>
                <a:lnTo>
                  <a:pt x="4858220" y="2529636"/>
                </a:lnTo>
                <a:lnTo>
                  <a:pt x="4857750" y="2530754"/>
                </a:lnTo>
                <a:lnTo>
                  <a:pt x="4857750" y="2533383"/>
                </a:lnTo>
                <a:lnTo>
                  <a:pt x="4858220" y="2534501"/>
                </a:lnTo>
                <a:lnTo>
                  <a:pt x="4860074" y="2536367"/>
                </a:lnTo>
                <a:lnTo>
                  <a:pt x="4861204" y="2536825"/>
                </a:lnTo>
                <a:lnTo>
                  <a:pt x="4863833" y="2536825"/>
                </a:lnTo>
                <a:lnTo>
                  <a:pt x="4864951" y="2536367"/>
                </a:lnTo>
                <a:lnTo>
                  <a:pt x="4866818" y="2534501"/>
                </a:lnTo>
                <a:lnTo>
                  <a:pt x="4867275" y="2533383"/>
                </a:lnTo>
                <a:lnTo>
                  <a:pt x="4867275" y="2530754"/>
                </a:lnTo>
                <a:close/>
              </a:path>
              <a:path w="4914900" h="3173729">
                <a:moveTo>
                  <a:pt x="4867275" y="1898929"/>
                </a:moveTo>
                <a:lnTo>
                  <a:pt x="4866818" y="1897811"/>
                </a:lnTo>
                <a:lnTo>
                  <a:pt x="4864951" y="1895944"/>
                </a:lnTo>
                <a:lnTo>
                  <a:pt x="4863833" y="1895475"/>
                </a:lnTo>
                <a:lnTo>
                  <a:pt x="4861204" y="1895475"/>
                </a:lnTo>
                <a:lnTo>
                  <a:pt x="4860074" y="1895944"/>
                </a:lnTo>
                <a:lnTo>
                  <a:pt x="4858220" y="1897811"/>
                </a:lnTo>
                <a:lnTo>
                  <a:pt x="4857750" y="1898929"/>
                </a:lnTo>
                <a:lnTo>
                  <a:pt x="4857750" y="1901558"/>
                </a:lnTo>
                <a:lnTo>
                  <a:pt x="4858220" y="1902675"/>
                </a:lnTo>
                <a:lnTo>
                  <a:pt x="4860074" y="1904542"/>
                </a:lnTo>
                <a:lnTo>
                  <a:pt x="4861204" y="1905000"/>
                </a:lnTo>
                <a:lnTo>
                  <a:pt x="4863833" y="1905000"/>
                </a:lnTo>
                <a:lnTo>
                  <a:pt x="4864951" y="1904542"/>
                </a:lnTo>
                <a:lnTo>
                  <a:pt x="4866818" y="1902675"/>
                </a:lnTo>
                <a:lnTo>
                  <a:pt x="4867275" y="1901558"/>
                </a:lnTo>
                <a:lnTo>
                  <a:pt x="4867275" y="1898929"/>
                </a:lnTo>
                <a:close/>
              </a:path>
              <a:path w="4914900" h="3173729">
                <a:moveTo>
                  <a:pt x="4867275" y="1267104"/>
                </a:moveTo>
                <a:lnTo>
                  <a:pt x="4866818" y="1265986"/>
                </a:lnTo>
                <a:lnTo>
                  <a:pt x="4864951" y="1264119"/>
                </a:lnTo>
                <a:lnTo>
                  <a:pt x="4863833" y="1263650"/>
                </a:lnTo>
                <a:lnTo>
                  <a:pt x="4861204" y="1263650"/>
                </a:lnTo>
                <a:lnTo>
                  <a:pt x="4860074" y="1264119"/>
                </a:lnTo>
                <a:lnTo>
                  <a:pt x="4858220" y="1265986"/>
                </a:lnTo>
                <a:lnTo>
                  <a:pt x="4857750" y="1267104"/>
                </a:lnTo>
                <a:lnTo>
                  <a:pt x="4857750" y="1269733"/>
                </a:lnTo>
                <a:lnTo>
                  <a:pt x="4858220" y="1270850"/>
                </a:lnTo>
                <a:lnTo>
                  <a:pt x="4860074" y="1272717"/>
                </a:lnTo>
                <a:lnTo>
                  <a:pt x="4861204" y="1273175"/>
                </a:lnTo>
                <a:lnTo>
                  <a:pt x="4863833" y="1273175"/>
                </a:lnTo>
                <a:lnTo>
                  <a:pt x="4864951" y="1272717"/>
                </a:lnTo>
                <a:lnTo>
                  <a:pt x="4866818" y="1270850"/>
                </a:lnTo>
                <a:lnTo>
                  <a:pt x="4867275" y="1269733"/>
                </a:lnTo>
                <a:lnTo>
                  <a:pt x="4867275" y="1267104"/>
                </a:lnTo>
                <a:close/>
              </a:path>
              <a:path w="4914900" h="3173729">
                <a:moveTo>
                  <a:pt x="4867275" y="635279"/>
                </a:moveTo>
                <a:lnTo>
                  <a:pt x="4866818" y="634161"/>
                </a:lnTo>
                <a:lnTo>
                  <a:pt x="4864951" y="632294"/>
                </a:lnTo>
                <a:lnTo>
                  <a:pt x="4863833" y="631837"/>
                </a:lnTo>
                <a:lnTo>
                  <a:pt x="4861204" y="631837"/>
                </a:lnTo>
                <a:lnTo>
                  <a:pt x="4860074" y="632294"/>
                </a:lnTo>
                <a:lnTo>
                  <a:pt x="4858220" y="634161"/>
                </a:lnTo>
                <a:lnTo>
                  <a:pt x="4857750" y="635279"/>
                </a:lnTo>
                <a:lnTo>
                  <a:pt x="4857750" y="637908"/>
                </a:lnTo>
                <a:lnTo>
                  <a:pt x="4858220" y="639025"/>
                </a:lnTo>
                <a:lnTo>
                  <a:pt x="4860074" y="640892"/>
                </a:lnTo>
                <a:lnTo>
                  <a:pt x="4861204" y="641362"/>
                </a:lnTo>
                <a:lnTo>
                  <a:pt x="4863833" y="641362"/>
                </a:lnTo>
                <a:lnTo>
                  <a:pt x="4864951" y="640892"/>
                </a:lnTo>
                <a:lnTo>
                  <a:pt x="4866818" y="639025"/>
                </a:lnTo>
                <a:lnTo>
                  <a:pt x="4867275" y="637908"/>
                </a:lnTo>
                <a:lnTo>
                  <a:pt x="4867275" y="635279"/>
                </a:lnTo>
                <a:close/>
              </a:path>
              <a:path w="4914900" h="3173729">
                <a:moveTo>
                  <a:pt x="4867275" y="3454"/>
                </a:moveTo>
                <a:lnTo>
                  <a:pt x="4866818" y="2336"/>
                </a:lnTo>
                <a:lnTo>
                  <a:pt x="4864951" y="469"/>
                </a:lnTo>
                <a:lnTo>
                  <a:pt x="4863833" y="0"/>
                </a:lnTo>
                <a:lnTo>
                  <a:pt x="4861204" y="0"/>
                </a:lnTo>
                <a:lnTo>
                  <a:pt x="4860074" y="469"/>
                </a:lnTo>
                <a:lnTo>
                  <a:pt x="4858220" y="2336"/>
                </a:lnTo>
                <a:lnTo>
                  <a:pt x="4857750" y="3454"/>
                </a:lnTo>
                <a:lnTo>
                  <a:pt x="4857750" y="6083"/>
                </a:lnTo>
                <a:lnTo>
                  <a:pt x="4858220" y="7200"/>
                </a:lnTo>
                <a:lnTo>
                  <a:pt x="4860074" y="9067"/>
                </a:lnTo>
                <a:lnTo>
                  <a:pt x="4861204" y="9525"/>
                </a:lnTo>
                <a:lnTo>
                  <a:pt x="4863833" y="9525"/>
                </a:lnTo>
                <a:lnTo>
                  <a:pt x="4864951" y="9067"/>
                </a:lnTo>
                <a:lnTo>
                  <a:pt x="4866818" y="7200"/>
                </a:lnTo>
                <a:lnTo>
                  <a:pt x="4867275" y="6083"/>
                </a:lnTo>
                <a:lnTo>
                  <a:pt x="4867275" y="3454"/>
                </a:lnTo>
                <a:close/>
              </a:path>
              <a:path w="4914900" h="3173729">
                <a:moveTo>
                  <a:pt x="4914900" y="2530754"/>
                </a:moveTo>
                <a:lnTo>
                  <a:pt x="4914443" y="2529636"/>
                </a:lnTo>
                <a:lnTo>
                  <a:pt x="4912576" y="2527770"/>
                </a:lnTo>
                <a:lnTo>
                  <a:pt x="4911458" y="2527300"/>
                </a:lnTo>
                <a:lnTo>
                  <a:pt x="4908829" y="2527300"/>
                </a:lnTo>
                <a:lnTo>
                  <a:pt x="4907699" y="2527770"/>
                </a:lnTo>
                <a:lnTo>
                  <a:pt x="4905845" y="2529636"/>
                </a:lnTo>
                <a:lnTo>
                  <a:pt x="4905375" y="2530754"/>
                </a:lnTo>
                <a:lnTo>
                  <a:pt x="4905375" y="2533383"/>
                </a:lnTo>
                <a:lnTo>
                  <a:pt x="4905845" y="2534501"/>
                </a:lnTo>
                <a:lnTo>
                  <a:pt x="4907699" y="2536367"/>
                </a:lnTo>
                <a:lnTo>
                  <a:pt x="4908829" y="2536825"/>
                </a:lnTo>
                <a:lnTo>
                  <a:pt x="4911458" y="2536825"/>
                </a:lnTo>
                <a:lnTo>
                  <a:pt x="4912576" y="2536367"/>
                </a:lnTo>
                <a:lnTo>
                  <a:pt x="4914443" y="2534501"/>
                </a:lnTo>
                <a:lnTo>
                  <a:pt x="4914900" y="2533383"/>
                </a:lnTo>
                <a:lnTo>
                  <a:pt x="4914900" y="2530754"/>
                </a:lnTo>
                <a:close/>
              </a:path>
              <a:path w="4914900" h="3173729">
                <a:moveTo>
                  <a:pt x="4914900" y="1898929"/>
                </a:moveTo>
                <a:lnTo>
                  <a:pt x="4914443" y="1897811"/>
                </a:lnTo>
                <a:lnTo>
                  <a:pt x="4912576" y="1895944"/>
                </a:lnTo>
                <a:lnTo>
                  <a:pt x="4911458" y="1895475"/>
                </a:lnTo>
                <a:lnTo>
                  <a:pt x="4908829" y="1895475"/>
                </a:lnTo>
                <a:lnTo>
                  <a:pt x="4907699" y="1895944"/>
                </a:lnTo>
                <a:lnTo>
                  <a:pt x="4905845" y="1897811"/>
                </a:lnTo>
                <a:lnTo>
                  <a:pt x="4905375" y="1898929"/>
                </a:lnTo>
                <a:lnTo>
                  <a:pt x="4905375" y="1901558"/>
                </a:lnTo>
                <a:lnTo>
                  <a:pt x="4905845" y="1902675"/>
                </a:lnTo>
                <a:lnTo>
                  <a:pt x="4907699" y="1904542"/>
                </a:lnTo>
                <a:lnTo>
                  <a:pt x="4908829" y="1905000"/>
                </a:lnTo>
                <a:lnTo>
                  <a:pt x="4911458" y="1905000"/>
                </a:lnTo>
                <a:lnTo>
                  <a:pt x="4912576" y="1904542"/>
                </a:lnTo>
                <a:lnTo>
                  <a:pt x="4914443" y="1902675"/>
                </a:lnTo>
                <a:lnTo>
                  <a:pt x="4914900" y="1901558"/>
                </a:lnTo>
                <a:lnTo>
                  <a:pt x="4914900" y="1898929"/>
                </a:lnTo>
                <a:close/>
              </a:path>
              <a:path w="4914900" h="3173729">
                <a:moveTo>
                  <a:pt x="4914900" y="1267104"/>
                </a:moveTo>
                <a:lnTo>
                  <a:pt x="4914443" y="1265986"/>
                </a:lnTo>
                <a:lnTo>
                  <a:pt x="4912576" y="1264119"/>
                </a:lnTo>
                <a:lnTo>
                  <a:pt x="4911458" y="1263650"/>
                </a:lnTo>
                <a:lnTo>
                  <a:pt x="4908829" y="1263650"/>
                </a:lnTo>
                <a:lnTo>
                  <a:pt x="4907699" y="1264119"/>
                </a:lnTo>
                <a:lnTo>
                  <a:pt x="4905845" y="1265986"/>
                </a:lnTo>
                <a:lnTo>
                  <a:pt x="4905375" y="1267104"/>
                </a:lnTo>
                <a:lnTo>
                  <a:pt x="4905375" y="1269733"/>
                </a:lnTo>
                <a:lnTo>
                  <a:pt x="4905845" y="1270850"/>
                </a:lnTo>
                <a:lnTo>
                  <a:pt x="4907699" y="1272717"/>
                </a:lnTo>
                <a:lnTo>
                  <a:pt x="4908829" y="1273175"/>
                </a:lnTo>
                <a:lnTo>
                  <a:pt x="4911458" y="1273175"/>
                </a:lnTo>
                <a:lnTo>
                  <a:pt x="4912576" y="1272717"/>
                </a:lnTo>
                <a:lnTo>
                  <a:pt x="4914443" y="1270850"/>
                </a:lnTo>
                <a:lnTo>
                  <a:pt x="4914900" y="1269733"/>
                </a:lnTo>
                <a:lnTo>
                  <a:pt x="4914900" y="1267104"/>
                </a:lnTo>
                <a:close/>
              </a:path>
              <a:path w="4914900" h="3173729">
                <a:moveTo>
                  <a:pt x="4914900" y="635279"/>
                </a:moveTo>
                <a:lnTo>
                  <a:pt x="4914443" y="634161"/>
                </a:lnTo>
                <a:lnTo>
                  <a:pt x="4912576" y="632294"/>
                </a:lnTo>
                <a:lnTo>
                  <a:pt x="4911458" y="631837"/>
                </a:lnTo>
                <a:lnTo>
                  <a:pt x="4908829" y="631837"/>
                </a:lnTo>
                <a:lnTo>
                  <a:pt x="4907699" y="632294"/>
                </a:lnTo>
                <a:lnTo>
                  <a:pt x="4905845" y="634161"/>
                </a:lnTo>
                <a:lnTo>
                  <a:pt x="4905375" y="635279"/>
                </a:lnTo>
                <a:lnTo>
                  <a:pt x="4905375" y="637908"/>
                </a:lnTo>
                <a:lnTo>
                  <a:pt x="4905845" y="639025"/>
                </a:lnTo>
                <a:lnTo>
                  <a:pt x="4907699" y="640892"/>
                </a:lnTo>
                <a:lnTo>
                  <a:pt x="4908829" y="641362"/>
                </a:lnTo>
                <a:lnTo>
                  <a:pt x="4911458" y="641362"/>
                </a:lnTo>
                <a:lnTo>
                  <a:pt x="4912576" y="640892"/>
                </a:lnTo>
                <a:lnTo>
                  <a:pt x="4914443" y="639025"/>
                </a:lnTo>
                <a:lnTo>
                  <a:pt x="4914900" y="637908"/>
                </a:lnTo>
                <a:lnTo>
                  <a:pt x="4914900" y="635279"/>
                </a:lnTo>
                <a:close/>
              </a:path>
              <a:path w="4914900" h="3173729">
                <a:moveTo>
                  <a:pt x="4914900" y="3454"/>
                </a:moveTo>
                <a:lnTo>
                  <a:pt x="4914443" y="2336"/>
                </a:lnTo>
                <a:lnTo>
                  <a:pt x="4912576" y="469"/>
                </a:lnTo>
                <a:lnTo>
                  <a:pt x="4911458" y="0"/>
                </a:lnTo>
                <a:lnTo>
                  <a:pt x="4908829" y="0"/>
                </a:lnTo>
                <a:lnTo>
                  <a:pt x="4907699" y="469"/>
                </a:lnTo>
                <a:lnTo>
                  <a:pt x="4905845" y="2336"/>
                </a:lnTo>
                <a:lnTo>
                  <a:pt x="4905375" y="3454"/>
                </a:lnTo>
                <a:lnTo>
                  <a:pt x="4905375" y="6083"/>
                </a:lnTo>
                <a:lnTo>
                  <a:pt x="4905845" y="7200"/>
                </a:lnTo>
                <a:lnTo>
                  <a:pt x="4907699" y="9067"/>
                </a:lnTo>
                <a:lnTo>
                  <a:pt x="4908829" y="9525"/>
                </a:lnTo>
                <a:lnTo>
                  <a:pt x="4911458" y="9525"/>
                </a:lnTo>
                <a:lnTo>
                  <a:pt x="4912576" y="9067"/>
                </a:lnTo>
                <a:lnTo>
                  <a:pt x="4914443" y="7200"/>
                </a:lnTo>
                <a:lnTo>
                  <a:pt x="4914900" y="6083"/>
                </a:lnTo>
                <a:lnTo>
                  <a:pt x="4914900" y="3454"/>
                </a:lnTo>
                <a:close/>
              </a:path>
            </a:pathLst>
          </a:custGeom>
          <a:solidFill>
            <a:srgbClr val="605D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50478" y="5522575"/>
            <a:ext cx="262533" cy="15635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938" spc="-23" dirty="0">
                <a:solidFill>
                  <a:srgbClr val="D1D0CD"/>
                </a:solidFill>
                <a:latin typeface="Arial Black"/>
                <a:cs typeface="Arial Black"/>
              </a:rPr>
              <a:t>2bn</a:t>
            </a:r>
            <a:endParaRPr sz="938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0478" y="4930239"/>
            <a:ext cx="262533" cy="15635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938" spc="-23" dirty="0">
                <a:solidFill>
                  <a:srgbClr val="D1D0CD"/>
                </a:solidFill>
                <a:latin typeface="Arial Black"/>
                <a:cs typeface="Arial Black"/>
              </a:rPr>
              <a:t>4bn</a:t>
            </a:r>
            <a:endParaRPr sz="938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0478" y="4337904"/>
            <a:ext cx="262533" cy="15635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938" spc="-23" dirty="0">
                <a:solidFill>
                  <a:srgbClr val="D1D0CD"/>
                </a:solidFill>
                <a:latin typeface="Arial Black"/>
                <a:cs typeface="Arial Black"/>
              </a:rPr>
              <a:t>6bn</a:t>
            </a:r>
            <a:endParaRPr sz="938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0478" y="3745568"/>
            <a:ext cx="262533" cy="15635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938" spc="-23" dirty="0">
                <a:solidFill>
                  <a:srgbClr val="D1D0CD"/>
                </a:solidFill>
                <a:latin typeface="Arial Black"/>
                <a:cs typeface="Arial Black"/>
              </a:rPr>
              <a:t>8bn</a:t>
            </a:r>
            <a:endParaRPr sz="938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13496" y="6226951"/>
            <a:ext cx="532209" cy="25241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500" spc="-19" dirty="0">
                <a:solidFill>
                  <a:srgbClr val="D1D0CD"/>
                </a:solidFill>
                <a:latin typeface="Arial Black"/>
                <a:cs typeface="Arial Black"/>
              </a:rPr>
              <a:t>2022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193851" y="3260824"/>
            <a:ext cx="8930" cy="2955727"/>
          </a:xfrm>
          <a:custGeom>
            <a:avLst/>
            <a:gdLst/>
            <a:ahLst/>
            <a:cxnLst/>
            <a:rect l="l" t="t" r="r" b="b"/>
            <a:pathLst>
              <a:path w="9525" h="3152775">
                <a:moveTo>
                  <a:pt x="6077" y="3152774"/>
                </a:moveTo>
                <a:lnTo>
                  <a:pt x="3447" y="3152774"/>
                </a:lnTo>
                <a:lnTo>
                  <a:pt x="2324" y="3152309"/>
                </a:lnTo>
                <a:lnTo>
                  <a:pt x="464" y="3150449"/>
                </a:lnTo>
                <a:lnTo>
                  <a:pt x="0" y="3149327"/>
                </a:lnTo>
                <a:lnTo>
                  <a:pt x="0" y="3146696"/>
                </a:lnTo>
                <a:lnTo>
                  <a:pt x="464" y="3145574"/>
                </a:lnTo>
                <a:lnTo>
                  <a:pt x="2324" y="3143714"/>
                </a:lnTo>
                <a:lnTo>
                  <a:pt x="3447" y="3143249"/>
                </a:lnTo>
                <a:lnTo>
                  <a:pt x="6077" y="3143249"/>
                </a:lnTo>
                <a:lnTo>
                  <a:pt x="7200" y="3143714"/>
                </a:lnTo>
                <a:lnTo>
                  <a:pt x="9060" y="3145574"/>
                </a:lnTo>
                <a:lnTo>
                  <a:pt x="9524" y="3146696"/>
                </a:lnTo>
                <a:lnTo>
                  <a:pt x="9524" y="3149327"/>
                </a:lnTo>
                <a:lnTo>
                  <a:pt x="9060" y="3150449"/>
                </a:lnTo>
                <a:lnTo>
                  <a:pt x="7200" y="3152309"/>
                </a:lnTo>
                <a:lnTo>
                  <a:pt x="6077" y="3152774"/>
                </a:lnTo>
                <a:close/>
              </a:path>
              <a:path w="9525" h="3152775">
                <a:moveTo>
                  <a:pt x="6077" y="3105149"/>
                </a:moveTo>
                <a:lnTo>
                  <a:pt x="3447" y="3105149"/>
                </a:lnTo>
                <a:lnTo>
                  <a:pt x="2324" y="3104684"/>
                </a:lnTo>
                <a:lnTo>
                  <a:pt x="464" y="3102824"/>
                </a:lnTo>
                <a:lnTo>
                  <a:pt x="0" y="3101702"/>
                </a:lnTo>
                <a:lnTo>
                  <a:pt x="0" y="3099071"/>
                </a:lnTo>
                <a:lnTo>
                  <a:pt x="464" y="3097949"/>
                </a:lnTo>
                <a:lnTo>
                  <a:pt x="2324" y="3096089"/>
                </a:lnTo>
                <a:lnTo>
                  <a:pt x="3447" y="3095624"/>
                </a:lnTo>
                <a:lnTo>
                  <a:pt x="6077" y="3095624"/>
                </a:lnTo>
                <a:lnTo>
                  <a:pt x="7200" y="3096089"/>
                </a:lnTo>
                <a:lnTo>
                  <a:pt x="9060" y="3097949"/>
                </a:lnTo>
                <a:lnTo>
                  <a:pt x="9524" y="3099071"/>
                </a:lnTo>
                <a:lnTo>
                  <a:pt x="9524" y="3101702"/>
                </a:lnTo>
                <a:lnTo>
                  <a:pt x="9060" y="3102824"/>
                </a:lnTo>
                <a:lnTo>
                  <a:pt x="7200" y="3104684"/>
                </a:lnTo>
                <a:lnTo>
                  <a:pt x="6077" y="3105149"/>
                </a:lnTo>
                <a:close/>
              </a:path>
              <a:path w="9525" h="3152775">
                <a:moveTo>
                  <a:pt x="6077" y="3057524"/>
                </a:moveTo>
                <a:lnTo>
                  <a:pt x="3447" y="3057524"/>
                </a:lnTo>
                <a:lnTo>
                  <a:pt x="2324" y="3057059"/>
                </a:lnTo>
                <a:lnTo>
                  <a:pt x="464" y="3055199"/>
                </a:lnTo>
                <a:lnTo>
                  <a:pt x="0" y="3054077"/>
                </a:lnTo>
                <a:lnTo>
                  <a:pt x="0" y="3051446"/>
                </a:lnTo>
                <a:lnTo>
                  <a:pt x="464" y="3050324"/>
                </a:lnTo>
                <a:lnTo>
                  <a:pt x="2324" y="3048464"/>
                </a:lnTo>
                <a:lnTo>
                  <a:pt x="3447" y="3047999"/>
                </a:lnTo>
                <a:lnTo>
                  <a:pt x="6077" y="3047999"/>
                </a:lnTo>
                <a:lnTo>
                  <a:pt x="7200" y="3048464"/>
                </a:lnTo>
                <a:lnTo>
                  <a:pt x="9060" y="3050324"/>
                </a:lnTo>
                <a:lnTo>
                  <a:pt x="9524" y="3051446"/>
                </a:lnTo>
                <a:lnTo>
                  <a:pt x="9524" y="3054077"/>
                </a:lnTo>
                <a:lnTo>
                  <a:pt x="9060" y="3055199"/>
                </a:lnTo>
                <a:lnTo>
                  <a:pt x="7200" y="3057059"/>
                </a:lnTo>
                <a:lnTo>
                  <a:pt x="6077" y="3057524"/>
                </a:lnTo>
                <a:close/>
              </a:path>
              <a:path w="9525" h="3152775">
                <a:moveTo>
                  <a:pt x="6077" y="3009899"/>
                </a:moveTo>
                <a:lnTo>
                  <a:pt x="3447" y="3009899"/>
                </a:lnTo>
                <a:lnTo>
                  <a:pt x="2324" y="3009434"/>
                </a:lnTo>
                <a:lnTo>
                  <a:pt x="464" y="3007574"/>
                </a:lnTo>
                <a:lnTo>
                  <a:pt x="0" y="3006452"/>
                </a:lnTo>
                <a:lnTo>
                  <a:pt x="0" y="3003821"/>
                </a:lnTo>
                <a:lnTo>
                  <a:pt x="464" y="3002699"/>
                </a:lnTo>
                <a:lnTo>
                  <a:pt x="2324" y="3000839"/>
                </a:lnTo>
                <a:lnTo>
                  <a:pt x="3447" y="3000374"/>
                </a:lnTo>
                <a:lnTo>
                  <a:pt x="6077" y="3000374"/>
                </a:lnTo>
                <a:lnTo>
                  <a:pt x="7200" y="3000839"/>
                </a:lnTo>
                <a:lnTo>
                  <a:pt x="9060" y="3002699"/>
                </a:lnTo>
                <a:lnTo>
                  <a:pt x="9524" y="3003821"/>
                </a:lnTo>
                <a:lnTo>
                  <a:pt x="9524" y="3006452"/>
                </a:lnTo>
                <a:lnTo>
                  <a:pt x="9060" y="3007574"/>
                </a:lnTo>
                <a:lnTo>
                  <a:pt x="7200" y="3009434"/>
                </a:lnTo>
                <a:lnTo>
                  <a:pt x="6077" y="3009899"/>
                </a:lnTo>
                <a:close/>
              </a:path>
              <a:path w="9525" h="3152775">
                <a:moveTo>
                  <a:pt x="6077" y="2962274"/>
                </a:moveTo>
                <a:lnTo>
                  <a:pt x="3447" y="2962274"/>
                </a:lnTo>
                <a:lnTo>
                  <a:pt x="2324" y="2961809"/>
                </a:lnTo>
                <a:lnTo>
                  <a:pt x="464" y="2959949"/>
                </a:lnTo>
                <a:lnTo>
                  <a:pt x="0" y="2958827"/>
                </a:lnTo>
                <a:lnTo>
                  <a:pt x="0" y="2956196"/>
                </a:lnTo>
                <a:lnTo>
                  <a:pt x="464" y="2955074"/>
                </a:lnTo>
                <a:lnTo>
                  <a:pt x="2324" y="2953214"/>
                </a:lnTo>
                <a:lnTo>
                  <a:pt x="3447" y="2952749"/>
                </a:lnTo>
                <a:lnTo>
                  <a:pt x="6077" y="2952749"/>
                </a:lnTo>
                <a:lnTo>
                  <a:pt x="7200" y="2953214"/>
                </a:lnTo>
                <a:lnTo>
                  <a:pt x="9060" y="2955074"/>
                </a:lnTo>
                <a:lnTo>
                  <a:pt x="9524" y="2956196"/>
                </a:lnTo>
                <a:lnTo>
                  <a:pt x="9524" y="2958827"/>
                </a:lnTo>
                <a:lnTo>
                  <a:pt x="9060" y="2959949"/>
                </a:lnTo>
                <a:lnTo>
                  <a:pt x="7200" y="2961809"/>
                </a:lnTo>
                <a:lnTo>
                  <a:pt x="6077" y="2962274"/>
                </a:lnTo>
                <a:close/>
              </a:path>
              <a:path w="9525" h="3152775">
                <a:moveTo>
                  <a:pt x="6077" y="2914649"/>
                </a:moveTo>
                <a:lnTo>
                  <a:pt x="3447" y="2914649"/>
                </a:lnTo>
                <a:lnTo>
                  <a:pt x="2324" y="2914184"/>
                </a:lnTo>
                <a:lnTo>
                  <a:pt x="464" y="2912324"/>
                </a:lnTo>
                <a:lnTo>
                  <a:pt x="0" y="2911202"/>
                </a:lnTo>
                <a:lnTo>
                  <a:pt x="0" y="2908571"/>
                </a:lnTo>
                <a:lnTo>
                  <a:pt x="464" y="2907449"/>
                </a:lnTo>
                <a:lnTo>
                  <a:pt x="2324" y="2905589"/>
                </a:lnTo>
                <a:lnTo>
                  <a:pt x="3447" y="2905124"/>
                </a:lnTo>
                <a:lnTo>
                  <a:pt x="6077" y="2905124"/>
                </a:lnTo>
                <a:lnTo>
                  <a:pt x="7200" y="2905589"/>
                </a:lnTo>
                <a:lnTo>
                  <a:pt x="9060" y="2907449"/>
                </a:lnTo>
                <a:lnTo>
                  <a:pt x="9524" y="2908571"/>
                </a:lnTo>
                <a:lnTo>
                  <a:pt x="9524" y="2911202"/>
                </a:lnTo>
                <a:lnTo>
                  <a:pt x="9060" y="2912324"/>
                </a:lnTo>
                <a:lnTo>
                  <a:pt x="7200" y="2914184"/>
                </a:lnTo>
                <a:lnTo>
                  <a:pt x="6077" y="2914649"/>
                </a:lnTo>
                <a:close/>
              </a:path>
              <a:path w="9525" h="3152775">
                <a:moveTo>
                  <a:pt x="6077" y="2867024"/>
                </a:moveTo>
                <a:lnTo>
                  <a:pt x="3447" y="2867024"/>
                </a:lnTo>
                <a:lnTo>
                  <a:pt x="2324" y="2866559"/>
                </a:lnTo>
                <a:lnTo>
                  <a:pt x="464" y="2864699"/>
                </a:lnTo>
                <a:lnTo>
                  <a:pt x="0" y="2863577"/>
                </a:lnTo>
                <a:lnTo>
                  <a:pt x="0" y="2860946"/>
                </a:lnTo>
                <a:lnTo>
                  <a:pt x="464" y="2859824"/>
                </a:lnTo>
                <a:lnTo>
                  <a:pt x="2324" y="2857964"/>
                </a:lnTo>
                <a:lnTo>
                  <a:pt x="3447" y="2857499"/>
                </a:lnTo>
                <a:lnTo>
                  <a:pt x="6077" y="2857499"/>
                </a:lnTo>
                <a:lnTo>
                  <a:pt x="7200" y="2857964"/>
                </a:lnTo>
                <a:lnTo>
                  <a:pt x="9060" y="2859824"/>
                </a:lnTo>
                <a:lnTo>
                  <a:pt x="9524" y="2860946"/>
                </a:lnTo>
                <a:lnTo>
                  <a:pt x="9524" y="2863577"/>
                </a:lnTo>
                <a:lnTo>
                  <a:pt x="9060" y="2864699"/>
                </a:lnTo>
                <a:lnTo>
                  <a:pt x="7200" y="2866559"/>
                </a:lnTo>
                <a:lnTo>
                  <a:pt x="6077" y="2867024"/>
                </a:lnTo>
                <a:close/>
              </a:path>
              <a:path w="9525" h="3152775">
                <a:moveTo>
                  <a:pt x="6077" y="2819399"/>
                </a:moveTo>
                <a:lnTo>
                  <a:pt x="3447" y="2819399"/>
                </a:lnTo>
                <a:lnTo>
                  <a:pt x="2324" y="2818934"/>
                </a:lnTo>
                <a:lnTo>
                  <a:pt x="464" y="2817074"/>
                </a:lnTo>
                <a:lnTo>
                  <a:pt x="0" y="2815952"/>
                </a:lnTo>
                <a:lnTo>
                  <a:pt x="0" y="2813321"/>
                </a:lnTo>
                <a:lnTo>
                  <a:pt x="464" y="2812199"/>
                </a:lnTo>
                <a:lnTo>
                  <a:pt x="2324" y="2810339"/>
                </a:lnTo>
                <a:lnTo>
                  <a:pt x="3447" y="2809874"/>
                </a:lnTo>
                <a:lnTo>
                  <a:pt x="6077" y="2809874"/>
                </a:lnTo>
                <a:lnTo>
                  <a:pt x="7200" y="2810339"/>
                </a:lnTo>
                <a:lnTo>
                  <a:pt x="9060" y="2812199"/>
                </a:lnTo>
                <a:lnTo>
                  <a:pt x="9524" y="2813321"/>
                </a:lnTo>
                <a:lnTo>
                  <a:pt x="9524" y="2815952"/>
                </a:lnTo>
                <a:lnTo>
                  <a:pt x="9060" y="2817074"/>
                </a:lnTo>
                <a:lnTo>
                  <a:pt x="7200" y="2818934"/>
                </a:lnTo>
                <a:lnTo>
                  <a:pt x="6077" y="2819399"/>
                </a:lnTo>
                <a:close/>
              </a:path>
              <a:path w="9525" h="3152775">
                <a:moveTo>
                  <a:pt x="6077" y="2771774"/>
                </a:moveTo>
                <a:lnTo>
                  <a:pt x="3447" y="2771774"/>
                </a:lnTo>
                <a:lnTo>
                  <a:pt x="2324" y="2771309"/>
                </a:lnTo>
                <a:lnTo>
                  <a:pt x="464" y="2769449"/>
                </a:lnTo>
                <a:lnTo>
                  <a:pt x="0" y="2768327"/>
                </a:lnTo>
                <a:lnTo>
                  <a:pt x="0" y="2765696"/>
                </a:lnTo>
                <a:lnTo>
                  <a:pt x="464" y="2764574"/>
                </a:lnTo>
                <a:lnTo>
                  <a:pt x="2324" y="2762714"/>
                </a:lnTo>
                <a:lnTo>
                  <a:pt x="3447" y="2762249"/>
                </a:lnTo>
                <a:lnTo>
                  <a:pt x="6077" y="2762249"/>
                </a:lnTo>
                <a:lnTo>
                  <a:pt x="7200" y="2762714"/>
                </a:lnTo>
                <a:lnTo>
                  <a:pt x="9060" y="2764574"/>
                </a:lnTo>
                <a:lnTo>
                  <a:pt x="9524" y="2765696"/>
                </a:lnTo>
                <a:lnTo>
                  <a:pt x="9524" y="2768327"/>
                </a:lnTo>
                <a:lnTo>
                  <a:pt x="9060" y="2769449"/>
                </a:lnTo>
                <a:lnTo>
                  <a:pt x="7200" y="2771309"/>
                </a:lnTo>
                <a:lnTo>
                  <a:pt x="6077" y="2771774"/>
                </a:lnTo>
                <a:close/>
              </a:path>
              <a:path w="9525" h="3152775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1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1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3152775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7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7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3152775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1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1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3152775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7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7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3152775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3152775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3152775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31527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31527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1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1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31527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31527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31527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31527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31527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31527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31527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31527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31527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31527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31527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6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6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31527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31527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31527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31527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31527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1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1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31527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6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6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31527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5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5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31527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6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6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31527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31527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6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6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31527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31527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31527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31527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31527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1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1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31527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31527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31527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31527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1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1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31527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31527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31527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31527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31527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31527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31527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31527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31527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31527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31527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31527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40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40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31527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31527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31527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31527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31527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31527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31527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932332" y="6226951"/>
            <a:ext cx="532209" cy="25241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500" spc="-19" dirty="0">
                <a:solidFill>
                  <a:srgbClr val="D1D0CD"/>
                </a:solidFill>
                <a:latin typeface="Arial Black"/>
                <a:cs typeface="Arial Black"/>
              </a:rPr>
              <a:t>2023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12688" y="3260824"/>
            <a:ext cx="8930" cy="2955727"/>
          </a:xfrm>
          <a:custGeom>
            <a:avLst/>
            <a:gdLst/>
            <a:ahLst/>
            <a:cxnLst/>
            <a:rect l="l" t="t" r="r" b="b"/>
            <a:pathLst>
              <a:path w="9525" h="3152775">
                <a:moveTo>
                  <a:pt x="6077" y="3152774"/>
                </a:moveTo>
                <a:lnTo>
                  <a:pt x="3447" y="3152774"/>
                </a:lnTo>
                <a:lnTo>
                  <a:pt x="2324" y="3152309"/>
                </a:lnTo>
                <a:lnTo>
                  <a:pt x="464" y="3150449"/>
                </a:lnTo>
                <a:lnTo>
                  <a:pt x="0" y="3149327"/>
                </a:lnTo>
                <a:lnTo>
                  <a:pt x="0" y="3146696"/>
                </a:lnTo>
                <a:lnTo>
                  <a:pt x="464" y="3145574"/>
                </a:lnTo>
                <a:lnTo>
                  <a:pt x="2324" y="3143714"/>
                </a:lnTo>
                <a:lnTo>
                  <a:pt x="3447" y="3143249"/>
                </a:lnTo>
                <a:lnTo>
                  <a:pt x="6077" y="3143249"/>
                </a:lnTo>
                <a:lnTo>
                  <a:pt x="7200" y="3143714"/>
                </a:lnTo>
                <a:lnTo>
                  <a:pt x="9060" y="3145574"/>
                </a:lnTo>
                <a:lnTo>
                  <a:pt x="9524" y="3146696"/>
                </a:lnTo>
                <a:lnTo>
                  <a:pt x="9524" y="3149327"/>
                </a:lnTo>
                <a:lnTo>
                  <a:pt x="9060" y="3150449"/>
                </a:lnTo>
                <a:lnTo>
                  <a:pt x="7200" y="3152309"/>
                </a:lnTo>
                <a:lnTo>
                  <a:pt x="6077" y="3152774"/>
                </a:lnTo>
                <a:close/>
              </a:path>
              <a:path w="9525" h="3152775">
                <a:moveTo>
                  <a:pt x="6077" y="3105149"/>
                </a:moveTo>
                <a:lnTo>
                  <a:pt x="3447" y="3105149"/>
                </a:lnTo>
                <a:lnTo>
                  <a:pt x="2324" y="3104684"/>
                </a:lnTo>
                <a:lnTo>
                  <a:pt x="464" y="3102824"/>
                </a:lnTo>
                <a:lnTo>
                  <a:pt x="0" y="3101702"/>
                </a:lnTo>
                <a:lnTo>
                  <a:pt x="0" y="3099071"/>
                </a:lnTo>
                <a:lnTo>
                  <a:pt x="464" y="3097949"/>
                </a:lnTo>
                <a:lnTo>
                  <a:pt x="2324" y="3096089"/>
                </a:lnTo>
                <a:lnTo>
                  <a:pt x="3447" y="3095624"/>
                </a:lnTo>
                <a:lnTo>
                  <a:pt x="6077" y="3095624"/>
                </a:lnTo>
                <a:lnTo>
                  <a:pt x="7200" y="3096089"/>
                </a:lnTo>
                <a:lnTo>
                  <a:pt x="9060" y="3097949"/>
                </a:lnTo>
                <a:lnTo>
                  <a:pt x="9524" y="3099071"/>
                </a:lnTo>
                <a:lnTo>
                  <a:pt x="9524" y="3101702"/>
                </a:lnTo>
                <a:lnTo>
                  <a:pt x="9060" y="3102824"/>
                </a:lnTo>
                <a:lnTo>
                  <a:pt x="7200" y="3104684"/>
                </a:lnTo>
                <a:lnTo>
                  <a:pt x="6077" y="3105149"/>
                </a:lnTo>
                <a:close/>
              </a:path>
              <a:path w="9525" h="3152775">
                <a:moveTo>
                  <a:pt x="6077" y="3057524"/>
                </a:moveTo>
                <a:lnTo>
                  <a:pt x="3447" y="3057524"/>
                </a:lnTo>
                <a:lnTo>
                  <a:pt x="2324" y="3057059"/>
                </a:lnTo>
                <a:lnTo>
                  <a:pt x="464" y="3055199"/>
                </a:lnTo>
                <a:lnTo>
                  <a:pt x="0" y="3054077"/>
                </a:lnTo>
                <a:lnTo>
                  <a:pt x="0" y="3051446"/>
                </a:lnTo>
                <a:lnTo>
                  <a:pt x="464" y="3050324"/>
                </a:lnTo>
                <a:lnTo>
                  <a:pt x="2324" y="3048464"/>
                </a:lnTo>
                <a:lnTo>
                  <a:pt x="3447" y="3047999"/>
                </a:lnTo>
                <a:lnTo>
                  <a:pt x="6077" y="3047999"/>
                </a:lnTo>
                <a:lnTo>
                  <a:pt x="7200" y="3048464"/>
                </a:lnTo>
                <a:lnTo>
                  <a:pt x="9060" y="3050324"/>
                </a:lnTo>
                <a:lnTo>
                  <a:pt x="9524" y="3051446"/>
                </a:lnTo>
                <a:lnTo>
                  <a:pt x="9524" y="3054077"/>
                </a:lnTo>
                <a:lnTo>
                  <a:pt x="9060" y="3055199"/>
                </a:lnTo>
                <a:lnTo>
                  <a:pt x="7200" y="3057059"/>
                </a:lnTo>
                <a:lnTo>
                  <a:pt x="6077" y="3057524"/>
                </a:lnTo>
                <a:close/>
              </a:path>
              <a:path w="9525" h="3152775">
                <a:moveTo>
                  <a:pt x="6077" y="3009899"/>
                </a:moveTo>
                <a:lnTo>
                  <a:pt x="3447" y="3009899"/>
                </a:lnTo>
                <a:lnTo>
                  <a:pt x="2324" y="3009434"/>
                </a:lnTo>
                <a:lnTo>
                  <a:pt x="464" y="3007574"/>
                </a:lnTo>
                <a:lnTo>
                  <a:pt x="0" y="3006452"/>
                </a:lnTo>
                <a:lnTo>
                  <a:pt x="0" y="3003821"/>
                </a:lnTo>
                <a:lnTo>
                  <a:pt x="464" y="3002699"/>
                </a:lnTo>
                <a:lnTo>
                  <a:pt x="2324" y="3000839"/>
                </a:lnTo>
                <a:lnTo>
                  <a:pt x="3447" y="3000374"/>
                </a:lnTo>
                <a:lnTo>
                  <a:pt x="6077" y="3000374"/>
                </a:lnTo>
                <a:lnTo>
                  <a:pt x="7200" y="3000839"/>
                </a:lnTo>
                <a:lnTo>
                  <a:pt x="9060" y="3002699"/>
                </a:lnTo>
                <a:lnTo>
                  <a:pt x="9524" y="3003821"/>
                </a:lnTo>
                <a:lnTo>
                  <a:pt x="9524" y="3006452"/>
                </a:lnTo>
                <a:lnTo>
                  <a:pt x="9060" y="3007574"/>
                </a:lnTo>
                <a:lnTo>
                  <a:pt x="7200" y="3009434"/>
                </a:lnTo>
                <a:lnTo>
                  <a:pt x="6077" y="3009899"/>
                </a:lnTo>
                <a:close/>
              </a:path>
              <a:path w="9525" h="3152775">
                <a:moveTo>
                  <a:pt x="6077" y="2962274"/>
                </a:moveTo>
                <a:lnTo>
                  <a:pt x="3447" y="2962274"/>
                </a:lnTo>
                <a:lnTo>
                  <a:pt x="2324" y="2961809"/>
                </a:lnTo>
                <a:lnTo>
                  <a:pt x="464" y="2959949"/>
                </a:lnTo>
                <a:lnTo>
                  <a:pt x="0" y="2958827"/>
                </a:lnTo>
                <a:lnTo>
                  <a:pt x="0" y="2956196"/>
                </a:lnTo>
                <a:lnTo>
                  <a:pt x="464" y="2955074"/>
                </a:lnTo>
                <a:lnTo>
                  <a:pt x="2324" y="2953214"/>
                </a:lnTo>
                <a:lnTo>
                  <a:pt x="3447" y="2952749"/>
                </a:lnTo>
                <a:lnTo>
                  <a:pt x="6077" y="2952749"/>
                </a:lnTo>
                <a:lnTo>
                  <a:pt x="7200" y="2953214"/>
                </a:lnTo>
                <a:lnTo>
                  <a:pt x="9060" y="2955074"/>
                </a:lnTo>
                <a:lnTo>
                  <a:pt x="9524" y="2956196"/>
                </a:lnTo>
                <a:lnTo>
                  <a:pt x="9524" y="2958827"/>
                </a:lnTo>
                <a:lnTo>
                  <a:pt x="9060" y="2959949"/>
                </a:lnTo>
                <a:lnTo>
                  <a:pt x="7200" y="2961809"/>
                </a:lnTo>
                <a:lnTo>
                  <a:pt x="6077" y="2962274"/>
                </a:lnTo>
                <a:close/>
              </a:path>
              <a:path w="9525" h="3152775">
                <a:moveTo>
                  <a:pt x="6077" y="2914649"/>
                </a:moveTo>
                <a:lnTo>
                  <a:pt x="3447" y="2914649"/>
                </a:lnTo>
                <a:lnTo>
                  <a:pt x="2324" y="2914184"/>
                </a:lnTo>
                <a:lnTo>
                  <a:pt x="464" y="2912324"/>
                </a:lnTo>
                <a:lnTo>
                  <a:pt x="0" y="2911202"/>
                </a:lnTo>
                <a:lnTo>
                  <a:pt x="0" y="2908571"/>
                </a:lnTo>
                <a:lnTo>
                  <a:pt x="464" y="2907449"/>
                </a:lnTo>
                <a:lnTo>
                  <a:pt x="2324" y="2905589"/>
                </a:lnTo>
                <a:lnTo>
                  <a:pt x="3447" y="2905124"/>
                </a:lnTo>
                <a:lnTo>
                  <a:pt x="6077" y="2905124"/>
                </a:lnTo>
                <a:lnTo>
                  <a:pt x="7200" y="2905589"/>
                </a:lnTo>
                <a:lnTo>
                  <a:pt x="9060" y="2907449"/>
                </a:lnTo>
                <a:lnTo>
                  <a:pt x="9524" y="2908571"/>
                </a:lnTo>
                <a:lnTo>
                  <a:pt x="9524" y="2911202"/>
                </a:lnTo>
                <a:lnTo>
                  <a:pt x="9060" y="2912324"/>
                </a:lnTo>
                <a:lnTo>
                  <a:pt x="7200" y="2914184"/>
                </a:lnTo>
                <a:lnTo>
                  <a:pt x="6077" y="2914649"/>
                </a:lnTo>
                <a:close/>
              </a:path>
              <a:path w="9525" h="3152775">
                <a:moveTo>
                  <a:pt x="6077" y="2867024"/>
                </a:moveTo>
                <a:lnTo>
                  <a:pt x="3447" y="2867024"/>
                </a:lnTo>
                <a:lnTo>
                  <a:pt x="2324" y="2866559"/>
                </a:lnTo>
                <a:lnTo>
                  <a:pt x="464" y="2864699"/>
                </a:lnTo>
                <a:lnTo>
                  <a:pt x="0" y="2863577"/>
                </a:lnTo>
                <a:lnTo>
                  <a:pt x="0" y="2860946"/>
                </a:lnTo>
                <a:lnTo>
                  <a:pt x="464" y="2859824"/>
                </a:lnTo>
                <a:lnTo>
                  <a:pt x="2324" y="2857964"/>
                </a:lnTo>
                <a:lnTo>
                  <a:pt x="3447" y="2857499"/>
                </a:lnTo>
                <a:lnTo>
                  <a:pt x="6077" y="2857499"/>
                </a:lnTo>
                <a:lnTo>
                  <a:pt x="7200" y="2857964"/>
                </a:lnTo>
                <a:lnTo>
                  <a:pt x="9060" y="2859824"/>
                </a:lnTo>
                <a:lnTo>
                  <a:pt x="9524" y="2860946"/>
                </a:lnTo>
                <a:lnTo>
                  <a:pt x="9524" y="2863577"/>
                </a:lnTo>
                <a:lnTo>
                  <a:pt x="9060" y="2864699"/>
                </a:lnTo>
                <a:lnTo>
                  <a:pt x="7200" y="2866559"/>
                </a:lnTo>
                <a:lnTo>
                  <a:pt x="6077" y="2867024"/>
                </a:lnTo>
                <a:close/>
              </a:path>
              <a:path w="9525" h="3152775">
                <a:moveTo>
                  <a:pt x="6077" y="2819399"/>
                </a:moveTo>
                <a:lnTo>
                  <a:pt x="3447" y="2819399"/>
                </a:lnTo>
                <a:lnTo>
                  <a:pt x="2324" y="2818934"/>
                </a:lnTo>
                <a:lnTo>
                  <a:pt x="464" y="2817074"/>
                </a:lnTo>
                <a:lnTo>
                  <a:pt x="0" y="2815952"/>
                </a:lnTo>
                <a:lnTo>
                  <a:pt x="0" y="2813321"/>
                </a:lnTo>
                <a:lnTo>
                  <a:pt x="464" y="2812199"/>
                </a:lnTo>
                <a:lnTo>
                  <a:pt x="2324" y="2810339"/>
                </a:lnTo>
                <a:lnTo>
                  <a:pt x="3447" y="2809874"/>
                </a:lnTo>
                <a:lnTo>
                  <a:pt x="6077" y="2809874"/>
                </a:lnTo>
                <a:lnTo>
                  <a:pt x="7200" y="2810339"/>
                </a:lnTo>
                <a:lnTo>
                  <a:pt x="9060" y="2812199"/>
                </a:lnTo>
                <a:lnTo>
                  <a:pt x="9524" y="2813321"/>
                </a:lnTo>
                <a:lnTo>
                  <a:pt x="9524" y="2815952"/>
                </a:lnTo>
                <a:lnTo>
                  <a:pt x="9060" y="2817074"/>
                </a:lnTo>
                <a:lnTo>
                  <a:pt x="7200" y="2818934"/>
                </a:lnTo>
                <a:lnTo>
                  <a:pt x="6077" y="2819399"/>
                </a:lnTo>
                <a:close/>
              </a:path>
              <a:path w="9525" h="3152775">
                <a:moveTo>
                  <a:pt x="6077" y="2771774"/>
                </a:moveTo>
                <a:lnTo>
                  <a:pt x="3447" y="2771774"/>
                </a:lnTo>
                <a:lnTo>
                  <a:pt x="2324" y="2771309"/>
                </a:lnTo>
                <a:lnTo>
                  <a:pt x="464" y="2769449"/>
                </a:lnTo>
                <a:lnTo>
                  <a:pt x="0" y="2768327"/>
                </a:lnTo>
                <a:lnTo>
                  <a:pt x="0" y="2765696"/>
                </a:lnTo>
                <a:lnTo>
                  <a:pt x="464" y="2764574"/>
                </a:lnTo>
                <a:lnTo>
                  <a:pt x="2324" y="2762714"/>
                </a:lnTo>
                <a:lnTo>
                  <a:pt x="3447" y="2762249"/>
                </a:lnTo>
                <a:lnTo>
                  <a:pt x="6077" y="2762249"/>
                </a:lnTo>
                <a:lnTo>
                  <a:pt x="7200" y="2762714"/>
                </a:lnTo>
                <a:lnTo>
                  <a:pt x="9060" y="2764574"/>
                </a:lnTo>
                <a:lnTo>
                  <a:pt x="9524" y="2765696"/>
                </a:lnTo>
                <a:lnTo>
                  <a:pt x="9524" y="2768327"/>
                </a:lnTo>
                <a:lnTo>
                  <a:pt x="9060" y="2769449"/>
                </a:lnTo>
                <a:lnTo>
                  <a:pt x="7200" y="2771309"/>
                </a:lnTo>
                <a:lnTo>
                  <a:pt x="6077" y="2771774"/>
                </a:lnTo>
                <a:close/>
              </a:path>
              <a:path w="9525" h="3152775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1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1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3152775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7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7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3152775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1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1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3152775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7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7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3152775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3152775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3152775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31527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31527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1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1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31527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31527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31527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31527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31527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31527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31527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31527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31527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31527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31527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6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6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31527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31527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31527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31527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31527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1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1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31527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6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6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31527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5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5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31527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6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6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31527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31527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6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6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31527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31527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31527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31527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31527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1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1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31527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31527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31527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31527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1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1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31527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31527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31527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31527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31527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31527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31527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31527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31527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31527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31527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31527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40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40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31527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31527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31527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31527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31527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31527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31527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751169" y="6226951"/>
            <a:ext cx="532209" cy="25241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500" spc="-19" dirty="0">
                <a:solidFill>
                  <a:srgbClr val="D1D0CD"/>
                </a:solidFill>
                <a:latin typeface="Arial Black"/>
                <a:cs typeface="Arial Black"/>
              </a:rPr>
              <a:t>2024</a:t>
            </a:r>
            <a:endParaRPr sz="1500">
              <a:latin typeface="Arial Black"/>
              <a:cs typeface="Arial Blac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95895" y="2958703"/>
            <a:ext cx="5001816" cy="3244453"/>
            <a:chOff x="351155" y="3155950"/>
            <a:chExt cx="5335270" cy="3460750"/>
          </a:xfrm>
        </p:grpSpPr>
        <p:sp>
          <p:nvSpPr>
            <p:cNvPr id="34" name="object 34"/>
            <p:cNvSpPr/>
            <p:nvPr/>
          </p:nvSpPr>
          <p:spPr>
            <a:xfrm>
              <a:off x="771512" y="3912755"/>
              <a:ext cx="4398010" cy="2704465"/>
            </a:xfrm>
            <a:custGeom>
              <a:avLst/>
              <a:gdLst/>
              <a:ahLst/>
              <a:cxnLst/>
              <a:rect l="l" t="t" r="r" b="b"/>
              <a:pathLst>
                <a:path w="4398010" h="2704465">
                  <a:moveTo>
                    <a:pt x="517359" y="713752"/>
                  </a:moveTo>
                  <a:lnTo>
                    <a:pt x="0" y="713752"/>
                  </a:lnTo>
                  <a:lnTo>
                    <a:pt x="0" y="2703944"/>
                  </a:lnTo>
                  <a:lnTo>
                    <a:pt x="517359" y="2703944"/>
                  </a:lnTo>
                  <a:lnTo>
                    <a:pt x="517359" y="713752"/>
                  </a:lnTo>
                  <a:close/>
                </a:path>
                <a:path w="4398010" h="2704465">
                  <a:moveTo>
                    <a:pt x="2457450" y="0"/>
                  </a:moveTo>
                  <a:lnTo>
                    <a:pt x="1940102" y="0"/>
                  </a:lnTo>
                  <a:lnTo>
                    <a:pt x="1940102" y="2703944"/>
                  </a:lnTo>
                  <a:lnTo>
                    <a:pt x="2457450" y="2703944"/>
                  </a:lnTo>
                  <a:lnTo>
                    <a:pt x="2457450" y="0"/>
                  </a:lnTo>
                  <a:close/>
                </a:path>
                <a:path w="4398010" h="2704465">
                  <a:moveTo>
                    <a:pt x="4397553" y="772045"/>
                  </a:moveTo>
                  <a:lnTo>
                    <a:pt x="3880193" y="772045"/>
                  </a:lnTo>
                  <a:lnTo>
                    <a:pt x="3880193" y="2703944"/>
                  </a:lnTo>
                  <a:lnTo>
                    <a:pt x="4397553" y="2703944"/>
                  </a:lnTo>
                  <a:lnTo>
                    <a:pt x="4397553" y="772045"/>
                  </a:lnTo>
                  <a:close/>
                </a:path>
              </a:pathLst>
            </a:custGeom>
            <a:solidFill>
              <a:srgbClr val="38D9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88872" y="3578669"/>
              <a:ext cx="4398010" cy="3038475"/>
            </a:xfrm>
            <a:custGeom>
              <a:avLst/>
              <a:gdLst/>
              <a:ahLst/>
              <a:cxnLst/>
              <a:rect l="l" t="t" r="r" b="b"/>
              <a:pathLst>
                <a:path w="4398010" h="3038475">
                  <a:moveTo>
                    <a:pt x="517359" y="904011"/>
                  </a:moveTo>
                  <a:lnTo>
                    <a:pt x="0" y="904011"/>
                  </a:lnTo>
                  <a:lnTo>
                    <a:pt x="0" y="3038030"/>
                  </a:lnTo>
                  <a:lnTo>
                    <a:pt x="517359" y="3038030"/>
                  </a:lnTo>
                  <a:lnTo>
                    <a:pt x="517359" y="904011"/>
                  </a:lnTo>
                  <a:close/>
                </a:path>
                <a:path w="4398010" h="3038475">
                  <a:moveTo>
                    <a:pt x="2457450" y="0"/>
                  </a:moveTo>
                  <a:lnTo>
                    <a:pt x="1940090" y="0"/>
                  </a:lnTo>
                  <a:lnTo>
                    <a:pt x="1940090" y="3038030"/>
                  </a:lnTo>
                  <a:lnTo>
                    <a:pt x="2457450" y="3038030"/>
                  </a:lnTo>
                  <a:lnTo>
                    <a:pt x="2457450" y="0"/>
                  </a:lnTo>
                  <a:close/>
                </a:path>
                <a:path w="4398010" h="3038475">
                  <a:moveTo>
                    <a:pt x="4397540" y="17500"/>
                  </a:moveTo>
                  <a:lnTo>
                    <a:pt x="3880193" y="17500"/>
                  </a:lnTo>
                  <a:lnTo>
                    <a:pt x="3880193" y="3038030"/>
                  </a:lnTo>
                  <a:lnTo>
                    <a:pt x="4397540" y="3038030"/>
                  </a:lnTo>
                  <a:lnTo>
                    <a:pt x="4397540" y="17500"/>
                  </a:lnTo>
                  <a:close/>
                </a:path>
              </a:pathLst>
            </a:custGeom>
            <a:solidFill>
              <a:srgbClr val="6FB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155" y="3155950"/>
              <a:ext cx="95249" cy="9524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7955" y="3155950"/>
              <a:ext cx="95249" cy="9524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67319" y="2515196"/>
            <a:ext cx="3835598" cy="804862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688" dirty="0">
                <a:solidFill>
                  <a:srgbClr val="FFFFFF"/>
                </a:solidFill>
                <a:latin typeface="Arial Black"/>
                <a:cs typeface="Arial Black"/>
              </a:rPr>
              <a:t>Gross</a:t>
            </a:r>
            <a:r>
              <a:rPr sz="1688" spc="-23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88" dirty="0">
                <a:solidFill>
                  <a:srgbClr val="FFFFFF"/>
                </a:solidFill>
                <a:latin typeface="Arial Black"/>
                <a:cs typeface="Arial Black"/>
              </a:rPr>
              <a:t>Profit</a:t>
            </a:r>
            <a:r>
              <a:rPr sz="1688" spc="-1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88" dirty="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sz="1688" spc="-1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88" dirty="0">
                <a:solidFill>
                  <a:srgbClr val="FFFFFF"/>
                </a:solidFill>
                <a:latin typeface="Arial Black"/>
                <a:cs typeface="Arial Black"/>
              </a:rPr>
              <a:t>Net</a:t>
            </a:r>
            <a:r>
              <a:rPr sz="1688" spc="-1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88" dirty="0">
                <a:solidFill>
                  <a:srgbClr val="FFFFFF"/>
                </a:solidFill>
                <a:latin typeface="Arial Black"/>
                <a:cs typeface="Arial Black"/>
              </a:rPr>
              <a:t>Profit</a:t>
            </a:r>
            <a:r>
              <a:rPr sz="1688" spc="-1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88" dirty="0">
                <a:solidFill>
                  <a:srgbClr val="FFFFFF"/>
                </a:solidFill>
                <a:latin typeface="Arial Black"/>
                <a:cs typeface="Arial Black"/>
              </a:rPr>
              <a:t>by</a:t>
            </a:r>
            <a:r>
              <a:rPr sz="1688" spc="-19" dirty="0">
                <a:solidFill>
                  <a:srgbClr val="FFFFFF"/>
                </a:solidFill>
                <a:latin typeface="Arial Black"/>
                <a:cs typeface="Arial Black"/>
              </a:rPr>
              <a:t> Year</a:t>
            </a:r>
            <a:endParaRPr sz="1688">
              <a:latin typeface="Arial Black"/>
              <a:cs typeface="Arial Black"/>
            </a:endParaRPr>
          </a:p>
          <a:p>
            <a:pPr marL="142875">
              <a:lnSpc>
                <a:spcPct val="100000"/>
              </a:lnSpc>
              <a:spcBef>
                <a:spcPts val="975"/>
              </a:spcBef>
              <a:tabLst>
                <a:tab pos="1145977" algn="l"/>
              </a:tabLst>
            </a:pPr>
            <a:r>
              <a:rPr sz="1219" dirty="0">
                <a:solidFill>
                  <a:srgbClr val="D1D0CD"/>
                </a:solidFill>
                <a:latin typeface="Arial Black"/>
                <a:cs typeface="Arial Black"/>
              </a:rPr>
              <a:t>Net</a:t>
            </a:r>
            <a:r>
              <a:rPr sz="1219" spc="-19" dirty="0">
                <a:solidFill>
                  <a:srgbClr val="D1D0CD"/>
                </a:solidFill>
                <a:latin typeface="Arial Black"/>
                <a:cs typeface="Arial Black"/>
              </a:rPr>
              <a:t> </a:t>
            </a:r>
            <a:r>
              <a:rPr sz="1219" spc="-9" dirty="0">
                <a:solidFill>
                  <a:srgbClr val="D1D0CD"/>
                </a:solidFill>
                <a:latin typeface="Arial Black"/>
                <a:cs typeface="Arial Black"/>
              </a:rPr>
              <a:t>Profit</a:t>
            </a:r>
            <a:r>
              <a:rPr sz="1219" dirty="0">
                <a:solidFill>
                  <a:srgbClr val="D1D0CD"/>
                </a:solidFill>
                <a:latin typeface="Arial Black"/>
                <a:cs typeface="Arial Black"/>
              </a:rPr>
              <a:t>	Gross</a:t>
            </a:r>
            <a:r>
              <a:rPr sz="1219" spc="-14" dirty="0">
                <a:solidFill>
                  <a:srgbClr val="D1D0CD"/>
                </a:solidFill>
                <a:latin typeface="Arial Black"/>
                <a:cs typeface="Arial Black"/>
              </a:rPr>
              <a:t> </a:t>
            </a:r>
            <a:r>
              <a:rPr sz="1219" spc="-9" dirty="0">
                <a:solidFill>
                  <a:srgbClr val="D1D0CD"/>
                </a:solidFill>
                <a:latin typeface="Arial Black"/>
                <a:cs typeface="Arial Black"/>
              </a:rPr>
              <a:t>Profit</a:t>
            </a:r>
            <a:endParaRPr sz="1219">
              <a:latin typeface="Arial Black"/>
              <a:cs typeface="Arial Black"/>
            </a:endParaRPr>
          </a:p>
          <a:p>
            <a:pPr marL="15478">
              <a:lnSpc>
                <a:spcPct val="100000"/>
              </a:lnSpc>
              <a:spcBef>
                <a:spcPts val="558"/>
              </a:spcBef>
            </a:pPr>
            <a:r>
              <a:rPr sz="938" spc="-19" dirty="0">
                <a:solidFill>
                  <a:srgbClr val="D1D0CD"/>
                </a:solidFill>
                <a:latin typeface="Arial Black"/>
                <a:cs typeface="Arial Black"/>
              </a:rPr>
              <a:t>10bn</a:t>
            </a:r>
            <a:endParaRPr sz="938">
              <a:latin typeface="Arial Black"/>
              <a:cs typeface="Arial Black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988843" y="2714624"/>
            <a:ext cx="2870597" cy="1288852"/>
            <a:chOff x="6210299" y="2895599"/>
            <a:chExt cx="3061970" cy="1374775"/>
          </a:xfrm>
        </p:grpSpPr>
        <p:sp>
          <p:nvSpPr>
            <p:cNvPr id="40" name="object 40"/>
            <p:cNvSpPr/>
            <p:nvPr/>
          </p:nvSpPr>
          <p:spPr>
            <a:xfrm>
              <a:off x="6217919" y="2904743"/>
              <a:ext cx="3054350" cy="1365885"/>
            </a:xfrm>
            <a:custGeom>
              <a:avLst/>
              <a:gdLst/>
              <a:ahLst/>
              <a:cxnLst/>
              <a:rect l="l" t="t" r="r" b="b"/>
              <a:pathLst>
                <a:path w="3054350" h="1365885">
                  <a:moveTo>
                    <a:pt x="3054095" y="1365503"/>
                  </a:moveTo>
                  <a:lnTo>
                    <a:pt x="0" y="1365503"/>
                  </a:lnTo>
                  <a:lnTo>
                    <a:pt x="0" y="0"/>
                  </a:lnTo>
                  <a:lnTo>
                    <a:pt x="3054095" y="0"/>
                  </a:lnTo>
                  <a:lnTo>
                    <a:pt x="3054095" y="380"/>
                  </a:lnTo>
                  <a:lnTo>
                    <a:pt x="135254" y="380"/>
                  </a:lnTo>
                  <a:lnTo>
                    <a:pt x="122118" y="1015"/>
                  </a:lnTo>
                  <a:lnTo>
                    <a:pt x="84223" y="10531"/>
                  </a:lnTo>
                  <a:lnTo>
                    <a:pt x="50699" y="30597"/>
                  </a:lnTo>
                  <a:lnTo>
                    <a:pt x="24356" y="59631"/>
                  </a:lnTo>
                  <a:lnTo>
                    <a:pt x="7614" y="95079"/>
                  </a:lnTo>
                  <a:lnTo>
                    <a:pt x="1904" y="133730"/>
                  </a:lnTo>
                  <a:lnTo>
                    <a:pt x="1904" y="895730"/>
                  </a:lnTo>
                  <a:lnTo>
                    <a:pt x="7614" y="934382"/>
                  </a:lnTo>
                  <a:lnTo>
                    <a:pt x="24356" y="969829"/>
                  </a:lnTo>
                  <a:lnTo>
                    <a:pt x="50699" y="998863"/>
                  </a:lnTo>
                  <a:lnTo>
                    <a:pt x="84223" y="1018929"/>
                  </a:lnTo>
                  <a:lnTo>
                    <a:pt x="122118" y="1028446"/>
                  </a:lnTo>
                  <a:lnTo>
                    <a:pt x="135254" y="1029080"/>
                  </a:lnTo>
                  <a:lnTo>
                    <a:pt x="3054095" y="1029080"/>
                  </a:lnTo>
                  <a:lnTo>
                    <a:pt x="3054095" y="1365503"/>
                  </a:lnTo>
                  <a:close/>
                </a:path>
                <a:path w="3054350" h="1365885">
                  <a:moveTo>
                    <a:pt x="3054095" y="1029080"/>
                  </a:moveTo>
                  <a:lnTo>
                    <a:pt x="2583179" y="1029080"/>
                  </a:lnTo>
                  <a:lnTo>
                    <a:pt x="2596315" y="1028446"/>
                  </a:lnTo>
                  <a:lnTo>
                    <a:pt x="2609199" y="1026542"/>
                  </a:lnTo>
                  <a:lnTo>
                    <a:pt x="2646103" y="1013316"/>
                  </a:lnTo>
                  <a:lnTo>
                    <a:pt x="2677472" y="990023"/>
                  </a:lnTo>
                  <a:lnTo>
                    <a:pt x="2700765" y="958654"/>
                  </a:lnTo>
                  <a:lnTo>
                    <a:pt x="2713991" y="921750"/>
                  </a:lnTo>
                  <a:lnTo>
                    <a:pt x="2716529" y="895730"/>
                  </a:lnTo>
                  <a:lnTo>
                    <a:pt x="2716529" y="133730"/>
                  </a:lnTo>
                  <a:lnTo>
                    <a:pt x="2710819" y="95079"/>
                  </a:lnTo>
                  <a:lnTo>
                    <a:pt x="2694076" y="59631"/>
                  </a:lnTo>
                  <a:lnTo>
                    <a:pt x="2667734" y="30597"/>
                  </a:lnTo>
                  <a:lnTo>
                    <a:pt x="2634210" y="10531"/>
                  </a:lnTo>
                  <a:lnTo>
                    <a:pt x="2596315" y="1015"/>
                  </a:lnTo>
                  <a:lnTo>
                    <a:pt x="2583179" y="380"/>
                  </a:lnTo>
                  <a:lnTo>
                    <a:pt x="3054095" y="380"/>
                  </a:lnTo>
                  <a:lnTo>
                    <a:pt x="3054095" y="102908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15062" y="2900362"/>
              <a:ext cx="2724150" cy="1038225"/>
            </a:xfrm>
            <a:custGeom>
              <a:avLst/>
              <a:gdLst/>
              <a:ahLst/>
              <a:cxnLst/>
              <a:rect l="l" t="t" r="r" b="b"/>
              <a:pathLst>
                <a:path w="2724150" h="1038225">
                  <a:moveTo>
                    <a:pt x="2586037" y="1038224"/>
                  </a:moveTo>
                  <a:lnTo>
                    <a:pt x="138112" y="1038224"/>
                  </a:lnTo>
                  <a:lnTo>
                    <a:pt x="131327" y="1038058"/>
                  </a:lnTo>
                  <a:lnTo>
                    <a:pt x="91591" y="1030154"/>
                  </a:lnTo>
                  <a:lnTo>
                    <a:pt x="55831" y="1011041"/>
                  </a:lnTo>
                  <a:lnTo>
                    <a:pt x="27183" y="982392"/>
                  </a:lnTo>
                  <a:lnTo>
                    <a:pt x="8069" y="946633"/>
                  </a:lnTo>
                  <a:lnTo>
                    <a:pt x="165" y="906897"/>
                  </a:lnTo>
                  <a:lnTo>
                    <a:pt x="0" y="900112"/>
                  </a:lnTo>
                  <a:lnTo>
                    <a:pt x="0" y="138112"/>
                  </a:lnTo>
                  <a:lnTo>
                    <a:pt x="5945" y="98020"/>
                  </a:lnTo>
                  <a:lnTo>
                    <a:pt x="23276" y="61381"/>
                  </a:lnTo>
                  <a:lnTo>
                    <a:pt x="50493" y="31348"/>
                  </a:lnTo>
                  <a:lnTo>
                    <a:pt x="85259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2586037" y="0"/>
                  </a:lnTo>
                  <a:lnTo>
                    <a:pt x="2626129" y="5945"/>
                  </a:lnTo>
                  <a:lnTo>
                    <a:pt x="2662768" y="23276"/>
                  </a:lnTo>
                  <a:lnTo>
                    <a:pt x="2692800" y="50493"/>
                  </a:lnTo>
                  <a:lnTo>
                    <a:pt x="2713636" y="85259"/>
                  </a:lnTo>
                  <a:lnTo>
                    <a:pt x="2723486" y="124574"/>
                  </a:lnTo>
                  <a:lnTo>
                    <a:pt x="2724149" y="138112"/>
                  </a:lnTo>
                  <a:lnTo>
                    <a:pt x="2724149" y="900112"/>
                  </a:lnTo>
                  <a:lnTo>
                    <a:pt x="2718203" y="940204"/>
                  </a:lnTo>
                  <a:lnTo>
                    <a:pt x="2700873" y="976843"/>
                  </a:lnTo>
                  <a:lnTo>
                    <a:pt x="2673655" y="1006876"/>
                  </a:lnTo>
                  <a:lnTo>
                    <a:pt x="2638890" y="1027711"/>
                  </a:lnTo>
                  <a:lnTo>
                    <a:pt x="2599574" y="1037561"/>
                  </a:lnTo>
                  <a:lnTo>
                    <a:pt x="2586037" y="10382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15062" y="2900362"/>
              <a:ext cx="2724150" cy="1038225"/>
            </a:xfrm>
            <a:custGeom>
              <a:avLst/>
              <a:gdLst/>
              <a:ahLst/>
              <a:cxnLst/>
              <a:rect l="l" t="t" r="r" b="b"/>
              <a:pathLst>
                <a:path w="2724150" h="1038225">
                  <a:moveTo>
                    <a:pt x="0" y="900112"/>
                  </a:moveTo>
                  <a:lnTo>
                    <a:pt x="0" y="138112"/>
                  </a:lnTo>
                  <a:lnTo>
                    <a:pt x="165" y="131327"/>
                  </a:lnTo>
                  <a:lnTo>
                    <a:pt x="8069" y="91591"/>
                  </a:lnTo>
                  <a:lnTo>
                    <a:pt x="27183" y="55831"/>
                  </a:lnTo>
                  <a:lnTo>
                    <a:pt x="55831" y="27183"/>
                  </a:lnTo>
                  <a:lnTo>
                    <a:pt x="91591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2586037" y="0"/>
                  </a:lnTo>
                  <a:lnTo>
                    <a:pt x="2626129" y="5945"/>
                  </a:lnTo>
                  <a:lnTo>
                    <a:pt x="2662768" y="23276"/>
                  </a:lnTo>
                  <a:lnTo>
                    <a:pt x="2692800" y="50493"/>
                  </a:lnTo>
                  <a:lnTo>
                    <a:pt x="2713636" y="85259"/>
                  </a:lnTo>
                  <a:lnTo>
                    <a:pt x="2723486" y="124574"/>
                  </a:lnTo>
                  <a:lnTo>
                    <a:pt x="2724149" y="138112"/>
                  </a:lnTo>
                  <a:lnTo>
                    <a:pt x="2724149" y="900112"/>
                  </a:lnTo>
                  <a:lnTo>
                    <a:pt x="2718203" y="940204"/>
                  </a:lnTo>
                  <a:lnTo>
                    <a:pt x="2700873" y="976843"/>
                  </a:lnTo>
                  <a:lnTo>
                    <a:pt x="2673655" y="1006876"/>
                  </a:lnTo>
                  <a:lnTo>
                    <a:pt x="2638890" y="1027711"/>
                  </a:lnTo>
                  <a:lnTo>
                    <a:pt x="2599574" y="1037561"/>
                  </a:lnTo>
                  <a:lnTo>
                    <a:pt x="2586037" y="1038224"/>
                  </a:lnTo>
                  <a:lnTo>
                    <a:pt x="138112" y="1038224"/>
                  </a:lnTo>
                  <a:lnTo>
                    <a:pt x="98020" y="1032279"/>
                  </a:lnTo>
                  <a:lnTo>
                    <a:pt x="61381" y="1014948"/>
                  </a:lnTo>
                  <a:lnTo>
                    <a:pt x="31348" y="987730"/>
                  </a:lnTo>
                  <a:lnTo>
                    <a:pt x="10513" y="952965"/>
                  </a:lnTo>
                  <a:lnTo>
                    <a:pt x="663" y="913649"/>
                  </a:lnTo>
                  <a:lnTo>
                    <a:pt x="0" y="900112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075163" y="2716150"/>
            <a:ext cx="1683544" cy="892969"/>
          </a:xfrm>
          <a:prstGeom prst="rect">
            <a:avLst/>
          </a:prstGeom>
        </p:spPr>
        <p:txBody>
          <a:bodyPr vert="horz" wrap="square" lIns="0" tIns="36909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291"/>
              </a:spcBef>
            </a:pP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Gross</a:t>
            </a:r>
            <a:r>
              <a:rPr sz="1313" spc="-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Profit</a:t>
            </a:r>
            <a:r>
              <a:rPr sz="1313" spc="-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spc="-19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endParaRPr sz="1313">
              <a:latin typeface="Arial MT"/>
              <a:cs typeface="Arial MT"/>
            </a:endParaRPr>
          </a:p>
          <a:p>
            <a:pPr marL="717947">
              <a:lnSpc>
                <a:spcPct val="100000"/>
              </a:lnSpc>
              <a:spcBef>
                <a:spcPts val="572"/>
              </a:spcBef>
            </a:pPr>
            <a:r>
              <a:rPr sz="3750" spc="-23" dirty="0">
                <a:solidFill>
                  <a:srgbClr val="FFFFFF"/>
                </a:solidFill>
                <a:latin typeface="Arial MT"/>
                <a:cs typeface="Arial MT"/>
              </a:rPr>
              <a:t>25%</a:t>
            </a:r>
            <a:endParaRPr sz="3750">
              <a:latin typeface="Arial MT"/>
              <a:cs typeface="Arial MT"/>
            </a:endParaRPr>
          </a:p>
        </p:txBody>
      </p:sp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8843" y="4045149"/>
            <a:ext cx="5799295" cy="2598538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6075163" y="4040425"/>
            <a:ext cx="1683544" cy="917377"/>
          </a:xfrm>
          <a:prstGeom prst="rect">
            <a:avLst/>
          </a:prstGeom>
        </p:spPr>
        <p:txBody>
          <a:bodyPr vert="horz" wrap="square" lIns="0" tIns="43458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342"/>
              </a:spcBef>
            </a:pP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Gross</a:t>
            </a:r>
            <a:r>
              <a:rPr sz="1313" spc="-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Profit</a:t>
            </a:r>
            <a:r>
              <a:rPr sz="1313" spc="-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spc="-19" dirty="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  <a:endParaRPr sz="1313">
              <a:latin typeface="Arial MT"/>
              <a:cs typeface="Arial MT"/>
            </a:endParaRPr>
          </a:p>
          <a:p>
            <a:pPr marL="717947">
              <a:lnSpc>
                <a:spcPct val="100000"/>
              </a:lnSpc>
              <a:spcBef>
                <a:spcPts val="708"/>
              </a:spcBef>
            </a:pPr>
            <a:r>
              <a:rPr sz="3750" spc="-23" dirty="0">
                <a:solidFill>
                  <a:srgbClr val="FFFFFF"/>
                </a:solidFill>
                <a:latin typeface="Arial MT"/>
                <a:cs typeface="Arial MT"/>
              </a:rPr>
              <a:t>30%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075164" y="5360900"/>
            <a:ext cx="1715095" cy="887016"/>
          </a:xfrm>
          <a:prstGeom prst="rect">
            <a:avLst/>
          </a:prstGeom>
        </p:spPr>
        <p:txBody>
          <a:bodyPr vert="horz" wrap="square" lIns="0" tIns="35719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281"/>
              </a:spcBef>
            </a:pP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Gross</a:t>
            </a:r>
            <a:r>
              <a:rPr sz="1313" spc="-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Profit</a:t>
            </a:r>
            <a:r>
              <a:rPr sz="1313" spc="-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spc="-19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1313">
              <a:latin typeface="Arial MT"/>
              <a:cs typeface="Arial MT"/>
            </a:endParaRPr>
          </a:p>
          <a:p>
            <a:pPr marL="749498">
              <a:lnSpc>
                <a:spcPct val="100000"/>
              </a:lnSpc>
              <a:spcBef>
                <a:spcPts val="534"/>
              </a:spcBef>
            </a:pPr>
            <a:r>
              <a:rPr sz="3750" spc="-23" dirty="0">
                <a:solidFill>
                  <a:srgbClr val="FFFFFF"/>
                </a:solidFill>
                <a:latin typeface="Arial MT"/>
                <a:cs typeface="Arial MT"/>
              </a:rPr>
              <a:t>33%</a:t>
            </a:r>
            <a:endParaRPr sz="375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908851" y="2714624"/>
            <a:ext cx="2887861" cy="1288852"/>
            <a:chOff x="9324974" y="2895599"/>
            <a:chExt cx="3080385" cy="1374775"/>
          </a:xfrm>
        </p:grpSpPr>
        <p:sp>
          <p:nvSpPr>
            <p:cNvPr id="48" name="object 48"/>
            <p:cNvSpPr/>
            <p:nvPr/>
          </p:nvSpPr>
          <p:spPr>
            <a:xfrm>
              <a:off x="9332975" y="2904743"/>
              <a:ext cx="3072765" cy="1365885"/>
            </a:xfrm>
            <a:custGeom>
              <a:avLst/>
              <a:gdLst/>
              <a:ahLst/>
              <a:cxnLst/>
              <a:rect l="l" t="t" r="r" b="b"/>
              <a:pathLst>
                <a:path w="3072765" h="1365885">
                  <a:moveTo>
                    <a:pt x="3072383" y="1365503"/>
                  </a:moveTo>
                  <a:lnTo>
                    <a:pt x="0" y="1365503"/>
                  </a:lnTo>
                  <a:lnTo>
                    <a:pt x="0" y="0"/>
                  </a:lnTo>
                  <a:lnTo>
                    <a:pt x="3072383" y="0"/>
                  </a:lnTo>
                  <a:lnTo>
                    <a:pt x="3072383" y="380"/>
                  </a:lnTo>
                  <a:lnTo>
                    <a:pt x="134873" y="380"/>
                  </a:lnTo>
                  <a:lnTo>
                    <a:pt x="121737" y="1015"/>
                  </a:lnTo>
                  <a:lnTo>
                    <a:pt x="83843" y="10531"/>
                  </a:lnTo>
                  <a:lnTo>
                    <a:pt x="50317" y="30597"/>
                  </a:lnTo>
                  <a:lnTo>
                    <a:pt x="23976" y="59631"/>
                  </a:lnTo>
                  <a:lnTo>
                    <a:pt x="7232" y="95079"/>
                  </a:lnTo>
                  <a:lnTo>
                    <a:pt x="1523" y="133730"/>
                  </a:lnTo>
                  <a:lnTo>
                    <a:pt x="1523" y="895730"/>
                  </a:lnTo>
                  <a:lnTo>
                    <a:pt x="7232" y="934382"/>
                  </a:lnTo>
                  <a:lnTo>
                    <a:pt x="23976" y="969829"/>
                  </a:lnTo>
                  <a:lnTo>
                    <a:pt x="50317" y="998863"/>
                  </a:lnTo>
                  <a:lnTo>
                    <a:pt x="83842" y="1018929"/>
                  </a:lnTo>
                  <a:lnTo>
                    <a:pt x="121737" y="1028446"/>
                  </a:lnTo>
                  <a:lnTo>
                    <a:pt x="134873" y="1029080"/>
                  </a:lnTo>
                  <a:lnTo>
                    <a:pt x="3072383" y="1029080"/>
                  </a:lnTo>
                  <a:lnTo>
                    <a:pt x="3072383" y="1365503"/>
                  </a:lnTo>
                  <a:close/>
                </a:path>
                <a:path w="3072765" h="1365885">
                  <a:moveTo>
                    <a:pt x="3072383" y="1029080"/>
                  </a:moveTo>
                  <a:lnTo>
                    <a:pt x="2601848" y="1029080"/>
                  </a:lnTo>
                  <a:lnTo>
                    <a:pt x="2614985" y="1028446"/>
                  </a:lnTo>
                  <a:lnTo>
                    <a:pt x="2627868" y="1026542"/>
                  </a:lnTo>
                  <a:lnTo>
                    <a:pt x="2664772" y="1013316"/>
                  </a:lnTo>
                  <a:lnTo>
                    <a:pt x="2696141" y="990023"/>
                  </a:lnTo>
                  <a:lnTo>
                    <a:pt x="2719434" y="958654"/>
                  </a:lnTo>
                  <a:lnTo>
                    <a:pt x="2732660" y="921750"/>
                  </a:lnTo>
                  <a:lnTo>
                    <a:pt x="2735198" y="895730"/>
                  </a:lnTo>
                  <a:lnTo>
                    <a:pt x="2735198" y="133730"/>
                  </a:lnTo>
                  <a:lnTo>
                    <a:pt x="2729487" y="95079"/>
                  </a:lnTo>
                  <a:lnTo>
                    <a:pt x="2712745" y="59631"/>
                  </a:lnTo>
                  <a:lnTo>
                    <a:pt x="2686403" y="30597"/>
                  </a:lnTo>
                  <a:lnTo>
                    <a:pt x="2652879" y="10531"/>
                  </a:lnTo>
                  <a:lnTo>
                    <a:pt x="2614985" y="1015"/>
                  </a:lnTo>
                  <a:lnTo>
                    <a:pt x="2601848" y="380"/>
                  </a:lnTo>
                  <a:lnTo>
                    <a:pt x="3072383" y="380"/>
                  </a:lnTo>
                  <a:lnTo>
                    <a:pt x="3072383" y="102908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329736" y="2900362"/>
              <a:ext cx="2743200" cy="1038225"/>
            </a:xfrm>
            <a:custGeom>
              <a:avLst/>
              <a:gdLst/>
              <a:ahLst/>
              <a:cxnLst/>
              <a:rect l="l" t="t" r="r" b="b"/>
              <a:pathLst>
                <a:path w="2743200" h="1038225">
                  <a:moveTo>
                    <a:pt x="2605087" y="1038224"/>
                  </a:moveTo>
                  <a:lnTo>
                    <a:pt x="138112" y="1038224"/>
                  </a:lnTo>
                  <a:lnTo>
                    <a:pt x="131327" y="1038058"/>
                  </a:lnTo>
                  <a:lnTo>
                    <a:pt x="91591" y="1030154"/>
                  </a:lnTo>
                  <a:lnTo>
                    <a:pt x="55831" y="1011041"/>
                  </a:lnTo>
                  <a:lnTo>
                    <a:pt x="27183" y="982392"/>
                  </a:lnTo>
                  <a:lnTo>
                    <a:pt x="8069" y="946633"/>
                  </a:lnTo>
                  <a:lnTo>
                    <a:pt x="165" y="906897"/>
                  </a:lnTo>
                  <a:lnTo>
                    <a:pt x="0" y="900112"/>
                  </a:lnTo>
                  <a:lnTo>
                    <a:pt x="0" y="138112"/>
                  </a:lnTo>
                  <a:lnTo>
                    <a:pt x="5945" y="98020"/>
                  </a:lnTo>
                  <a:lnTo>
                    <a:pt x="23276" y="61381"/>
                  </a:lnTo>
                  <a:lnTo>
                    <a:pt x="50493" y="31348"/>
                  </a:lnTo>
                  <a:lnTo>
                    <a:pt x="85259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2605087" y="0"/>
                  </a:lnTo>
                  <a:lnTo>
                    <a:pt x="2645179" y="5945"/>
                  </a:lnTo>
                  <a:lnTo>
                    <a:pt x="2681818" y="23276"/>
                  </a:lnTo>
                  <a:lnTo>
                    <a:pt x="2711850" y="50493"/>
                  </a:lnTo>
                  <a:lnTo>
                    <a:pt x="2732686" y="85259"/>
                  </a:lnTo>
                  <a:lnTo>
                    <a:pt x="2742536" y="124574"/>
                  </a:lnTo>
                  <a:lnTo>
                    <a:pt x="2743199" y="138112"/>
                  </a:lnTo>
                  <a:lnTo>
                    <a:pt x="2743199" y="900112"/>
                  </a:lnTo>
                  <a:lnTo>
                    <a:pt x="2737253" y="940204"/>
                  </a:lnTo>
                  <a:lnTo>
                    <a:pt x="2719923" y="976843"/>
                  </a:lnTo>
                  <a:lnTo>
                    <a:pt x="2692705" y="1006876"/>
                  </a:lnTo>
                  <a:lnTo>
                    <a:pt x="2657940" y="1027711"/>
                  </a:lnTo>
                  <a:lnTo>
                    <a:pt x="2618624" y="1037561"/>
                  </a:lnTo>
                  <a:lnTo>
                    <a:pt x="2605087" y="10382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329736" y="2900362"/>
              <a:ext cx="2743200" cy="1038225"/>
            </a:xfrm>
            <a:custGeom>
              <a:avLst/>
              <a:gdLst/>
              <a:ahLst/>
              <a:cxnLst/>
              <a:rect l="l" t="t" r="r" b="b"/>
              <a:pathLst>
                <a:path w="2743200" h="1038225">
                  <a:moveTo>
                    <a:pt x="0" y="900112"/>
                  </a:moveTo>
                  <a:lnTo>
                    <a:pt x="0" y="138112"/>
                  </a:lnTo>
                  <a:lnTo>
                    <a:pt x="165" y="131327"/>
                  </a:lnTo>
                  <a:lnTo>
                    <a:pt x="8069" y="91591"/>
                  </a:lnTo>
                  <a:lnTo>
                    <a:pt x="27183" y="55831"/>
                  </a:lnTo>
                  <a:lnTo>
                    <a:pt x="55831" y="27183"/>
                  </a:lnTo>
                  <a:lnTo>
                    <a:pt x="91591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2605087" y="0"/>
                  </a:lnTo>
                  <a:lnTo>
                    <a:pt x="2645179" y="5945"/>
                  </a:lnTo>
                  <a:lnTo>
                    <a:pt x="2681818" y="23276"/>
                  </a:lnTo>
                  <a:lnTo>
                    <a:pt x="2711850" y="50493"/>
                  </a:lnTo>
                  <a:lnTo>
                    <a:pt x="2732686" y="85259"/>
                  </a:lnTo>
                  <a:lnTo>
                    <a:pt x="2742536" y="124574"/>
                  </a:lnTo>
                  <a:lnTo>
                    <a:pt x="2743199" y="138112"/>
                  </a:lnTo>
                  <a:lnTo>
                    <a:pt x="2743199" y="900112"/>
                  </a:lnTo>
                  <a:lnTo>
                    <a:pt x="2737253" y="940204"/>
                  </a:lnTo>
                  <a:lnTo>
                    <a:pt x="2719923" y="976843"/>
                  </a:lnTo>
                  <a:lnTo>
                    <a:pt x="2692705" y="1006876"/>
                  </a:lnTo>
                  <a:lnTo>
                    <a:pt x="2657940" y="1027711"/>
                  </a:lnTo>
                  <a:lnTo>
                    <a:pt x="2618624" y="1037561"/>
                  </a:lnTo>
                  <a:lnTo>
                    <a:pt x="2605087" y="1038224"/>
                  </a:lnTo>
                  <a:lnTo>
                    <a:pt x="138112" y="1038224"/>
                  </a:lnTo>
                  <a:lnTo>
                    <a:pt x="98020" y="1032279"/>
                  </a:lnTo>
                  <a:lnTo>
                    <a:pt x="61381" y="1014948"/>
                  </a:lnTo>
                  <a:lnTo>
                    <a:pt x="31348" y="987730"/>
                  </a:lnTo>
                  <a:lnTo>
                    <a:pt x="10513" y="952965"/>
                  </a:lnTo>
                  <a:lnTo>
                    <a:pt x="663" y="913649"/>
                  </a:lnTo>
                  <a:lnTo>
                    <a:pt x="0" y="900112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995172" y="2716150"/>
            <a:ext cx="1692473" cy="892969"/>
          </a:xfrm>
          <a:prstGeom prst="rect">
            <a:avLst/>
          </a:prstGeom>
        </p:spPr>
        <p:txBody>
          <a:bodyPr vert="horz" wrap="square" lIns="0" tIns="36909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291"/>
              </a:spcBef>
            </a:pP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Net</a:t>
            </a:r>
            <a:r>
              <a:rPr sz="1313" spc="-1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Profit</a:t>
            </a:r>
            <a:r>
              <a:rPr sz="1313" spc="-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spc="-19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endParaRPr sz="1313">
              <a:latin typeface="Arial MT"/>
              <a:cs typeface="Arial MT"/>
            </a:endParaRPr>
          </a:p>
          <a:p>
            <a:pPr marL="726877">
              <a:lnSpc>
                <a:spcPct val="100000"/>
              </a:lnSpc>
              <a:spcBef>
                <a:spcPts val="572"/>
              </a:spcBef>
            </a:pPr>
            <a:r>
              <a:rPr sz="3750" spc="-23" dirty="0">
                <a:solidFill>
                  <a:srgbClr val="FFFFFF"/>
                </a:solidFill>
                <a:latin typeface="Arial MT"/>
                <a:cs typeface="Arial MT"/>
              </a:rPr>
              <a:t>16%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995171" y="4103376"/>
            <a:ext cx="1688306" cy="881063"/>
          </a:xfrm>
          <a:prstGeom prst="rect">
            <a:avLst/>
          </a:prstGeom>
        </p:spPr>
        <p:txBody>
          <a:bodyPr vert="horz" wrap="square" lIns="0" tIns="33933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267"/>
              </a:spcBef>
            </a:pP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Net</a:t>
            </a:r>
            <a:r>
              <a:rPr sz="1313" spc="-1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Profit</a:t>
            </a:r>
            <a:r>
              <a:rPr sz="1313" spc="-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spc="-19" dirty="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  <a:endParaRPr sz="1313">
              <a:latin typeface="Arial MT"/>
              <a:cs typeface="Arial MT"/>
            </a:endParaRPr>
          </a:p>
          <a:p>
            <a:pPr marL="722709">
              <a:lnSpc>
                <a:spcPct val="100000"/>
              </a:lnSpc>
              <a:spcBef>
                <a:spcPts val="497"/>
              </a:spcBef>
            </a:pPr>
            <a:r>
              <a:rPr sz="3750" spc="-23" dirty="0">
                <a:solidFill>
                  <a:srgbClr val="FFFFFF"/>
                </a:solidFill>
                <a:latin typeface="Arial MT"/>
                <a:cs typeface="Arial MT"/>
              </a:rPr>
              <a:t>27%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995171" y="5380322"/>
            <a:ext cx="1688306" cy="881063"/>
          </a:xfrm>
          <a:prstGeom prst="rect">
            <a:avLst/>
          </a:prstGeom>
        </p:spPr>
        <p:txBody>
          <a:bodyPr vert="horz" wrap="square" lIns="0" tIns="33933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267"/>
              </a:spcBef>
            </a:pP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Net</a:t>
            </a:r>
            <a:r>
              <a:rPr sz="1313" spc="-1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dirty="0">
                <a:solidFill>
                  <a:srgbClr val="FFFFFF"/>
                </a:solidFill>
                <a:latin typeface="Arial MT"/>
                <a:cs typeface="Arial MT"/>
              </a:rPr>
              <a:t>Profit</a:t>
            </a:r>
            <a:r>
              <a:rPr sz="1313" spc="-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13" spc="-19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1313">
              <a:latin typeface="Arial MT"/>
              <a:cs typeface="Arial MT"/>
            </a:endParaRPr>
          </a:p>
          <a:p>
            <a:pPr marL="722709">
              <a:lnSpc>
                <a:spcPct val="100000"/>
              </a:lnSpc>
              <a:spcBef>
                <a:spcPts val="497"/>
              </a:spcBef>
            </a:pPr>
            <a:r>
              <a:rPr sz="3750" spc="-23" dirty="0">
                <a:solidFill>
                  <a:srgbClr val="FFFFFF"/>
                </a:solidFill>
                <a:latin typeface="Arial MT"/>
                <a:cs typeface="Arial MT"/>
              </a:rPr>
              <a:t>31%</a:t>
            </a:r>
            <a:endParaRPr sz="375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Tm="1899">
        <p14:pan dir="u"/>
      </p:transition>
    </mc:Choice>
    <mc:Fallback>
      <p:transition spd="slow" advTm="1899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0770" y="295133"/>
            <a:ext cx="830461" cy="142875"/>
          </a:xfrm>
          <a:prstGeom prst="rect">
            <a:avLst/>
          </a:prstGeom>
        </p:spPr>
        <p:txBody>
          <a:bodyPr vert="horz" wrap="square" lIns="0" tIns="83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"/>
              </a:spcBef>
            </a:pPr>
            <a:r>
              <a:rPr sz="844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844" spc="-28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44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844" spc="-23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44" spc="-9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844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14313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A3A3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0999" y="214312"/>
            <a:ext cx="10892052" cy="6429375"/>
            <a:chOff x="228600" y="228599"/>
            <a:chExt cx="7132320" cy="6858000"/>
          </a:xfrm>
        </p:grpSpPr>
        <p:sp>
          <p:nvSpPr>
            <p:cNvPr id="5" name="object 5"/>
            <p:cNvSpPr/>
            <p:nvPr/>
          </p:nvSpPr>
          <p:spPr>
            <a:xfrm>
              <a:off x="228600" y="228599"/>
              <a:ext cx="7132320" cy="6858000"/>
            </a:xfrm>
            <a:custGeom>
              <a:avLst/>
              <a:gdLst/>
              <a:ahLst/>
              <a:cxnLst/>
              <a:rect l="l" t="t" r="r" b="b"/>
              <a:pathLst>
                <a:path w="7132320" h="6858000">
                  <a:moveTo>
                    <a:pt x="713231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7132319" y="0"/>
                  </a:lnTo>
                  <a:lnTo>
                    <a:pt x="7132319" y="314324"/>
                  </a:lnTo>
                  <a:lnTo>
                    <a:pt x="466724" y="314324"/>
                  </a:lnTo>
                  <a:lnTo>
                    <a:pt x="453588" y="314959"/>
                  </a:lnTo>
                  <a:lnTo>
                    <a:pt x="415694" y="324475"/>
                  </a:lnTo>
                  <a:lnTo>
                    <a:pt x="382169" y="344542"/>
                  </a:lnTo>
                  <a:lnTo>
                    <a:pt x="355827" y="373575"/>
                  </a:lnTo>
                  <a:lnTo>
                    <a:pt x="339084" y="409023"/>
                  </a:lnTo>
                  <a:lnTo>
                    <a:pt x="333374" y="447674"/>
                  </a:lnTo>
                  <a:lnTo>
                    <a:pt x="333374" y="6305549"/>
                  </a:lnTo>
                  <a:lnTo>
                    <a:pt x="339084" y="6344200"/>
                  </a:lnTo>
                  <a:lnTo>
                    <a:pt x="355827" y="6379648"/>
                  </a:lnTo>
                  <a:lnTo>
                    <a:pt x="382169" y="6408682"/>
                  </a:lnTo>
                  <a:lnTo>
                    <a:pt x="415694" y="6428748"/>
                  </a:lnTo>
                  <a:lnTo>
                    <a:pt x="453588" y="6438264"/>
                  </a:lnTo>
                  <a:lnTo>
                    <a:pt x="466724" y="6438899"/>
                  </a:lnTo>
                  <a:lnTo>
                    <a:pt x="7132319" y="6438899"/>
                  </a:lnTo>
                  <a:lnTo>
                    <a:pt x="7132319" y="6857999"/>
                  </a:lnTo>
                  <a:close/>
                </a:path>
                <a:path w="7132320" h="6858000">
                  <a:moveTo>
                    <a:pt x="7132319" y="6438899"/>
                  </a:moveTo>
                  <a:lnTo>
                    <a:pt x="5762624" y="6438899"/>
                  </a:lnTo>
                  <a:lnTo>
                    <a:pt x="5775760" y="6438264"/>
                  </a:lnTo>
                  <a:lnTo>
                    <a:pt x="5788644" y="6436361"/>
                  </a:lnTo>
                  <a:lnTo>
                    <a:pt x="5825548" y="6423135"/>
                  </a:lnTo>
                  <a:lnTo>
                    <a:pt x="5856917" y="6399842"/>
                  </a:lnTo>
                  <a:lnTo>
                    <a:pt x="5880210" y="6368473"/>
                  </a:lnTo>
                  <a:lnTo>
                    <a:pt x="5893436" y="6331569"/>
                  </a:lnTo>
                  <a:lnTo>
                    <a:pt x="5895974" y="6305549"/>
                  </a:lnTo>
                  <a:lnTo>
                    <a:pt x="5895974" y="447674"/>
                  </a:lnTo>
                  <a:lnTo>
                    <a:pt x="5890264" y="409023"/>
                  </a:lnTo>
                  <a:lnTo>
                    <a:pt x="5873521" y="373575"/>
                  </a:lnTo>
                  <a:lnTo>
                    <a:pt x="5847179" y="344542"/>
                  </a:lnTo>
                  <a:lnTo>
                    <a:pt x="5813655" y="324475"/>
                  </a:lnTo>
                  <a:lnTo>
                    <a:pt x="5775760" y="314959"/>
                  </a:lnTo>
                  <a:lnTo>
                    <a:pt x="5762624" y="314324"/>
                  </a:lnTo>
                  <a:lnTo>
                    <a:pt x="7132319" y="314324"/>
                  </a:lnTo>
                  <a:lnTo>
                    <a:pt x="7132319" y="64388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212" y="538162"/>
              <a:ext cx="5572125" cy="6134100"/>
            </a:xfrm>
            <a:custGeom>
              <a:avLst/>
              <a:gdLst/>
              <a:ahLst/>
              <a:cxnLst/>
              <a:rect l="l" t="t" r="r" b="b"/>
              <a:pathLst>
                <a:path w="5572125" h="6134100">
                  <a:moveTo>
                    <a:pt x="5434012" y="6134099"/>
                  </a:moveTo>
                  <a:lnTo>
                    <a:pt x="138112" y="6134099"/>
                  </a:lnTo>
                  <a:lnTo>
                    <a:pt x="131327" y="6133933"/>
                  </a:lnTo>
                  <a:lnTo>
                    <a:pt x="91591" y="6126029"/>
                  </a:lnTo>
                  <a:lnTo>
                    <a:pt x="55831" y="6106915"/>
                  </a:lnTo>
                  <a:lnTo>
                    <a:pt x="27183" y="6078267"/>
                  </a:lnTo>
                  <a:lnTo>
                    <a:pt x="8069" y="6042507"/>
                  </a:lnTo>
                  <a:lnTo>
                    <a:pt x="165" y="6002772"/>
                  </a:lnTo>
                  <a:lnTo>
                    <a:pt x="0" y="5995987"/>
                  </a:lnTo>
                  <a:lnTo>
                    <a:pt x="0" y="138112"/>
                  </a:lnTo>
                  <a:lnTo>
                    <a:pt x="5945" y="98020"/>
                  </a:lnTo>
                  <a:lnTo>
                    <a:pt x="23276" y="61381"/>
                  </a:lnTo>
                  <a:lnTo>
                    <a:pt x="50493" y="31348"/>
                  </a:lnTo>
                  <a:lnTo>
                    <a:pt x="85259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5434012" y="0"/>
                  </a:lnTo>
                  <a:lnTo>
                    <a:pt x="5474103" y="5945"/>
                  </a:lnTo>
                  <a:lnTo>
                    <a:pt x="5510742" y="23276"/>
                  </a:lnTo>
                  <a:lnTo>
                    <a:pt x="5540775" y="50493"/>
                  </a:lnTo>
                  <a:lnTo>
                    <a:pt x="5561610" y="85259"/>
                  </a:lnTo>
                  <a:lnTo>
                    <a:pt x="5571460" y="124574"/>
                  </a:lnTo>
                  <a:lnTo>
                    <a:pt x="5572124" y="138112"/>
                  </a:lnTo>
                  <a:lnTo>
                    <a:pt x="5572124" y="5995987"/>
                  </a:lnTo>
                  <a:lnTo>
                    <a:pt x="5566178" y="6036078"/>
                  </a:lnTo>
                  <a:lnTo>
                    <a:pt x="5548847" y="6072717"/>
                  </a:lnTo>
                  <a:lnTo>
                    <a:pt x="5521630" y="6102750"/>
                  </a:lnTo>
                  <a:lnTo>
                    <a:pt x="5486864" y="6123585"/>
                  </a:lnTo>
                  <a:lnTo>
                    <a:pt x="5447549" y="6133435"/>
                  </a:lnTo>
                  <a:lnTo>
                    <a:pt x="5434012" y="613409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7212" y="538162"/>
              <a:ext cx="5572125" cy="6134100"/>
            </a:xfrm>
            <a:custGeom>
              <a:avLst/>
              <a:gdLst/>
              <a:ahLst/>
              <a:cxnLst/>
              <a:rect l="l" t="t" r="r" b="b"/>
              <a:pathLst>
                <a:path w="5572125" h="6134100">
                  <a:moveTo>
                    <a:pt x="0" y="5995987"/>
                  </a:moveTo>
                  <a:lnTo>
                    <a:pt x="0" y="138112"/>
                  </a:lnTo>
                  <a:lnTo>
                    <a:pt x="165" y="131327"/>
                  </a:lnTo>
                  <a:lnTo>
                    <a:pt x="8069" y="91591"/>
                  </a:lnTo>
                  <a:lnTo>
                    <a:pt x="27183" y="55831"/>
                  </a:lnTo>
                  <a:lnTo>
                    <a:pt x="55831" y="27183"/>
                  </a:lnTo>
                  <a:lnTo>
                    <a:pt x="91591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5434012" y="0"/>
                  </a:lnTo>
                  <a:lnTo>
                    <a:pt x="5474103" y="5945"/>
                  </a:lnTo>
                  <a:lnTo>
                    <a:pt x="5510742" y="23276"/>
                  </a:lnTo>
                  <a:lnTo>
                    <a:pt x="5540775" y="50493"/>
                  </a:lnTo>
                  <a:lnTo>
                    <a:pt x="5561610" y="85259"/>
                  </a:lnTo>
                  <a:lnTo>
                    <a:pt x="5571460" y="124574"/>
                  </a:lnTo>
                  <a:lnTo>
                    <a:pt x="5572124" y="138112"/>
                  </a:lnTo>
                  <a:lnTo>
                    <a:pt x="5572124" y="5995987"/>
                  </a:lnTo>
                  <a:lnTo>
                    <a:pt x="5566178" y="6036078"/>
                  </a:lnTo>
                  <a:lnTo>
                    <a:pt x="5548847" y="6072717"/>
                  </a:lnTo>
                  <a:lnTo>
                    <a:pt x="5521630" y="6102750"/>
                  </a:lnTo>
                  <a:lnTo>
                    <a:pt x="5486864" y="6123585"/>
                  </a:lnTo>
                  <a:lnTo>
                    <a:pt x="5447549" y="6133435"/>
                  </a:lnTo>
                  <a:lnTo>
                    <a:pt x="5434012" y="6134099"/>
                  </a:lnTo>
                  <a:lnTo>
                    <a:pt x="138112" y="6134099"/>
                  </a:lnTo>
                  <a:lnTo>
                    <a:pt x="98020" y="6128153"/>
                  </a:lnTo>
                  <a:lnTo>
                    <a:pt x="61381" y="6110822"/>
                  </a:lnTo>
                  <a:lnTo>
                    <a:pt x="31348" y="6083605"/>
                  </a:lnTo>
                  <a:lnTo>
                    <a:pt x="10513" y="6048839"/>
                  </a:lnTo>
                  <a:lnTo>
                    <a:pt x="663" y="6009524"/>
                  </a:lnTo>
                  <a:lnTo>
                    <a:pt x="0" y="5995987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1058688" y="645263"/>
            <a:ext cx="1020763" cy="444500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2813" spc="-42" dirty="0">
                <a:latin typeface="Arial Black"/>
                <a:cs typeface="Arial Black"/>
              </a:rPr>
              <a:t>ROA</a:t>
            </a:r>
            <a:endParaRPr sz="2813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5296" y="5837004"/>
            <a:ext cx="553641" cy="30956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875" spc="-19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1875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24280" y="5837004"/>
            <a:ext cx="553641" cy="30956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875" spc="-19" dirty="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  <a:endParaRPr sz="1875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23264" y="5837004"/>
            <a:ext cx="553641" cy="30956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875" spc="-19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endParaRPr sz="1875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73682" y="248113"/>
            <a:ext cx="10468570" cy="6429375"/>
            <a:chOff x="1254124" y="228599"/>
            <a:chExt cx="11166475" cy="6858000"/>
          </a:xfrm>
        </p:grpSpPr>
        <p:sp>
          <p:nvSpPr>
            <p:cNvPr id="13" name="object 13"/>
            <p:cNvSpPr/>
            <p:nvPr/>
          </p:nvSpPr>
          <p:spPr>
            <a:xfrm>
              <a:off x="1254112" y="1582305"/>
              <a:ext cx="4116070" cy="4618990"/>
            </a:xfrm>
            <a:custGeom>
              <a:avLst/>
              <a:gdLst/>
              <a:ahLst/>
              <a:cxnLst/>
              <a:rect l="l" t="t" r="r" b="b"/>
              <a:pathLst>
                <a:path w="4116070" h="4618990">
                  <a:moveTo>
                    <a:pt x="1130973" y="0"/>
                  </a:moveTo>
                  <a:lnTo>
                    <a:pt x="0" y="0"/>
                  </a:lnTo>
                  <a:lnTo>
                    <a:pt x="0" y="4618469"/>
                  </a:lnTo>
                  <a:lnTo>
                    <a:pt x="1130973" y="4618469"/>
                  </a:lnTo>
                  <a:lnTo>
                    <a:pt x="1130973" y="0"/>
                  </a:lnTo>
                  <a:close/>
                </a:path>
                <a:path w="4116070" h="4618990">
                  <a:moveTo>
                    <a:pt x="2623223" y="200799"/>
                  </a:moveTo>
                  <a:lnTo>
                    <a:pt x="1492250" y="200799"/>
                  </a:lnTo>
                  <a:lnTo>
                    <a:pt x="1492250" y="4618469"/>
                  </a:lnTo>
                  <a:lnTo>
                    <a:pt x="2623223" y="4618469"/>
                  </a:lnTo>
                  <a:lnTo>
                    <a:pt x="2623223" y="200799"/>
                  </a:lnTo>
                  <a:close/>
                </a:path>
                <a:path w="4116070" h="4618990">
                  <a:moveTo>
                    <a:pt x="4115473" y="1807235"/>
                  </a:moveTo>
                  <a:lnTo>
                    <a:pt x="2984500" y="1807235"/>
                  </a:lnTo>
                  <a:lnTo>
                    <a:pt x="2984500" y="4618469"/>
                  </a:lnTo>
                  <a:lnTo>
                    <a:pt x="4115473" y="4618469"/>
                  </a:lnTo>
                  <a:lnTo>
                    <a:pt x="4115473" y="1807235"/>
                  </a:lnTo>
                  <a:close/>
                </a:path>
              </a:pathLst>
            </a:custGeom>
            <a:solidFill>
              <a:srgbClr val="A8E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66359" y="228599"/>
              <a:ext cx="7254240" cy="6858000"/>
            </a:xfrm>
            <a:custGeom>
              <a:avLst/>
              <a:gdLst/>
              <a:ahLst/>
              <a:cxnLst/>
              <a:rect l="l" t="t" r="r" b="b"/>
              <a:pathLst>
                <a:path w="7254240" h="6858000">
                  <a:moveTo>
                    <a:pt x="725423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7254239" y="0"/>
                  </a:lnTo>
                  <a:lnTo>
                    <a:pt x="7254239" y="390524"/>
                  </a:lnTo>
                  <a:lnTo>
                    <a:pt x="1301114" y="390524"/>
                  </a:lnTo>
                  <a:lnTo>
                    <a:pt x="1287978" y="391159"/>
                  </a:lnTo>
                  <a:lnTo>
                    <a:pt x="1250083" y="400675"/>
                  </a:lnTo>
                  <a:lnTo>
                    <a:pt x="1216559" y="420742"/>
                  </a:lnTo>
                  <a:lnTo>
                    <a:pt x="1190217" y="449775"/>
                  </a:lnTo>
                  <a:lnTo>
                    <a:pt x="1173474" y="485223"/>
                  </a:lnTo>
                  <a:lnTo>
                    <a:pt x="1167764" y="523874"/>
                  </a:lnTo>
                  <a:lnTo>
                    <a:pt x="1167764" y="6305549"/>
                  </a:lnTo>
                  <a:lnTo>
                    <a:pt x="1173474" y="6344200"/>
                  </a:lnTo>
                  <a:lnTo>
                    <a:pt x="1190217" y="6379648"/>
                  </a:lnTo>
                  <a:lnTo>
                    <a:pt x="1216559" y="6408682"/>
                  </a:lnTo>
                  <a:lnTo>
                    <a:pt x="1250083" y="6428748"/>
                  </a:lnTo>
                  <a:lnTo>
                    <a:pt x="1287978" y="6438264"/>
                  </a:lnTo>
                  <a:lnTo>
                    <a:pt x="1301114" y="6438899"/>
                  </a:lnTo>
                  <a:lnTo>
                    <a:pt x="7254239" y="6438899"/>
                  </a:lnTo>
                  <a:lnTo>
                    <a:pt x="7254239" y="6857999"/>
                  </a:lnTo>
                  <a:close/>
                </a:path>
                <a:path w="7254240" h="6858000">
                  <a:moveTo>
                    <a:pt x="7254239" y="6438899"/>
                  </a:moveTo>
                  <a:lnTo>
                    <a:pt x="6949439" y="6438899"/>
                  </a:lnTo>
                  <a:lnTo>
                    <a:pt x="6962575" y="6438264"/>
                  </a:lnTo>
                  <a:lnTo>
                    <a:pt x="6975458" y="6436361"/>
                  </a:lnTo>
                  <a:lnTo>
                    <a:pt x="7012362" y="6423135"/>
                  </a:lnTo>
                  <a:lnTo>
                    <a:pt x="7043732" y="6399842"/>
                  </a:lnTo>
                  <a:lnTo>
                    <a:pt x="7067024" y="6368473"/>
                  </a:lnTo>
                  <a:lnTo>
                    <a:pt x="7080251" y="6331569"/>
                  </a:lnTo>
                  <a:lnTo>
                    <a:pt x="7082789" y="6305549"/>
                  </a:lnTo>
                  <a:lnTo>
                    <a:pt x="7082789" y="523874"/>
                  </a:lnTo>
                  <a:lnTo>
                    <a:pt x="7077078" y="485223"/>
                  </a:lnTo>
                  <a:lnTo>
                    <a:pt x="7060335" y="449775"/>
                  </a:lnTo>
                  <a:lnTo>
                    <a:pt x="7033994" y="420742"/>
                  </a:lnTo>
                  <a:lnTo>
                    <a:pt x="7000469" y="400675"/>
                  </a:lnTo>
                  <a:lnTo>
                    <a:pt x="6962575" y="391159"/>
                  </a:lnTo>
                  <a:lnTo>
                    <a:pt x="6949439" y="390524"/>
                  </a:lnTo>
                  <a:lnTo>
                    <a:pt x="7254239" y="390524"/>
                  </a:lnTo>
                  <a:lnTo>
                    <a:pt x="7254239" y="64388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29362" y="614362"/>
              <a:ext cx="5924550" cy="6057900"/>
            </a:xfrm>
            <a:custGeom>
              <a:avLst/>
              <a:gdLst/>
              <a:ahLst/>
              <a:cxnLst/>
              <a:rect l="l" t="t" r="r" b="b"/>
              <a:pathLst>
                <a:path w="5924550" h="6057900">
                  <a:moveTo>
                    <a:pt x="5786437" y="6057899"/>
                  </a:moveTo>
                  <a:lnTo>
                    <a:pt x="138112" y="6057899"/>
                  </a:lnTo>
                  <a:lnTo>
                    <a:pt x="131327" y="6057733"/>
                  </a:lnTo>
                  <a:lnTo>
                    <a:pt x="91591" y="6049829"/>
                  </a:lnTo>
                  <a:lnTo>
                    <a:pt x="55831" y="6030715"/>
                  </a:lnTo>
                  <a:lnTo>
                    <a:pt x="27183" y="6002067"/>
                  </a:lnTo>
                  <a:lnTo>
                    <a:pt x="8069" y="5966307"/>
                  </a:lnTo>
                  <a:lnTo>
                    <a:pt x="165" y="5926572"/>
                  </a:lnTo>
                  <a:lnTo>
                    <a:pt x="0" y="5919787"/>
                  </a:lnTo>
                  <a:lnTo>
                    <a:pt x="0" y="138112"/>
                  </a:lnTo>
                  <a:lnTo>
                    <a:pt x="5945" y="98020"/>
                  </a:lnTo>
                  <a:lnTo>
                    <a:pt x="23276" y="61381"/>
                  </a:lnTo>
                  <a:lnTo>
                    <a:pt x="50493" y="31348"/>
                  </a:lnTo>
                  <a:lnTo>
                    <a:pt x="85259" y="10513"/>
                  </a:lnTo>
                  <a:lnTo>
                    <a:pt x="124574" y="663"/>
                  </a:lnTo>
                  <a:lnTo>
                    <a:pt x="138112" y="0"/>
                  </a:lnTo>
                  <a:lnTo>
                    <a:pt x="5786437" y="0"/>
                  </a:lnTo>
                  <a:lnTo>
                    <a:pt x="5826529" y="5945"/>
                  </a:lnTo>
                  <a:lnTo>
                    <a:pt x="5863167" y="23276"/>
                  </a:lnTo>
                  <a:lnTo>
                    <a:pt x="5893199" y="50493"/>
                  </a:lnTo>
                  <a:lnTo>
                    <a:pt x="5914035" y="85259"/>
                  </a:lnTo>
                  <a:lnTo>
                    <a:pt x="5923885" y="124574"/>
                  </a:lnTo>
                  <a:lnTo>
                    <a:pt x="5924549" y="138112"/>
                  </a:lnTo>
                  <a:lnTo>
                    <a:pt x="5924549" y="5919787"/>
                  </a:lnTo>
                  <a:lnTo>
                    <a:pt x="5918603" y="5959878"/>
                  </a:lnTo>
                  <a:lnTo>
                    <a:pt x="5901272" y="5996517"/>
                  </a:lnTo>
                  <a:lnTo>
                    <a:pt x="5874055" y="6026550"/>
                  </a:lnTo>
                  <a:lnTo>
                    <a:pt x="5839289" y="6047385"/>
                  </a:lnTo>
                  <a:lnTo>
                    <a:pt x="5799974" y="6057235"/>
                  </a:lnTo>
                  <a:lnTo>
                    <a:pt x="5786437" y="605789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29362" y="614362"/>
              <a:ext cx="5924550" cy="6057900"/>
            </a:xfrm>
            <a:custGeom>
              <a:avLst/>
              <a:gdLst/>
              <a:ahLst/>
              <a:cxnLst/>
              <a:rect l="l" t="t" r="r" b="b"/>
              <a:pathLst>
                <a:path w="5924550" h="6057900">
                  <a:moveTo>
                    <a:pt x="0" y="5919787"/>
                  </a:moveTo>
                  <a:lnTo>
                    <a:pt x="0" y="138112"/>
                  </a:lnTo>
                  <a:lnTo>
                    <a:pt x="165" y="131327"/>
                  </a:lnTo>
                  <a:lnTo>
                    <a:pt x="8069" y="91591"/>
                  </a:lnTo>
                  <a:lnTo>
                    <a:pt x="27183" y="55831"/>
                  </a:lnTo>
                  <a:lnTo>
                    <a:pt x="55831" y="27183"/>
                  </a:lnTo>
                  <a:lnTo>
                    <a:pt x="91591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5786437" y="0"/>
                  </a:lnTo>
                  <a:lnTo>
                    <a:pt x="5826529" y="5945"/>
                  </a:lnTo>
                  <a:lnTo>
                    <a:pt x="5863167" y="23276"/>
                  </a:lnTo>
                  <a:lnTo>
                    <a:pt x="5893199" y="50493"/>
                  </a:lnTo>
                  <a:lnTo>
                    <a:pt x="5914035" y="85259"/>
                  </a:lnTo>
                  <a:lnTo>
                    <a:pt x="5923885" y="124574"/>
                  </a:lnTo>
                  <a:lnTo>
                    <a:pt x="5924549" y="138112"/>
                  </a:lnTo>
                  <a:lnTo>
                    <a:pt x="5924549" y="5919787"/>
                  </a:lnTo>
                  <a:lnTo>
                    <a:pt x="5918603" y="5959878"/>
                  </a:lnTo>
                  <a:lnTo>
                    <a:pt x="5901272" y="5996517"/>
                  </a:lnTo>
                  <a:lnTo>
                    <a:pt x="5874055" y="6026550"/>
                  </a:lnTo>
                  <a:lnTo>
                    <a:pt x="5839289" y="6047385"/>
                  </a:lnTo>
                  <a:lnTo>
                    <a:pt x="5799974" y="6057235"/>
                  </a:lnTo>
                  <a:lnTo>
                    <a:pt x="5786437" y="6057899"/>
                  </a:lnTo>
                  <a:lnTo>
                    <a:pt x="138112" y="6057899"/>
                  </a:lnTo>
                  <a:lnTo>
                    <a:pt x="98020" y="6051953"/>
                  </a:lnTo>
                  <a:lnTo>
                    <a:pt x="61381" y="6034623"/>
                  </a:lnTo>
                  <a:lnTo>
                    <a:pt x="31348" y="6007405"/>
                  </a:lnTo>
                  <a:lnTo>
                    <a:pt x="10513" y="5972639"/>
                  </a:lnTo>
                  <a:lnTo>
                    <a:pt x="663" y="5933324"/>
                  </a:lnTo>
                  <a:lnTo>
                    <a:pt x="0" y="5919787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66304" y="1207509"/>
            <a:ext cx="413147" cy="21406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313" spc="-23" dirty="0">
                <a:solidFill>
                  <a:srgbClr val="E6E6E6"/>
                </a:solidFill>
                <a:latin typeface="Arial Black"/>
                <a:cs typeface="Arial Black"/>
              </a:rPr>
              <a:t>23%</a:t>
            </a:r>
            <a:endParaRPr sz="1313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65288" y="1395763"/>
            <a:ext cx="413147" cy="21406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313" spc="-23" dirty="0">
                <a:solidFill>
                  <a:srgbClr val="E6E6E6"/>
                </a:solidFill>
                <a:latin typeface="Arial Black"/>
                <a:cs typeface="Arial Black"/>
              </a:rPr>
              <a:t>22%</a:t>
            </a:r>
            <a:endParaRPr sz="1313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64273" y="2901787"/>
            <a:ext cx="413147" cy="21406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313" spc="-23" dirty="0">
                <a:solidFill>
                  <a:srgbClr val="E6E6E6"/>
                </a:solidFill>
                <a:latin typeface="Arial Black"/>
                <a:cs typeface="Arial Black"/>
              </a:rPr>
              <a:t>14%</a:t>
            </a:r>
            <a:endParaRPr sz="1313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58811" y="697445"/>
            <a:ext cx="851297" cy="452438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2813" spc="-23" dirty="0">
                <a:solidFill>
                  <a:srgbClr val="FFFFFF"/>
                </a:solidFill>
                <a:latin typeface="Arial Black"/>
                <a:cs typeface="Arial Black"/>
              </a:rPr>
              <a:t>ROE</a:t>
            </a:r>
            <a:endParaRPr sz="2813" dirty="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10108" y="5837004"/>
            <a:ext cx="553641" cy="30956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875" spc="-19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1875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00870" y="5837004"/>
            <a:ext cx="553641" cy="30956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875" spc="-19" dirty="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  <a:endParaRPr sz="1875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91631" y="5837004"/>
            <a:ext cx="553641" cy="30956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875" spc="-19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endParaRPr sz="1875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90528" y="1586365"/>
            <a:ext cx="4111823" cy="4227314"/>
          </a:xfrm>
          <a:custGeom>
            <a:avLst/>
            <a:gdLst/>
            <a:ahLst/>
            <a:cxnLst/>
            <a:rect l="l" t="t" r="r" b="b"/>
            <a:pathLst>
              <a:path w="4385945" h="4509135">
                <a:moveTo>
                  <a:pt x="1205166" y="0"/>
                </a:moveTo>
                <a:lnTo>
                  <a:pt x="0" y="0"/>
                </a:lnTo>
                <a:lnTo>
                  <a:pt x="0" y="4508652"/>
                </a:lnTo>
                <a:lnTo>
                  <a:pt x="1205166" y="4508652"/>
                </a:lnTo>
                <a:lnTo>
                  <a:pt x="1205166" y="0"/>
                </a:lnTo>
                <a:close/>
              </a:path>
              <a:path w="4385945" h="4509135">
                <a:moveTo>
                  <a:pt x="2795308" y="0"/>
                </a:moveTo>
                <a:lnTo>
                  <a:pt x="1590141" y="0"/>
                </a:lnTo>
                <a:lnTo>
                  <a:pt x="1590141" y="4508652"/>
                </a:lnTo>
                <a:lnTo>
                  <a:pt x="2795308" y="4508652"/>
                </a:lnTo>
                <a:lnTo>
                  <a:pt x="2795308" y="0"/>
                </a:lnTo>
                <a:close/>
              </a:path>
              <a:path w="4385945" h="4509135">
                <a:moveTo>
                  <a:pt x="4385449" y="1745284"/>
                </a:moveTo>
                <a:lnTo>
                  <a:pt x="3180283" y="1745284"/>
                </a:lnTo>
                <a:lnTo>
                  <a:pt x="3180283" y="4508652"/>
                </a:lnTo>
                <a:lnTo>
                  <a:pt x="4385449" y="4508652"/>
                </a:lnTo>
                <a:lnTo>
                  <a:pt x="4385449" y="1745284"/>
                </a:lnTo>
                <a:close/>
              </a:path>
            </a:pathLst>
          </a:custGeom>
          <a:solidFill>
            <a:srgbClr val="E1F4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135232" y="1299422"/>
            <a:ext cx="441126" cy="228364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406" spc="-23" dirty="0">
                <a:solidFill>
                  <a:srgbClr val="E6E6E6"/>
                </a:solidFill>
                <a:latin typeface="Arial Black"/>
                <a:cs typeface="Arial Black"/>
              </a:rPr>
              <a:t>31%</a:t>
            </a:r>
            <a:endParaRPr sz="1406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25993" y="1299422"/>
            <a:ext cx="441126" cy="228364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406" spc="-23" dirty="0">
                <a:solidFill>
                  <a:srgbClr val="E6E6E6"/>
                </a:solidFill>
                <a:latin typeface="Arial Black"/>
                <a:cs typeface="Arial Black"/>
              </a:rPr>
              <a:t>31%</a:t>
            </a:r>
            <a:endParaRPr sz="1406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16755" y="2935627"/>
            <a:ext cx="441126" cy="228364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406" spc="-23" dirty="0">
                <a:solidFill>
                  <a:srgbClr val="E6E6E6"/>
                </a:solidFill>
                <a:latin typeface="Arial Black"/>
                <a:cs typeface="Arial Black"/>
              </a:rPr>
              <a:t>19%</a:t>
            </a:r>
            <a:endParaRPr sz="1406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Tm="2915">
        <p14:pan dir="u"/>
      </p:transition>
    </mc:Choice>
    <mc:Fallback>
      <p:transition spd="slow" advTm="2915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80770" y="295133"/>
            <a:ext cx="830461" cy="142875"/>
          </a:xfrm>
          <a:prstGeom prst="rect">
            <a:avLst/>
          </a:prstGeom>
        </p:spPr>
        <p:txBody>
          <a:bodyPr vert="horz" wrap="square" lIns="0" tIns="83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"/>
              </a:spcBef>
            </a:pPr>
            <a:r>
              <a:rPr sz="844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844" spc="-28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44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844" spc="-23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44" spc="-9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844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214313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81000" y="214313"/>
            <a:ext cx="11430000" cy="6429375"/>
            <a:chOff x="228600" y="228600"/>
            <a:chExt cx="12192000" cy="6858000"/>
          </a:xfrm>
        </p:grpSpPr>
        <p:sp>
          <p:nvSpPr>
            <p:cNvPr id="5" name="object 5"/>
            <p:cNvSpPr/>
            <p:nvPr/>
          </p:nvSpPr>
          <p:spPr>
            <a:xfrm>
              <a:off x="233362" y="233362"/>
              <a:ext cx="12182475" cy="6848475"/>
            </a:xfrm>
            <a:custGeom>
              <a:avLst/>
              <a:gdLst/>
              <a:ahLst/>
              <a:cxnLst/>
              <a:rect l="l" t="t" r="r" b="b"/>
              <a:pathLst>
                <a:path w="12182475" h="6848475">
                  <a:moveTo>
                    <a:pt x="0" y="0"/>
                  </a:moveTo>
                  <a:lnTo>
                    <a:pt x="12182474" y="0"/>
                  </a:lnTo>
                  <a:lnTo>
                    <a:pt x="12182474" y="6848474"/>
                  </a:lnTo>
                  <a:lnTo>
                    <a:pt x="0" y="6848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384" y="373888"/>
              <a:ext cx="114299" cy="1142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9873" y="306615"/>
            <a:ext cx="963216" cy="15635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938" dirty="0">
                <a:solidFill>
                  <a:srgbClr val="D1D0CD"/>
                </a:solidFill>
                <a:latin typeface="Arial MT"/>
                <a:cs typeface="Arial MT"/>
              </a:rPr>
              <a:t>Gross</a:t>
            </a:r>
            <a:r>
              <a:rPr sz="938" spc="-9" dirty="0">
                <a:solidFill>
                  <a:srgbClr val="D1D0CD"/>
                </a:solidFill>
                <a:latin typeface="Arial MT"/>
                <a:cs typeface="Arial MT"/>
              </a:rPr>
              <a:t> </a:t>
            </a:r>
            <a:r>
              <a:rPr sz="938" dirty="0">
                <a:solidFill>
                  <a:srgbClr val="D1D0CD"/>
                </a:solidFill>
                <a:latin typeface="Arial MT"/>
                <a:cs typeface="Arial MT"/>
              </a:rPr>
              <a:t>Profit</a:t>
            </a:r>
            <a:r>
              <a:rPr sz="938" spc="-5" dirty="0">
                <a:solidFill>
                  <a:srgbClr val="D1D0CD"/>
                </a:solidFill>
                <a:latin typeface="Arial MT"/>
                <a:cs typeface="Arial MT"/>
              </a:rPr>
              <a:t> </a:t>
            </a:r>
            <a:r>
              <a:rPr sz="938" spc="-9" dirty="0">
                <a:solidFill>
                  <a:srgbClr val="D1D0CD"/>
                </a:solidFill>
                <a:latin typeface="Arial MT"/>
                <a:cs typeface="Arial MT"/>
              </a:rPr>
              <a:t>Ratio</a:t>
            </a:r>
            <a:endParaRPr sz="938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2454" y="359450"/>
            <a:ext cx="89296" cy="892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41714" y="306615"/>
            <a:ext cx="831056" cy="15635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938" dirty="0">
                <a:solidFill>
                  <a:srgbClr val="D1D0CD"/>
                </a:solidFill>
                <a:latin typeface="Arial MT"/>
                <a:cs typeface="Arial MT"/>
              </a:rPr>
              <a:t>Net</a:t>
            </a:r>
            <a:r>
              <a:rPr sz="938" spc="-5" dirty="0">
                <a:solidFill>
                  <a:srgbClr val="D1D0CD"/>
                </a:solidFill>
                <a:latin typeface="Arial MT"/>
                <a:cs typeface="Arial MT"/>
              </a:rPr>
              <a:t> </a:t>
            </a:r>
            <a:r>
              <a:rPr sz="938" dirty="0">
                <a:solidFill>
                  <a:srgbClr val="D1D0CD"/>
                </a:solidFill>
                <a:latin typeface="Arial MT"/>
                <a:cs typeface="Arial MT"/>
              </a:rPr>
              <a:t>Profit</a:t>
            </a:r>
            <a:r>
              <a:rPr sz="938" spc="-5" dirty="0">
                <a:solidFill>
                  <a:srgbClr val="D1D0CD"/>
                </a:solidFill>
                <a:latin typeface="Arial MT"/>
                <a:cs typeface="Arial MT"/>
              </a:rPr>
              <a:t> </a:t>
            </a:r>
            <a:r>
              <a:rPr sz="938" spc="-9" dirty="0">
                <a:solidFill>
                  <a:srgbClr val="D1D0CD"/>
                </a:solidFill>
                <a:latin typeface="Arial MT"/>
                <a:cs typeface="Arial MT"/>
              </a:rPr>
              <a:t>Ratio</a:t>
            </a:r>
            <a:endParaRPr sz="938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 idx="4294967295"/>
          </p:nvPr>
        </p:nvSpPr>
        <p:spPr>
          <a:xfrm>
            <a:off x="594575" y="550810"/>
            <a:ext cx="1512009" cy="381354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99430">
              <a:lnSpc>
                <a:spcPct val="100000"/>
              </a:lnSpc>
              <a:spcBef>
                <a:spcPts val="94"/>
              </a:spcBef>
            </a:pPr>
            <a:r>
              <a:rPr sz="2400" spc="-19" dirty="0"/>
              <a:t>2022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32351" y="589418"/>
            <a:ext cx="553641" cy="30956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875" spc="-19" dirty="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  <a:endParaRPr sz="1875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8453" y="3348692"/>
            <a:ext cx="553641" cy="309563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875" spc="-19" dirty="0">
                <a:solidFill>
                  <a:srgbClr val="FFFFFF"/>
                </a:solidFill>
                <a:latin typeface="Arial MT"/>
                <a:cs typeface="Arial MT"/>
              </a:rPr>
              <a:t>2024</a:t>
            </a:r>
            <a:endParaRPr sz="1875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4089" y="1409104"/>
            <a:ext cx="5339953" cy="1680567"/>
            <a:chOff x="690562" y="1503044"/>
            <a:chExt cx="5695950" cy="1792605"/>
          </a:xfrm>
        </p:grpSpPr>
        <p:sp>
          <p:nvSpPr>
            <p:cNvPr id="14" name="object 14"/>
            <p:cNvSpPr/>
            <p:nvPr/>
          </p:nvSpPr>
          <p:spPr>
            <a:xfrm>
              <a:off x="690562" y="1503044"/>
              <a:ext cx="5695950" cy="1792605"/>
            </a:xfrm>
            <a:custGeom>
              <a:avLst/>
              <a:gdLst/>
              <a:ahLst/>
              <a:cxnLst/>
              <a:rect l="l" t="t" r="r" b="b"/>
              <a:pathLst>
                <a:path w="5695950" h="1792604">
                  <a:moveTo>
                    <a:pt x="4762" y="1783080"/>
                  </a:moveTo>
                  <a:lnTo>
                    <a:pt x="3441" y="1783080"/>
                  </a:lnTo>
                  <a:lnTo>
                    <a:pt x="2324" y="1783549"/>
                  </a:lnTo>
                  <a:lnTo>
                    <a:pt x="457" y="1785416"/>
                  </a:lnTo>
                  <a:lnTo>
                    <a:pt x="0" y="1786534"/>
                  </a:lnTo>
                  <a:lnTo>
                    <a:pt x="0" y="1789163"/>
                  </a:lnTo>
                  <a:lnTo>
                    <a:pt x="457" y="1790280"/>
                  </a:lnTo>
                  <a:lnTo>
                    <a:pt x="2324" y="1792147"/>
                  </a:lnTo>
                  <a:lnTo>
                    <a:pt x="3441" y="1792605"/>
                  </a:lnTo>
                  <a:lnTo>
                    <a:pt x="4762" y="1792605"/>
                  </a:lnTo>
                  <a:lnTo>
                    <a:pt x="4762" y="1783080"/>
                  </a:lnTo>
                  <a:close/>
                </a:path>
                <a:path w="5695950" h="1792604">
                  <a:moveTo>
                    <a:pt x="4762" y="891552"/>
                  </a:moveTo>
                  <a:lnTo>
                    <a:pt x="3441" y="891552"/>
                  </a:lnTo>
                  <a:lnTo>
                    <a:pt x="2324" y="892009"/>
                  </a:lnTo>
                  <a:lnTo>
                    <a:pt x="457" y="893876"/>
                  </a:lnTo>
                  <a:lnTo>
                    <a:pt x="0" y="894994"/>
                  </a:lnTo>
                  <a:lnTo>
                    <a:pt x="0" y="897623"/>
                  </a:lnTo>
                  <a:lnTo>
                    <a:pt x="457" y="898740"/>
                  </a:lnTo>
                  <a:lnTo>
                    <a:pt x="2324" y="900607"/>
                  </a:lnTo>
                  <a:lnTo>
                    <a:pt x="3441" y="901077"/>
                  </a:lnTo>
                  <a:lnTo>
                    <a:pt x="4762" y="901077"/>
                  </a:lnTo>
                  <a:lnTo>
                    <a:pt x="4762" y="891552"/>
                  </a:lnTo>
                  <a:close/>
                </a:path>
                <a:path w="5695950" h="1792604">
                  <a:moveTo>
                    <a:pt x="4762" y="0"/>
                  </a:moveTo>
                  <a:lnTo>
                    <a:pt x="3441" y="0"/>
                  </a:lnTo>
                  <a:lnTo>
                    <a:pt x="2324" y="469"/>
                  </a:lnTo>
                  <a:lnTo>
                    <a:pt x="457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57" y="7200"/>
                  </a:lnTo>
                  <a:lnTo>
                    <a:pt x="2324" y="9067"/>
                  </a:lnTo>
                  <a:lnTo>
                    <a:pt x="3441" y="9525"/>
                  </a:lnTo>
                  <a:lnTo>
                    <a:pt x="4762" y="9525"/>
                  </a:lnTo>
                  <a:lnTo>
                    <a:pt x="4762" y="0"/>
                  </a:lnTo>
                  <a:close/>
                </a:path>
                <a:path w="5695950" h="1792604">
                  <a:moveTo>
                    <a:pt x="123812" y="1786534"/>
                  </a:moveTo>
                  <a:lnTo>
                    <a:pt x="123355" y="1785416"/>
                  </a:lnTo>
                  <a:lnTo>
                    <a:pt x="121488" y="1783549"/>
                  </a:lnTo>
                  <a:lnTo>
                    <a:pt x="120370" y="1783080"/>
                  </a:lnTo>
                  <a:lnTo>
                    <a:pt x="119062" y="1783080"/>
                  </a:lnTo>
                  <a:lnTo>
                    <a:pt x="119062" y="1792605"/>
                  </a:lnTo>
                  <a:lnTo>
                    <a:pt x="120370" y="1792605"/>
                  </a:lnTo>
                  <a:lnTo>
                    <a:pt x="121488" y="1792147"/>
                  </a:lnTo>
                  <a:lnTo>
                    <a:pt x="123355" y="1790280"/>
                  </a:lnTo>
                  <a:lnTo>
                    <a:pt x="123812" y="1789163"/>
                  </a:lnTo>
                  <a:lnTo>
                    <a:pt x="123812" y="1786534"/>
                  </a:lnTo>
                  <a:close/>
                </a:path>
                <a:path w="5695950" h="1792604">
                  <a:moveTo>
                    <a:pt x="123812" y="894994"/>
                  </a:moveTo>
                  <a:lnTo>
                    <a:pt x="123355" y="893876"/>
                  </a:lnTo>
                  <a:lnTo>
                    <a:pt x="121488" y="892009"/>
                  </a:lnTo>
                  <a:lnTo>
                    <a:pt x="120370" y="891552"/>
                  </a:lnTo>
                  <a:lnTo>
                    <a:pt x="119062" y="891552"/>
                  </a:lnTo>
                  <a:lnTo>
                    <a:pt x="119062" y="901077"/>
                  </a:lnTo>
                  <a:lnTo>
                    <a:pt x="120370" y="901077"/>
                  </a:lnTo>
                  <a:lnTo>
                    <a:pt x="121488" y="900607"/>
                  </a:lnTo>
                  <a:lnTo>
                    <a:pt x="123355" y="898740"/>
                  </a:lnTo>
                  <a:lnTo>
                    <a:pt x="123812" y="897623"/>
                  </a:lnTo>
                  <a:lnTo>
                    <a:pt x="123812" y="894994"/>
                  </a:lnTo>
                  <a:close/>
                </a:path>
                <a:path w="5695950" h="1792604">
                  <a:moveTo>
                    <a:pt x="123812" y="3454"/>
                  </a:moveTo>
                  <a:lnTo>
                    <a:pt x="123355" y="2336"/>
                  </a:lnTo>
                  <a:lnTo>
                    <a:pt x="121488" y="469"/>
                  </a:lnTo>
                  <a:lnTo>
                    <a:pt x="120370" y="0"/>
                  </a:lnTo>
                  <a:lnTo>
                    <a:pt x="119062" y="0"/>
                  </a:lnTo>
                  <a:lnTo>
                    <a:pt x="119062" y="9525"/>
                  </a:lnTo>
                  <a:lnTo>
                    <a:pt x="120370" y="9525"/>
                  </a:lnTo>
                  <a:lnTo>
                    <a:pt x="121488" y="9067"/>
                  </a:lnTo>
                  <a:lnTo>
                    <a:pt x="123355" y="7200"/>
                  </a:lnTo>
                  <a:lnTo>
                    <a:pt x="123812" y="6083"/>
                  </a:lnTo>
                  <a:lnTo>
                    <a:pt x="123812" y="3454"/>
                  </a:lnTo>
                  <a:close/>
                </a:path>
                <a:path w="5695950" h="1792604">
                  <a:moveTo>
                    <a:pt x="171437" y="1786534"/>
                  </a:moveTo>
                  <a:lnTo>
                    <a:pt x="170980" y="1785416"/>
                  </a:lnTo>
                  <a:lnTo>
                    <a:pt x="169113" y="1783549"/>
                  </a:lnTo>
                  <a:lnTo>
                    <a:pt x="167995" y="1783080"/>
                  </a:lnTo>
                  <a:lnTo>
                    <a:pt x="165366" y="1783080"/>
                  </a:lnTo>
                  <a:lnTo>
                    <a:pt x="164249" y="1783549"/>
                  </a:lnTo>
                  <a:lnTo>
                    <a:pt x="162382" y="1785416"/>
                  </a:lnTo>
                  <a:lnTo>
                    <a:pt x="161912" y="1786534"/>
                  </a:lnTo>
                  <a:lnTo>
                    <a:pt x="161912" y="1789163"/>
                  </a:lnTo>
                  <a:lnTo>
                    <a:pt x="162382" y="1790280"/>
                  </a:lnTo>
                  <a:lnTo>
                    <a:pt x="164249" y="1792147"/>
                  </a:lnTo>
                  <a:lnTo>
                    <a:pt x="165366" y="1792605"/>
                  </a:lnTo>
                  <a:lnTo>
                    <a:pt x="167995" y="1792605"/>
                  </a:lnTo>
                  <a:lnTo>
                    <a:pt x="169113" y="1792147"/>
                  </a:lnTo>
                  <a:lnTo>
                    <a:pt x="170980" y="1790280"/>
                  </a:lnTo>
                  <a:lnTo>
                    <a:pt x="171437" y="1789163"/>
                  </a:lnTo>
                  <a:lnTo>
                    <a:pt x="171437" y="1786534"/>
                  </a:lnTo>
                  <a:close/>
                </a:path>
                <a:path w="5695950" h="1792604">
                  <a:moveTo>
                    <a:pt x="171437" y="894994"/>
                  </a:moveTo>
                  <a:lnTo>
                    <a:pt x="170980" y="893876"/>
                  </a:lnTo>
                  <a:lnTo>
                    <a:pt x="169113" y="892009"/>
                  </a:lnTo>
                  <a:lnTo>
                    <a:pt x="167995" y="891552"/>
                  </a:lnTo>
                  <a:lnTo>
                    <a:pt x="165366" y="891552"/>
                  </a:lnTo>
                  <a:lnTo>
                    <a:pt x="164249" y="892009"/>
                  </a:lnTo>
                  <a:lnTo>
                    <a:pt x="162382" y="893876"/>
                  </a:lnTo>
                  <a:lnTo>
                    <a:pt x="161912" y="894994"/>
                  </a:lnTo>
                  <a:lnTo>
                    <a:pt x="161912" y="897623"/>
                  </a:lnTo>
                  <a:lnTo>
                    <a:pt x="162382" y="898740"/>
                  </a:lnTo>
                  <a:lnTo>
                    <a:pt x="164249" y="900607"/>
                  </a:lnTo>
                  <a:lnTo>
                    <a:pt x="165366" y="901077"/>
                  </a:lnTo>
                  <a:lnTo>
                    <a:pt x="167995" y="901077"/>
                  </a:lnTo>
                  <a:lnTo>
                    <a:pt x="169113" y="900607"/>
                  </a:lnTo>
                  <a:lnTo>
                    <a:pt x="170980" y="898740"/>
                  </a:lnTo>
                  <a:lnTo>
                    <a:pt x="171437" y="897623"/>
                  </a:lnTo>
                  <a:lnTo>
                    <a:pt x="171437" y="894994"/>
                  </a:lnTo>
                  <a:close/>
                </a:path>
                <a:path w="5695950" h="1792604">
                  <a:moveTo>
                    <a:pt x="171437" y="3454"/>
                  </a:moveTo>
                  <a:lnTo>
                    <a:pt x="170980" y="2336"/>
                  </a:lnTo>
                  <a:lnTo>
                    <a:pt x="169113" y="469"/>
                  </a:lnTo>
                  <a:lnTo>
                    <a:pt x="167995" y="0"/>
                  </a:lnTo>
                  <a:lnTo>
                    <a:pt x="165366" y="0"/>
                  </a:lnTo>
                  <a:lnTo>
                    <a:pt x="164249" y="469"/>
                  </a:lnTo>
                  <a:lnTo>
                    <a:pt x="162382" y="2336"/>
                  </a:lnTo>
                  <a:lnTo>
                    <a:pt x="161912" y="3454"/>
                  </a:lnTo>
                  <a:lnTo>
                    <a:pt x="161912" y="6083"/>
                  </a:lnTo>
                  <a:lnTo>
                    <a:pt x="162382" y="7200"/>
                  </a:lnTo>
                  <a:lnTo>
                    <a:pt x="164249" y="9067"/>
                  </a:lnTo>
                  <a:lnTo>
                    <a:pt x="165366" y="9525"/>
                  </a:lnTo>
                  <a:lnTo>
                    <a:pt x="167995" y="9525"/>
                  </a:lnTo>
                  <a:lnTo>
                    <a:pt x="169113" y="9067"/>
                  </a:lnTo>
                  <a:lnTo>
                    <a:pt x="170980" y="7200"/>
                  </a:lnTo>
                  <a:lnTo>
                    <a:pt x="171437" y="6083"/>
                  </a:lnTo>
                  <a:lnTo>
                    <a:pt x="171437" y="3454"/>
                  </a:lnTo>
                  <a:close/>
                </a:path>
                <a:path w="5695950" h="1792604">
                  <a:moveTo>
                    <a:pt x="219062" y="1786534"/>
                  </a:moveTo>
                  <a:lnTo>
                    <a:pt x="218605" y="1785416"/>
                  </a:lnTo>
                  <a:lnTo>
                    <a:pt x="216738" y="1783549"/>
                  </a:lnTo>
                  <a:lnTo>
                    <a:pt x="215620" y="1783080"/>
                  </a:lnTo>
                  <a:lnTo>
                    <a:pt x="212991" y="1783080"/>
                  </a:lnTo>
                  <a:lnTo>
                    <a:pt x="211874" y="1783549"/>
                  </a:lnTo>
                  <a:lnTo>
                    <a:pt x="210007" y="1785416"/>
                  </a:lnTo>
                  <a:lnTo>
                    <a:pt x="209537" y="1786534"/>
                  </a:lnTo>
                  <a:lnTo>
                    <a:pt x="209537" y="1789163"/>
                  </a:lnTo>
                  <a:lnTo>
                    <a:pt x="210007" y="1790280"/>
                  </a:lnTo>
                  <a:lnTo>
                    <a:pt x="211874" y="1792147"/>
                  </a:lnTo>
                  <a:lnTo>
                    <a:pt x="212991" y="1792605"/>
                  </a:lnTo>
                  <a:lnTo>
                    <a:pt x="215620" y="1792605"/>
                  </a:lnTo>
                  <a:lnTo>
                    <a:pt x="216738" y="1792147"/>
                  </a:lnTo>
                  <a:lnTo>
                    <a:pt x="218605" y="1790280"/>
                  </a:lnTo>
                  <a:lnTo>
                    <a:pt x="219062" y="1789163"/>
                  </a:lnTo>
                  <a:lnTo>
                    <a:pt x="219062" y="1786534"/>
                  </a:lnTo>
                  <a:close/>
                </a:path>
                <a:path w="5695950" h="1792604">
                  <a:moveTo>
                    <a:pt x="219062" y="894994"/>
                  </a:moveTo>
                  <a:lnTo>
                    <a:pt x="218605" y="893876"/>
                  </a:lnTo>
                  <a:lnTo>
                    <a:pt x="216738" y="892009"/>
                  </a:lnTo>
                  <a:lnTo>
                    <a:pt x="215620" y="891552"/>
                  </a:lnTo>
                  <a:lnTo>
                    <a:pt x="212991" y="891552"/>
                  </a:lnTo>
                  <a:lnTo>
                    <a:pt x="211874" y="892009"/>
                  </a:lnTo>
                  <a:lnTo>
                    <a:pt x="210007" y="893876"/>
                  </a:lnTo>
                  <a:lnTo>
                    <a:pt x="209537" y="894994"/>
                  </a:lnTo>
                  <a:lnTo>
                    <a:pt x="209537" y="897623"/>
                  </a:lnTo>
                  <a:lnTo>
                    <a:pt x="210007" y="898740"/>
                  </a:lnTo>
                  <a:lnTo>
                    <a:pt x="211874" y="900607"/>
                  </a:lnTo>
                  <a:lnTo>
                    <a:pt x="212991" y="901077"/>
                  </a:lnTo>
                  <a:lnTo>
                    <a:pt x="215620" y="901077"/>
                  </a:lnTo>
                  <a:lnTo>
                    <a:pt x="216738" y="900607"/>
                  </a:lnTo>
                  <a:lnTo>
                    <a:pt x="218605" y="898740"/>
                  </a:lnTo>
                  <a:lnTo>
                    <a:pt x="219062" y="897623"/>
                  </a:lnTo>
                  <a:lnTo>
                    <a:pt x="219062" y="894994"/>
                  </a:lnTo>
                  <a:close/>
                </a:path>
                <a:path w="5695950" h="1792604">
                  <a:moveTo>
                    <a:pt x="219062" y="3454"/>
                  </a:moveTo>
                  <a:lnTo>
                    <a:pt x="218605" y="2336"/>
                  </a:lnTo>
                  <a:lnTo>
                    <a:pt x="216738" y="469"/>
                  </a:lnTo>
                  <a:lnTo>
                    <a:pt x="215620" y="0"/>
                  </a:lnTo>
                  <a:lnTo>
                    <a:pt x="212991" y="0"/>
                  </a:lnTo>
                  <a:lnTo>
                    <a:pt x="211874" y="469"/>
                  </a:lnTo>
                  <a:lnTo>
                    <a:pt x="210007" y="2336"/>
                  </a:lnTo>
                  <a:lnTo>
                    <a:pt x="209537" y="3454"/>
                  </a:lnTo>
                  <a:lnTo>
                    <a:pt x="209537" y="6083"/>
                  </a:lnTo>
                  <a:lnTo>
                    <a:pt x="210007" y="7200"/>
                  </a:lnTo>
                  <a:lnTo>
                    <a:pt x="211874" y="9067"/>
                  </a:lnTo>
                  <a:lnTo>
                    <a:pt x="212991" y="9525"/>
                  </a:lnTo>
                  <a:lnTo>
                    <a:pt x="215620" y="9525"/>
                  </a:lnTo>
                  <a:lnTo>
                    <a:pt x="216738" y="9067"/>
                  </a:lnTo>
                  <a:lnTo>
                    <a:pt x="218605" y="7200"/>
                  </a:lnTo>
                  <a:lnTo>
                    <a:pt x="219062" y="6083"/>
                  </a:lnTo>
                  <a:lnTo>
                    <a:pt x="219062" y="3454"/>
                  </a:lnTo>
                  <a:close/>
                </a:path>
                <a:path w="5695950" h="1792604">
                  <a:moveTo>
                    <a:pt x="266687" y="1786534"/>
                  </a:moveTo>
                  <a:lnTo>
                    <a:pt x="266230" y="1785416"/>
                  </a:lnTo>
                  <a:lnTo>
                    <a:pt x="264363" y="1783549"/>
                  </a:lnTo>
                  <a:lnTo>
                    <a:pt x="263245" y="1783080"/>
                  </a:lnTo>
                  <a:lnTo>
                    <a:pt x="260616" y="1783080"/>
                  </a:lnTo>
                  <a:lnTo>
                    <a:pt x="259499" y="1783549"/>
                  </a:lnTo>
                  <a:lnTo>
                    <a:pt x="257632" y="1785416"/>
                  </a:lnTo>
                  <a:lnTo>
                    <a:pt x="257162" y="1786534"/>
                  </a:lnTo>
                  <a:lnTo>
                    <a:pt x="257162" y="1789163"/>
                  </a:lnTo>
                  <a:lnTo>
                    <a:pt x="257632" y="1790280"/>
                  </a:lnTo>
                  <a:lnTo>
                    <a:pt x="259499" y="1792147"/>
                  </a:lnTo>
                  <a:lnTo>
                    <a:pt x="260616" y="1792605"/>
                  </a:lnTo>
                  <a:lnTo>
                    <a:pt x="263245" y="1792605"/>
                  </a:lnTo>
                  <a:lnTo>
                    <a:pt x="264363" y="1792147"/>
                  </a:lnTo>
                  <a:lnTo>
                    <a:pt x="266230" y="1790280"/>
                  </a:lnTo>
                  <a:lnTo>
                    <a:pt x="266687" y="1789163"/>
                  </a:lnTo>
                  <a:lnTo>
                    <a:pt x="266687" y="1786534"/>
                  </a:lnTo>
                  <a:close/>
                </a:path>
                <a:path w="5695950" h="1792604">
                  <a:moveTo>
                    <a:pt x="266687" y="894994"/>
                  </a:moveTo>
                  <a:lnTo>
                    <a:pt x="266230" y="893876"/>
                  </a:lnTo>
                  <a:lnTo>
                    <a:pt x="264363" y="892009"/>
                  </a:lnTo>
                  <a:lnTo>
                    <a:pt x="263245" y="891552"/>
                  </a:lnTo>
                  <a:lnTo>
                    <a:pt x="260616" y="891552"/>
                  </a:lnTo>
                  <a:lnTo>
                    <a:pt x="259499" y="892009"/>
                  </a:lnTo>
                  <a:lnTo>
                    <a:pt x="257632" y="893876"/>
                  </a:lnTo>
                  <a:lnTo>
                    <a:pt x="257162" y="894994"/>
                  </a:lnTo>
                  <a:lnTo>
                    <a:pt x="257162" y="897623"/>
                  </a:lnTo>
                  <a:lnTo>
                    <a:pt x="257632" y="898740"/>
                  </a:lnTo>
                  <a:lnTo>
                    <a:pt x="259499" y="900607"/>
                  </a:lnTo>
                  <a:lnTo>
                    <a:pt x="260616" y="901077"/>
                  </a:lnTo>
                  <a:lnTo>
                    <a:pt x="263245" y="901077"/>
                  </a:lnTo>
                  <a:lnTo>
                    <a:pt x="264363" y="900607"/>
                  </a:lnTo>
                  <a:lnTo>
                    <a:pt x="266230" y="898740"/>
                  </a:lnTo>
                  <a:lnTo>
                    <a:pt x="266687" y="897623"/>
                  </a:lnTo>
                  <a:lnTo>
                    <a:pt x="266687" y="894994"/>
                  </a:lnTo>
                  <a:close/>
                </a:path>
                <a:path w="5695950" h="1792604">
                  <a:moveTo>
                    <a:pt x="266687" y="3454"/>
                  </a:moveTo>
                  <a:lnTo>
                    <a:pt x="266230" y="2336"/>
                  </a:lnTo>
                  <a:lnTo>
                    <a:pt x="264363" y="469"/>
                  </a:lnTo>
                  <a:lnTo>
                    <a:pt x="263245" y="0"/>
                  </a:lnTo>
                  <a:lnTo>
                    <a:pt x="260616" y="0"/>
                  </a:lnTo>
                  <a:lnTo>
                    <a:pt x="259499" y="469"/>
                  </a:lnTo>
                  <a:lnTo>
                    <a:pt x="257632" y="2336"/>
                  </a:lnTo>
                  <a:lnTo>
                    <a:pt x="257162" y="3454"/>
                  </a:lnTo>
                  <a:lnTo>
                    <a:pt x="257162" y="6083"/>
                  </a:lnTo>
                  <a:lnTo>
                    <a:pt x="257632" y="7200"/>
                  </a:lnTo>
                  <a:lnTo>
                    <a:pt x="259499" y="9067"/>
                  </a:lnTo>
                  <a:lnTo>
                    <a:pt x="260616" y="9525"/>
                  </a:lnTo>
                  <a:lnTo>
                    <a:pt x="263245" y="9525"/>
                  </a:lnTo>
                  <a:lnTo>
                    <a:pt x="264363" y="9067"/>
                  </a:lnTo>
                  <a:lnTo>
                    <a:pt x="266230" y="7200"/>
                  </a:lnTo>
                  <a:lnTo>
                    <a:pt x="266687" y="6083"/>
                  </a:lnTo>
                  <a:lnTo>
                    <a:pt x="266687" y="3454"/>
                  </a:lnTo>
                  <a:close/>
                </a:path>
                <a:path w="5695950" h="1792604">
                  <a:moveTo>
                    <a:pt x="314312" y="1786534"/>
                  </a:moveTo>
                  <a:lnTo>
                    <a:pt x="313855" y="1785416"/>
                  </a:lnTo>
                  <a:lnTo>
                    <a:pt x="311988" y="1783549"/>
                  </a:lnTo>
                  <a:lnTo>
                    <a:pt x="310870" y="1783080"/>
                  </a:lnTo>
                  <a:lnTo>
                    <a:pt x="308241" y="1783080"/>
                  </a:lnTo>
                  <a:lnTo>
                    <a:pt x="307124" y="1783549"/>
                  </a:lnTo>
                  <a:lnTo>
                    <a:pt x="305257" y="1785416"/>
                  </a:lnTo>
                  <a:lnTo>
                    <a:pt x="304787" y="1786534"/>
                  </a:lnTo>
                  <a:lnTo>
                    <a:pt x="304787" y="1789163"/>
                  </a:lnTo>
                  <a:lnTo>
                    <a:pt x="305257" y="1790280"/>
                  </a:lnTo>
                  <a:lnTo>
                    <a:pt x="307124" y="1792147"/>
                  </a:lnTo>
                  <a:lnTo>
                    <a:pt x="308241" y="1792605"/>
                  </a:lnTo>
                  <a:lnTo>
                    <a:pt x="310870" y="1792605"/>
                  </a:lnTo>
                  <a:lnTo>
                    <a:pt x="311988" y="1792147"/>
                  </a:lnTo>
                  <a:lnTo>
                    <a:pt x="313855" y="1790280"/>
                  </a:lnTo>
                  <a:lnTo>
                    <a:pt x="314312" y="1789163"/>
                  </a:lnTo>
                  <a:lnTo>
                    <a:pt x="314312" y="1786534"/>
                  </a:lnTo>
                  <a:close/>
                </a:path>
                <a:path w="5695950" h="1792604">
                  <a:moveTo>
                    <a:pt x="314312" y="894994"/>
                  </a:moveTo>
                  <a:lnTo>
                    <a:pt x="313855" y="893876"/>
                  </a:lnTo>
                  <a:lnTo>
                    <a:pt x="311988" y="892009"/>
                  </a:lnTo>
                  <a:lnTo>
                    <a:pt x="310870" y="891552"/>
                  </a:lnTo>
                  <a:lnTo>
                    <a:pt x="308241" y="891552"/>
                  </a:lnTo>
                  <a:lnTo>
                    <a:pt x="307124" y="892009"/>
                  </a:lnTo>
                  <a:lnTo>
                    <a:pt x="305257" y="893876"/>
                  </a:lnTo>
                  <a:lnTo>
                    <a:pt x="304787" y="894994"/>
                  </a:lnTo>
                  <a:lnTo>
                    <a:pt x="304787" y="897623"/>
                  </a:lnTo>
                  <a:lnTo>
                    <a:pt x="305257" y="898740"/>
                  </a:lnTo>
                  <a:lnTo>
                    <a:pt x="307124" y="900607"/>
                  </a:lnTo>
                  <a:lnTo>
                    <a:pt x="308241" y="901077"/>
                  </a:lnTo>
                  <a:lnTo>
                    <a:pt x="310870" y="901077"/>
                  </a:lnTo>
                  <a:lnTo>
                    <a:pt x="311988" y="900607"/>
                  </a:lnTo>
                  <a:lnTo>
                    <a:pt x="313855" y="898740"/>
                  </a:lnTo>
                  <a:lnTo>
                    <a:pt x="314312" y="897623"/>
                  </a:lnTo>
                  <a:lnTo>
                    <a:pt x="314312" y="894994"/>
                  </a:lnTo>
                  <a:close/>
                </a:path>
                <a:path w="5695950" h="1792604">
                  <a:moveTo>
                    <a:pt x="314312" y="3454"/>
                  </a:moveTo>
                  <a:lnTo>
                    <a:pt x="313855" y="2336"/>
                  </a:lnTo>
                  <a:lnTo>
                    <a:pt x="311988" y="469"/>
                  </a:lnTo>
                  <a:lnTo>
                    <a:pt x="310870" y="0"/>
                  </a:lnTo>
                  <a:lnTo>
                    <a:pt x="308241" y="0"/>
                  </a:lnTo>
                  <a:lnTo>
                    <a:pt x="307124" y="469"/>
                  </a:lnTo>
                  <a:lnTo>
                    <a:pt x="305257" y="2336"/>
                  </a:lnTo>
                  <a:lnTo>
                    <a:pt x="304787" y="3454"/>
                  </a:lnTo>
                  <a:lnTo>
                    <a:pt x="304787" y="6083"/>
                  </a:lnTo>
                  <a:lnTo>
                    <a:pt x="305257" y="7200"/>
                  </a:lnTo>
                  <a:lnTo>
                    <a:pt x="307124" y="9067"/>
                  </a:lnTo>
                  <a:lnTo>
                    <a:pt x="308241" y="9525"/>
                  </a:lnTo>
                  <a:lnTo>
                    <a:pt x="310870" y="9525"/>
                  </a:lnTo>
                  <a:lnTo>
                    <a:pt x="311988" y="9067"/>
                  </a:lnTo>
                  <a:lnTo>
                    <a:pt x="313855" y="7200"/>
                  </a:lnTo>
                  <a:lnTo>
                    <a:pt x="314312" y="6083"/>
                  </a:lnTo>
                  <a:lnTo>
                    <a:pt x="314312" y="3454"/>
                  </a:lnTo>
                  <a:close/>
                </a:path>
                <a:path w="5695950" h="1792604">
                  <a:moveTo>
                    <a:pt x="361937" y="1786534"/>
                  </a:moveTo>
                  <a:lnTo>
                    <a:pt x="361480" y="1785416"/>
                  </a:lnTo>
                  <a:lnTo>
                    <a:pt x="359613" y="1783549"/>
                  </a:lnTo>
                  <a:lnTo>
                    <a:pt x="358495" y="1783080"/>
                  </a:lnTo>
                  <a:lnTo>
                    <a:pt x="355866" y="1783080"/>
                  </a:lnTo>
                  <a:lnTo>
                    <a:pt x="354749" y="1783549"/>
                  </a:lnTo>
                  <a:lnTo>
                    <a:pt x="352882" y="1785416"/>
                  </a:lnTo>
                  <a:lnTo>
                    <a:pt x="352412" y="1786534"/>
                  </a:lnTo>
                  <a:lnTo>
                    <a:pt x="352412" y="1789163"/>
                  </a:lnTo>
                  <a:lnTo>
                    <a:pt x="352882" y="1790280"/>
                  </a:lnTo>
                  <a:lnTo>
                    <a:pt x="354749" y="1792147"/>
                  </a:lnTo>
                  <a:lnTo>
                    <a:pt x="355866" y="1792605"/>
                  </a:lnTo>
                  <a:lnTo>
                    <a:pt x="358495" y="1792605"/>
                  </a:lnTo>
                  <a:lnTo>
                    <a:pt x="359613" y="1792147"/>
                  </a:lnTo>
                  <a:lnTo>
                    <a:pt x="361480" y="1790280"/>
                  </a:lnTo>
                  <a:lnTo>
                    <a:pt x="361937" y="1789163"/>
                  </a:lnTo>
                  <a:lnTo>
                    <a:pt x="361937" y="1786534"/>
                  </a:lnTo>
                  <a:close/>
                </a:path>
                <a:path w="5695950" h="1792604">
                  <a:moveTo>
                    <a:pt x="361937" y="894994"/>
                  </a:moveTo>
                  <a:lnTo>
                    <a:pt x="361480" y="893876"/>
                  </a:lnTo>
                  <a:lnTo>
                    <a:pt x="359613" y="892009"/>
                  </a:lnTo>
                  <a:lnTo>
                    <a:pt x="358495" y="891552"/>
                  </a:lnTo>
                  <a:lnTo>
                    <a:pt x="355866" y="891552"/>
                  </a:lnTo>
                  <a:lnTo>
                    <a:pt x="354749" y="892009"/>
                  </a:lnTo>
                  <a:lnTo>
                    <a:pt x="352882" y="893876"/>
                  </a:lnTo>
                  <a:lnTo>
                    <a:pt x="352412" y="894994"/>
                  </a:lnTo>
                  <a:lnTo>
                    <a:pt x="352412" y="897623"/>
                  </a:lnTo>
                  <a:lnTo>
                    <a:pt x="352882" y="898740"/>
                  </a:lnTo>
                  <a:lnTo>
                    <a:pt x="354749" y="900607"/>
                  </a:lnTo>
                  <a:lnTo>
                    <a:pt x="355866" y="901077"/>
                  </a:lnTo>
                  <a:lnTo>
                    <a:pt x="358495" y="901077"/>
                  </a:lnTo>
                  <a:lnTo>
                    <a:pt x="359613" y="900607"/>
                  </a:lnTo>
                  <a:lnTo>
                    <a:pt x="361480" y="898740"/>
                  </a:lnTo>
                  <a:lnTo>
                    <a:pt x="361937" y="897623"/>
                  </a:lnTo>
                  <a:lnTo>
                    <a:pt x="361937" y="894994"/>
                  </a:lnTo>
                  <a:close/>
                </a:path>
                <a:path w="5695950" h="1792604">
                  <a:moveTo>
                    <a:pt x="361937" y="3454"/>
                  </a:moveTo>
                  <a:lnTo>
                    <a:pt x="361480" y="2336"/>
                  </a:lnTo>
                  <a:lnTo>
                    <a:pt x="359613" y="469"/>
                  </a:lnTo>
                  <a:lnTo>
                    <a:pt x="358495" y="0"/>
                  </a:lnTo>
                  <a:lnTo>
                    <a:pt x="355866" y="0"/>
                  </a:lnTo>
                  <a:lnTo>
                    <a:pt x="354749" y="469"/>
                  </a:lnTo>
                  <a:lnTo>
                    <a:pt x="352882" y="2336"/>
                  </a:lnTo>
                  <a:lnTo>
                    <a:pt x="352412" y="3454"/>
                  </a:lnTo>
                  <a:lnTo>
                    <a:pt x="352412" y="6083"/>
                  </a:lnTo>
                  <a:lnTo>
                    <a:pt x="352882" y="7200"/>
                  </a:lnTo>
                  <a:lnTo>
                    <a:pt x="354749" y="9067"/>
                  </a:lnTo>
                  <a:lnTo>
                    <a:pt x="355866" y="9525"/>
                  </a:lnTo>
                  <a:lnTo>
                    <a:pt x="358495" y="9525"/>
                  </a:lnTo>
                  <a:lnTo>
                    <a:pt x="359613" y="9067"/>
                  </a:lnTo>
                  <a:lnTo>
                    <a:pt x="361480" y="7200"/>
                  </a:lnTo>
                  <a:lnTo>
                    <a:pt x="361937" y="6083"/>
                  </a:lnTo>
                  <a:lnTo>
                    <a:pt x="361937" y="3454"/>
                  </a:lnTo>
                  <a:close/>
                </a:path>
                <a:path w="5695950" h="1792604">
                  <a:moveTo>
                    <a:pt x="409562" y="1786534"/>
                  </a:moveTo>
                  <a:lnTo>
                    <a:pt x="409105" y="1785416"/>
                  </a:lnTo>
                  <a:lnTo>
                    <a:pt x="407238" y="1783549"/>
                  </a:lnTo>
                  <a:lnTo>
                    <a:pt x="406120" y="1783080"/>
                  </a:lnTo>
                  <a:lnTo>
                    <a:pt x="403491" y="1783080"/>
                  </a:lnTo>
                  <a:lnTo>
                    <a:pt x="402374" y="1783549"/>
                  </a:lnTo>
                  <a:lnTo>
                    <a:pt x="400507" y="1785416"/>
                  </a:lnTo>
                  <a:lnTo>
                    <a:pt x="400037" y="1786534"/>
                  </a:lnTo>
                  <a:lnTo>
                    <a:pt x="400037" y="1789163"/>
                  </a:lnTo>
                  <a:lnTo>
                    <a:pt x="400507" y="1790280"/>
                  </a:lnTo>
                  <a:lnTo>
                    <a:pt x="402374" y="1792147"/>
                  </a:lnTo>
                  <a:lnTo>
                    <a:pt x="403491" y="1792605"/>
                  </a:lnTo>
                  <a:lnTo>
                    <a:pt x="406120" y="1792605"/>
                  </a:lnTo>
                  <a:lnTo>
                    <a:pt x="407238" y="1792147"/>
                  </a:lnTo>
                  <a:lnTo>
                    <a:pt x="409105" y="1790280"/>
                  </a:lnTo>
                  <a:lnTo>
                    <a:pt x="409562" y="1789163"/>
                  </a:lnTo>
                  <a:lnTo>
                    <a:pt x="409562" y="1786534"/>
                  </a:lnTo>
                  <a:close/>
                </a:path>
                <a:path w="5695950" h="1792604">
                  <a:moveTo>
                    <a:pt x="409562" y="894994"/>
                  </a:moveTo>
                  <a:lnTo>
                    <a:pt x="409105" y="893876"/>
                  </a:lnTo>
                  <a:lnTo>
                    <a:pt x="407238" y="892009"/>
                  </a:lnTo>
                  <a:lnTo>
                    <a:pt x="406120" y="891552"/>
                  </a:lnTo>
                  <a:lnTo>
                    <a:pt x="403491" y="891552"/>
                  </a:lnTo>
                  <a:lnTo>
                    <a:pt x="402374" y="892009"/>
                  </a:lnTo>
                  <a:lnTo>
                    <a:pt x="400507" y="893876"/>
                  </a:lnTo>
                  <a:lnTo>
                    <a:pt x="400037" y="894994"/>
                  </a:lnTo>
                  <a:lnTo>
                    <a:pt x="400037" y="897623"/>
                  </a:lnTo>
                  <a:lnTo>
                    <a:pt x="400507" y="898740"/>
                  </a:lnTo>
                  <a:lnTo>
                    <a:pt x="402374" y="900607"/>
                  </a:lnTo>
                  <a:lnTo>
                    <a:pt x="403491" y="901077"/>
                  </a:lnTo>
                  <a:lnTo>
                    <a:pt x="406120" y="901077"/>
                  </a:lnTo>
                  <a:lnTo>
                    <a:pt x="407238" y="900607"/>
                  </a:lnTo>
                  <a:lnTo>
                    <a:pt x="409105" y="898740"/>
                  </a:lnTo>
                  <a:lnTo>
                    <a:pt x="409562" y="897623"/>
                  </a:lnTo>
                  <a:lnTo>
                    <a:pt x="409562" y="894994"/>
                  </a:lnTo>
                  <a:close/>
                </a:path>
                <a:path w="5695950" h="1792604">
                  <a:moveTo>
                    <a:pt x="409562" y="3454"/>
                  </a:moveTo>
                  <a:lnTo>
                    <a:pt x="409105" y="2336"/>
                  </a:lnTo>
                  <a:lnTo>
                    <a:pt x="407238" y="469"/>
                  </a:lnTo>
                  <a:lnTo>
                    <a:pt x="406120" y="0"/>
                  </a:lnTo>
                  <a:lnTo>
                    <a:pt x="403491" y="0"/>
                  </a:lnTo>
                  <a:lnTo>
                    <a:pt x="402374" y="469"/>
                  </a:lnTo>
                  <a:lnTo>
                    <a:pt x="400507" y="2336"/>
                  </a:lnTo>
                  <a:lnTo>
                    <a:pt x="400037" y="3454"/>
                  </a:lnTo>
                  <a:lnTo>
                    <a:pt x="400037" y="6083"/>
                  </a:lnTo>
                  <a:lnTo>
                    <a:pt x="400507" y="7200"/>
                  </a:lnTo>
                  <a:lnTo>
                    <a:pt x="402374" y="9067"/>
                  </a:lnTo>
                  <a:lnTo>
                    <a:pt x="403491" y="9525"/>
                  </a:lnTo>
                  <a:lnTo>
                    <a:pt x="406120" y="9525"/>
                  </a:lnTo>
                  <a:lnTo>
                    <a:pt x="407238" y="9067"/>
                  </a:lnTo>
                  <a:lnTo>
                    <a:pt x="409105" y="7200"/>
                  </a:lnTo>
                  <a:lnTo>
                    <a:pt x="409562" y="6083"/>
                  </a:lnTo>
                  <a:lnTo>
                    <a:pt x="409562" y="3454"/>
                  </a:lnTo>
                  <a:close/>
                </a:path>
                <a:path w="5695950" h="1792604">
                  <a:moveTo>
                    <a:pt x="457187" y="1786534"/>
                  </a:moveTo>
                  <a:lnTo>
                    <a:pt x="456730" y="1785416"/>
                  </a:lnTo>
                  <a:lnTo>
                    <a:pt x="454863" y="1783549"/>
                  </a:lnTo>
                  <a:lnTo>
                    <a:pt x="453745" y="1783080"/>
                  </a:lnTo>
                  <a:lnTo>
                    <a:pt x="451116" y="1783080"/>
                  </a:lnTo>
                  <a:lnTo>
                    <a:pt x="449999" y="1783549"/>
                  </a:lnTo>
                  <a:lnTo>
                    <a:pt x="448132" y="1785416"/>
                  </a:lnTo>
                  <a:lnTo>
                    <a:pt x="447662" y="1786534"/>
                  </a:lnTo>
                  <a:lnTo>
                    <a:pt x="447662" y="1789163"/>
                  </a:lnTo>
                  <a:lnTo>
                    <a:pt x="448132" y="1790280"/>
                  </a:lnTo>
                  <a:lnTo>
                    <a:pt x="449999" y="1792147"/>
                  </a:lnTo>
                  <a:lnTo>
                    <a:pt x="451116" y="1792605"/>
                  </a:lnTo>
                  <a:lnTo>
                    <a:pt x="453745" y="1792605"/>
                  </a:lnTo>
                  <a:lnTo>
                    <a:pt x="454863" y="1792147"/>
                  </a:lnTo>
                  <a:lnTo>
                    <a:pt x="456730" y="1790280"/>
                  </a:lnTo>
                  <a:lnTo>
                    <a:pt x="457187" y="1789163"/>
                  </a:lnTo>
                  <a:lnTo>
                    <a:pt x="457187" y="1786534"/>
                  </a:lnTo>
                  <a:close/>
                </a:path>
                <a:path w="5695950" h="1792604">
                  <a:moveTo>
                    <a:pt x="457187" y="894994"/>
                  </a:moveTo>
                  <a:lnTo>
                    <a:pt x="456730" y="893876"/>
                  </a:lnTo>
                  <a:lnTo>
                    <a:pt x="454863" y="892009"/>
                  </a:lnTo>
                  <a:lnTo>
                    <a:pt x="453745" y="891552"/>
                  </a:lnTo>
                  <a:lnTo>
                    <a:pt x="451116" y="891552"/>
                  </a:lnTo>
                  <a:lnTo>
                    <a:pt x="449999" y="892009"/>
                  </a:lnTo>
                  <a:lnTo>
                    <a:pt x="448132" y="893876"/>
                  </a:lnTo>
                  <a:lnTo>
                    <a:pt x="447662" y="894994"/>
                  </a:lnTo>
                  <a:lnTo>
                    <a:pt x="447662" y="897623"/>
                  </a:lnTo>
                  <a:lnTo>
                    <a:pt x="448132" y="898740"/>
                  </a:lnTo>
                  <a:lnTo>
                    <a:pt x="449999" y="900607"/>
                  </a:lnTo>
                  <a:lnTo>
                    <a:pt x="451116" y="901077"/>
                  </a:lnTo>
                  <a:lnTo>
                    <a:pt x="453745" y="901077"/>
                  </a:lnTo>
                  <a:lnTo>
                    <a:pt x="454863" y="900607"/>
                  </a:lnTo>
                  <a:lnTo>
                    <a:pt x="456730" y="898740"/>
                  </a:lnTo>
                  <a:lnTo>
                    <a:pt x="457187" y="897623"/>
                  </a:lnTo>
                  <a:lnTo>
                    <a:pt x="457187" y="894994"/>
                  </a:lnTo>
                  <a:close/>
                </a:path>
                <a:path w="5695950" h="1792604">
                  <a:moveTo>
                    <a:pt x="457187" y="3454"/>
                  </a:moveTo>
                  <a:lnTo>
                    <a:pt x="456730" y="2336"/>
                  </a:lnTo>
                  <a:lnTo>
                    <a:pt x="454863" y="469"/>
                  </a:lnTo>
                  <a:lnTo>
                    <a:pt x="453745" y="0"/>
                  </a:lnTo>
                  <a:lnTo>
                    <a:pt x="451116" y="0"/>
                  </a:lnTo>
                  <a:lnTo>
                    <a:pt x="449999" y="469"/>
                  </a:lnTo>
                  <a:lnTo>
                    <a:pt x="448132" y="2336"/>
                  </a:lnTo>
                  <a:lnTo>
                    <a:pt x="447662" y="3454"/>
                  </a:lnTo>
                  <a:lnTo>
                    <a:pt x="447662" y="6083"/>
                  </a:lnTo>
                  <a:lnTo>
                    <a:pt x="448132" y="7200"/>
                  </a:lnTo>
                  <a:lnTo>
                    <a:pt x="449999" y="9067"/>
                  </a:lnTo>
                  <a:lnTo>
                    <a:pt x="451116" y="9525"/>
                  </a:lnTo>
                  <a:lnTo>
                    <a:pt x="453745" y="9525"/>
                  </a:lnTo>
                  <a:lnTo>
                    <a:pt x="454863" y="9067"/>
                  </a:lnTo>
                  <a:lnTo>
                    <a:pt x="456730" y="7200"/>
                  </a:lnTo>
                  <a:lnTo>
                    <a:pt x="457187" y="6083"/>
                  </a:lnTo>
                  <a:lnTo>
                    <a:pt x="457187" y="3454"/>
                  </a:lnTo>
                  <a:close/>
                </a:path>
                <a:path w="5695950" h="1792604">
                  <a:moveTo>
                    <a:pt x="504812" y="1786534"/>
                  </a:moveTo>
                  <a:lnTo>
                    <a:pt x="504355" y="1785416"/>
                  </a:lnTo>
                  <a:lnTo>
                    <a:pt x="502488" y="1783549"/>
                  </a:lnTo>
                  <a:lnTo>
                    <a:pt x="501370" y="1783080"/>
                  </a:lnTo>
                  <a:lnTo>
                    <a:pt x="498741" y="1783080"/>
                  </a:lnTo>
                  <a:lnTo>
                    <a:pt x="497624" y="1783549"/>
                  </a:lnTo>
                  <a:lnTo>
                    <a:pt x="495757" y="1785416"/>
                  </a:lnTo>
                  <a:lnTo>
                    <a:pt x="495287" y="1786534"/>
                  </a:lnTo>
                  <a:lnTo>
                    <a:pt x="495287" y="1789163"/>
                  </a:lnTo>
                  <a:lnTo>
                    <a:pt x="495757" y="1790280"/>
                  </a:lnTo>
                  <a:lnTo>
                    <a:pt x="497624" y="1792147"/>
                  </a:lnTo>
                  <a:lnTo>
                    <a:pt x="498741" y="1792605"/>
                  </a:lnTo>
                  <a:lnTo>
                    <a:pt x="501370" y="1792605"/>
                  </a:lnTo>
                  <a:lnTo>
                    <a:pt x="502488" y="1792147"/>
                  </a:lnTo>
                  <a:lnTo>
                    <a:pt x="504355" y="1790280"/>
                  </a:lnTo>
                  <a:lnTo>
                    <a:pt x="504812" y="1789163"/>
                  </a:lnTo>
                  <a:lnTo>
                    <a:pt x="504812" y="1786534"/>
                  </a:lnTo>
                  <a:close/>
                </a:path>
                <a:path w="5695950" h="1792604">
                  <a:moveTo>
                    <a:pt x="504812" y="894994"/>
                  </a:moveTo>
                  <a:lnTo>
                    <a:pt x="504355" y="893876"/>
                  </a:lnTo>
                  <a:lnTo>
                    <a:pt x="502488" y="892009"/>
                  </a:lnTo>
                  <a:lnTo>
                    <a:pt x="501370" y="891552"/>
                  </a:lnTo>
                  <a:lnTo>
                    <a:pt x="498741" y="891552"/>
                  </a:lnTo>
                  <a:lnTo>
                    <a:pt x="497624" y="892009"/>
                  </a:lnTo>
                  <a:lnTo>
                    <a:pt x="495757" y="893876"/>
                  </a:lnTo>
                  <a:lnTo>
                    <a:pt x="495287" y="894994"/>
                  </a:lnTo>
                  <a:lnTo>
                    <a:pt x="495287" y="897623"/>
                  </a:lnTo>
                  <a:lnTo>
                    <a:pt x="495757" y="898740"/>
                  </a:lnTo>
                  <a:lnTo>
                    <a:pt x="497624" y="900607"/>
                  </a:lnTo>
                  <a:lnTo>
                    <a:pt x="498741" y="901077"/>
                  </a:lnTo>
                  <a:lnTo>
                    <a:pt x="501370" y="901077"/>
                  </a:lnTo>
                  <a:lnTo>
                    <a:pt x="502488" y="900607"/>
                  </a:lnTo>
                  <a:lnTo>
                    <a:pt x="504355" y="898740"/>
                  </a:lnTo>
                  <a:lnTo>
                    <a:pt x="504812" y="897623"/>
                  </a:lnTo>
                  <a:lnTo>
                    <a:pt x="504812" y="894994"/>
                  </a:lnTo>
                  <a:close/>
                </a:path>
                <a:path w="5695950" h="1792604">
                  <a:moveTo>
                    <a:pt x="504812" y="3454"/>
                  </a:moveTo>
                  <a:lnTo>
                    <a:pt x="504355" y="2336"/>
                  </a:lnTo>
                  <a:lnTo>
                    <a:pt x="502488" y="469"/>
                  </a:lnTo>
                  <a:lnTo>
                    <a:pt x="501370" y="0"/>
                  </a:lnTo>
                  <a:lnTo>
                    <a:pt x="498741" y="0"/>
                  </a:lnTo>
                  <a:lnTo>
                    <a:pt x="497624" y="469"/>
                  </a:lnTo>
                  <a:lnTo>
                    <a:pt x="495757" y="2336"/>
                  </a:lnTo>
                  <a:lnTo>
                    <a:pt x="495287" y="3454"/>
                  </a:lnTo>
                  <a:lnTo>
                    <a:pt x="495287" y="6083"/>
                  </a:lnTo>
                  <a:lnTo>
                    <a:pt x="495757" y="7200"/>
                  </a:lnTo>
                  <a:lnTo>
                    <a:pt x="497624" y="9067"/>
                  </a:lnTo>
                  <a:lnTo>
                    <a:pt x="498741" y="9525"/>
                  </a:lnTo>
                  <a:lnTo>
                    <a:pt x="501370" y="9525"/>
                  </a:lnTo>
                  <a:lnTo>
                    <a:pt x="502488" y="9067"/>
                  </a:lnTo>
                  <a:lnTo>
                    <a:pt x="504355" y="7200"/>
                  </a:lnTo>
                  <a:lnTo>
                    <a:pt x="504812" y="6083"/>
                  </a:lnTo>
                  <a:lnTo>
                    <a:pt x="504812" y="3454"/>
                  </a:lnTo>
                  <a:close/>
                </a:path>
                <a:path w="5695950" h="1792604">
                  <a:moveTo>
                    <a:pt x="552437" y="1786534"/>
                  </a:moveTo>
                  <a:lnTo>
                    <a:pt x="551980" y="1785416"/>
                  </a:lnTo>
                  <a:lnTo>
                    <a:pt x="550113" y="1783549"/>
                  </a:lnTo>
                  <a:lnTo>
                    <a:pt x="548995" y="1783080"/>
                  </a:lnTo>
                  <a:lnTo>
                    <a:pt x="546366" y="1783080"/>
                  </a:lnTo>
                  <a:lnTo>
                    <a:pt x="545249" y="1783549"/>
                  </a:lnTo>
                  <a:lnTo>
                    <a:pt x="543382" y="1785416"/>
                  </a:lnTo>
                  <a:lnTo>
                    <a:pt x="542912" y="1786534"/>
                  </a:lnTo>
                  <a:lnTo>
                    <a:pt x="542912" y="1789163"/>
                  </a:lnTo>
                  <a:lnTo>
                    <a:pt x="543382" y="1790280"/>
                  </a:lnTo>
                  <a:lnTo>
                    <a:pt x="545249" y="1792147"/>
                  </a:lnTo>
                  <a:lnTo>
                    <a:pt x="546366" y="1792605"/>
                  </a:lnTo>
                  <a:lnTo>
                    <a:pt x="548995" y="1792605"/>
                  </a:lnTo>
                  <a:lnTo>
                    <a:pt x="550113" y="1792147"/>
                  </a:lnTo>
                  <a:lnTo>
                    <a:pt x="551980" y="1790280"/>
                  </a:lnTo>
                  <a:lnTo>
                    <a:pt x="552437" y="1789163"/>
                  </a:lnTo>
                  <a:lnTo>
                    <a:pt x="552437" y="1786534"/>
                  </a:lnTo>
                  <a:close/>
                </a:path>
                <a:path w="5695950" h="1792604">
                  <a:moveTo>
                    <a:pt x="552437" y="894994"/>
                  </a:moveTo>
                  <a:lnTo>
                    <a:pt x="551980" y="893876"/>
                  </a:lnTo>
                  <a:lnTo>
                    <a:pt x="550113" y="892009"/>
                  </a:lnTo>
                  <a:lnTo>
                    <a:pt x="548995" y="891552"/>
                  </a:lnTo>
                  <a:lnTo>
                    <a:pt x="546366" y="891552"/>
                  </a:lnTo>
                  <a:lnTo>
                    <a:pt x="545249" y="892009"/>
                  </a:lnTo>
                  <a:lnTo>
                    <a:pt x="543382" y="893876"/>
                  </a:lnTo>
                  <a:lnTo>
                    <a:pt x="542912" y="894994"/>
                  </a:lnTo>
                  <a:lnTo>
                    <a:pt x="542912" y="897623"/>
                  </a:lnTo>
                  <a:lnTo>
                    <a:pt x="543382" y="898740"/>
                  </a:lnTo>
                  <a:lnTo>
                    <a:pt x="545249" y="900607"/>
                  </a:lnTo>
                  <a:lnTo>
                    <a:pt x="546366" y="901077"/>
                  </a:lnTo>
                  <a:lnTo>
                    <a:pt x="548995" y="901077"/>
                  </a:lnTo>
                  <a:lnTo>
                    <a:pt x="550113" y="900607"/>
                  </a:lnTo>
                  <a:lnTo>
                    <a:pt x="551980" y="898740"/>
                  </a:lnTo>
                  <a:lnTo>
                    <a:pt x="552437" y="897623"/>
                  </a:lnTo>
                  <a:lnTo>
                    <a:pt x="552437" y="894994"/>
                  </a:lnTo>
                  <a:close/>
                </a:path>
                <a:path w="5695950" h="1792604">
                  <a:moveTo>
                    <a:pt x="552437" y="3454"/>
                  </a:moveTo>
                  <a:lnTo>
                    <a:pt x="551980" y="2336"/>
                  </a:lnTo>
                  <a:lnTo>
                    <a:pt x="550113" y="469"/>
                  </a:lnTo>
                  <a:lnTo>
                    <a:pt x="548995" y="0"/>
                  </a:lnTo>
                  <a:lnTo>
                    <a:pt x="546366" y="0"/>
                  </a:lnTo>
                  <a:lnTo>
                    <a:pt x="545249" y="469"/>
                  </a:lnTo>
                  <a:lnTo>
                    <a:pt x="543382" y="2336"/>
                  </a:lnTo>
                  <a:lnTo>
                    <a:pt x="542912" y="3454"/>
                  </a:lnTo>
                  <a:lnTo>
                    <a:pt x="542912" y="6083"/>
                  </a:lnTo>
                  <a:lnTo>
                    <a:pt x="543382" y="7200"/>
                  </a:lnTo>
                  <a:lnTo>
                    <a:pt x="545249" y="9067"/>
                  </a:lnTo>
                  <a:lnTo>
                    <a:pt x="546366" y="9525"/>
                  </a:lnTo>
                  <a:lnTo>
                    <a:pt x="548995" y="9525"/>
                  </a:lnTo>
                  <a:lnTo>
                    <a:pt x="550113" y="9067"/>
                  </a:lnTo>
                  <a:lnTo>
                    <a:pt x="551980" y="7200"/>
                  </a:lnTo>
                  <a:lnTo>
                    <a:pt x="552437" y="6083"/>
                  </a:lnTo>
                  <a:lnTo>
                    <a:pt x="552437" y="3454"/>
                  </a:lnTo>
                  <a:close/>
                </a:path>
                <a:path w="5695950" h="1792604">
                  <a:moveTo>
                    <a:pt x="600062" y="1786534"/>
                  </a:moveTo>
                  <a:lnTo>
                    <a:pt x="599605" y="1785416"/>
                  </a:lnTo>
                  <a:lnTo>
                    <a:pt x="597738" y="1783549"/>
                  </a:lnTo>
                  <a:lnTo>
                    <a:pt x="596620" y="1783080"/>
                  </a:lnTo>
                  <a:lnTo>
                    <a:pt x="593991" y="1783080"/>
                  </a:lnTo>
                  <a:lnTo>
                    <a:pt x="592874" y="1783549"/>
                  </a:lnTo>
                  <a:lnTo>
                    <a:pt x="591007" y="1785416"/>
                  </a:lnTo>
                  <a:lnTo>
                    <a:pt x="590537" y="1786534"/>
                  </a:lnTo>
                  <a:lnTo>
                    <a:pt x="590537" y="1789163"/>
                  </a:lnTo>
                  <a:lnTo>
                    <a:pt x="591007" y="1790280"/>
                  </a:lnTo>
                  <a:lnTo>
                    <a:pt x="592874" y="1792147"/>
                  </a:lnTo>
                  <a:lnTo>
                    <a:pt x="593991" y="1792605"/>
                  </a:lnTo>
                  <a:lnTo>
                    <a:pt x="596620" y="1792605"/>
                  </a:lnTo>
                  <a:lnTo>
                    <a:pt x="597738" y="1792147"/>
                  </a:lnTo>
                  <a:lnTo>
                    <a:pt x="599605" y="1790280"/>
                  </a:lnTo>
                  <a:lnTo>
                    <a:pt x="600062" y="1789163"/>
                  </a:lnTo>
                  <a:lnTo>
                    <a:pt x="600062" y="1786534"/>
                  </a:lnTo>
                  <a:close/>
                </a:path>
                <a:path w="5695950" h="1792604">
                  <a:moveTo>
                    <a:pt x="600062" y="894994"/>
                  </a:moveTo>
                  <a:lnTo>
                    <a:pt x="599605" y="893876"/>
                  </a:lnTo>
                  <a:lnTo>
                    <a:pt x="597738" y="892009"/>
                  </a:lnTo>
                  <a:lnTo>
                    <a:pt x="596620" y="891552"/>
                  </a:lnTo>
                  <a:lnTo>
                    <a:pt x="593991" y="891552"/>
                  </a:lnTo>
                  <a:lnTo>
                    <a:pt x="592874" y="892009"/>
                  </a:lnTo>
                  <a:lnTo>
                    <a:pt x="591007" y="893876"/>
                  </a:lnTo>
                  <a:lnTo>
                    <a:pt x="590537" y="894994"/>
                  </a:lnTo>
                  <a:lnTo>
                    <a:pt x="590537" y="897623"/>
                  </a:lnTo>
                  <a:lnTo>
                    <a:pt x="591007" y="898740"/>
                  </a:lnTo>
                  <a:lnTo>
                    <a:pt x="592874" y="900607"/>
                  </a:lnTo>
                  <a:lnTo>
                    <a:pt x="593991" y="901077"/>
                  </a:lnTo>
                  <a:lnTo>
                    <a:pt x="596620" y="901077"/>
                  </a:lnTo>
                  <a:lnTo>
                    <a:pt x="597738" y="900607"/>
                  </a:lnTo>
                  <a:lnTo>
                    <a:pt x="599605" y="898740"/>
                  </a:lnTo>
                  <a:lnTo>
                    <a:pt x="600062" y="897623"/>
                  </a:lnTo>
                  <a:lnTo>
                    <a:pt x="600062" y="894994"/>
                  </a:lnTo>
                  <a:close/>
                </a:path>
                <a:path w="5695950" h="1792604">
                  <a:moveTo>
                    <a:pt x="600062" y="3454"/>
                  </a:moveTo>
                  <a:lnTo>
                    <a:pt x="599605" y="2336"/>
                  </a:lnTo>
                  <a:lnTo>
                    <a:pt x="597738" y="469"/>
                  </a:lnTo>
                  <a:lnTo>
                    <a:pt x="596620" y="0"/>
                  </a:lnTo>
                  <a:lnTo>
                    <a:pt x="593991" y="0"/>
                  </a:lnTo>
                  <a:lnTo>
                    <a:pt x="592874" y="469"/>
                  </a:lnTo>
                  <a:lnTo>
                    <a:pt x="591007" y="2336"/>
                  </a:lnTo>
                  <a:lnTo>
                    <a:pt x="590537" y="3454"/>
                  </a:lnTo>
                  <a:lnTo>
                    <a:pt x="590537" y="6083"/>
                  </a:lnTo>
                  <a:lnTo>
                    <a:pt x="591007" y="7200"/>
                  </a:lnTo>
                  <a:lnTo>
                    <a:pt x="592874" y="9067"/>
                  </a:lnTo>
                  <a:lnTo>
                    <a:pt x="593991" y="9525"/>
                  </a:lnTo>
                  <a:lnTo>
                    <a:pt x="596620" y="9525"/>
                  </a:lnTo>
                  <a:lnTo>
                    <a:pt x="597738" y="9067"/>
                  </a:lnTo>
                  <a:lnTo>
                    <a:pt x="599605" y="7200"/>
                  </a:lnTo>
                  <a:lnTo>
                    <a:pt x="600062" y="6083"/>
                  </a:lnTo>
                  <a:lnTo>
                    <a:pt x="600062" y="3454"/>
                  </a:lnTo>
                  <a:close/>
                </a:path>
                <a:path w="5695950" h="1792604">
                  <a:moveTo>
                    <a:pt x="647687" y="1786534"/>
                  </a:moveTo>
                  <a:lnTo>
                    <a:pt x="647230" y="1785416"/>
                  </a:lnTo>
                  <a:lnTo>
                    <a:pt x="645363" y="1783549"/>
                  </a:lnTo>
                  <a:lnTo>
                    <a:pt x="644245" y="1783080"/>
                  </a:lnTo>
                  <a:lnTo>
                    <a:pt x="641616" y="1783080"/>
                  </a:lnTo>
                  <a:lnTo>
                    <a:pt x="640499" y="1783549"/>
                  </a:lnTo>
                  <a:lnTo>
                    <a:pt x="638632" y="1785416"/>
                  </a:lnTo>
                  <a:lnTo>
                    <a:pt x="638162" y="1786534"/>
                  </a:lnTo>
                  <a:lnTo>
                    <a:pt x="638162" y="1789163"/>
                  </a:lnTo>
                  <a:lnTo>
                    <a:pt x="638632" y="1790280"/>
                  </a:lnTo>
                  <a:lnTo>
                    <a:pt x="640499" y="1792147"/>
                  </a:lnTo>
                  <a:lnTo>
                    <a:pt x="641616" y="1792605"/>
                  </a:lnTo>
                  <a:lnTo>
                    <a:pt x="644245" y="1792605"/>
                  </a:lnTo>
                  <a:lnTo>
                    <a:pt x="645363" y="1792147"/>
                  </a:lnTo>
                  <a:lnTo>
                    <a:pt x="647230" y="1790280"/>
                  </a:lnTo>
                  <a:lnTo>
                    <a:pt x="647687" y="1789163"/>
                  </a:lnTo>
                  <a:lnTo>
                    <a:pt x="647687" y="1786534"/>
                  </a:lnTo>
                  <a:close/>
                </a:path>
                <a:path w="5695950" h="1792604">
                  <a:moveTo>
                    <a:pt x="647687" y="894994"/>
                  </a:moveTo>
                  <a:lnTo>
                    <a:pt x="647230" y="893876"/>
                  </a:lnTo>
                  <a:lnTo>
                    <a:pt x="645363" y="892009"/>
                  </a:lnTo>
                  <a:lnTo>
                    <a:pt x="644245" y="891552"/>
                  </a:lnTo>
                  <a:lnTo>
                    <a:pt x="641616" y="891552"/>
                  </a:lnTo>
                  <a:lnTo>
                    <a:pt x="640499" y="892009"/>
                  </a:lnTo>
                  <a:lnTo>
                    <a:pt x="638632" y="893876"/>
                  </a:lnTo>
                  <a:lnTo>
                    <a:pt x="638162" y="894994"/>
                  </a:lnTo>
                  <a:lnTo>
                    <a:pt x="638162" y="897623"/>
                  </a:lnTo>
                  <a:lnTo>
                    <a:pt x="638632" y="898740"/>
                  </a:lnTo>
                  <a:lnTo>
                    <a:pt x="640499" y="900607"/>
                  </a:lnTo>
                  <a:lnTo>
                    <a:pt x="641616" y="901077"/>
                  </a:lnTo>
                  <a:lnTo>
                    <a:pt x="644245" y="901077"/>
                  </a:lnTo>
                  <a:lnTo>
                    <a:pt x="645363" y="900607"/>
                  </a:lnTo>
                  <a:lnTo>
                    <a:pt x="647230" y="898740"/>
                  </a:lnTo>
                  <a:lnTo>
                    <a:pt x="647687" y="897623"/>
                  </a:lnTo>
                  <a:lnTo>
                    <a:pt x="647687" y="894994"/>
                  </a:lnTo>
                  <a:close/>
                </a:path>
                <a:path w="5695950" h="1792604">
                  <a:moveTo>
                    <a:pt x="647687" y="3454"/>
                  </a:moveTo>
                  <a:lnTo>
                    <a:pt x="647230" y="2336"/>
                  </a:lnTo>
                  <a:lnTo>
                    <a:pt x="645363" y="469"/>
                  </a:lnTo>
                  <a:lnTo>
                    <a:pt x="644245" y="0"/>
                  </a:lnTo>
                  <a:lnTo>
                    <a:pt x="641616" y="0"/>
                  </a:lnTo>
                  <a:lnTo>
                    <a:pt x="640499" y="469"/>
                  </a:lnTo>
                  <a:lnTo>
                    <a:pt x="638632" y="2336"/>
                  </a:lnTo>
                  <a:lnTo>
                    <a:pt x="638162" y="3454"/>
                  </a:lnTo>
                  <a:lnTo>
                    <a:pt x="638162" y="6083"/>
                  </a:lnTo>
                  <a:lnTo>
                    <a:pt x="638632" y="7200"/>
                  </a:lnTo>
                  <a:lnTo>
                    <a:pt x="640499" y="9067"/>
                  </a:lnTo>
                  <a:lnTo>
                    <a:pt x="641616" y="9525"/>
                  </a:lnTo>
                  <a:lnTo>
                    <a:pt x="644245" y="9525"/>
                  </a:lnTo>
                  <a:lnTo>
                    <a:pt x="645363" y="9067"/>
                  </a:lnTo>
                  <a:lnTo>
                    <a:pt x="647230" y="7200"/>
                  </a:lnTo>
                  <a:lnTo>
                    <a:pt x="647687" y="6083"/>
                  </a:lnTo>
                  <a:lnTo>
                    <a:pt x="647687" y="3454"/>
                  </a:lnTo>
                  <a:close/>
                </a:path>
                <a:path w="5695950" h="1792604">
                  <a:moveTo>
                    <a:pt x="695312" y="1786534"/>
                  </a:moveTo>
                  <a:lnTo>
                    <a:pt x="694855" y="1785416"/>
                  </a:lnTo>
                  <a:lnTo>
                    <a:pt x="692988" y="1783549"/>
                  </a:lnTo>
                  <a:lnTo>
                    <a:pt x="691870" y="1783080"/>
                  </a:lnTo>
                  <a:lnTo>
                    <a:pt x="689241" y="1783080"/>
                  </a:lnTo>
                  <a:lnTo>
                    <a:pt x="688124" y="1783549"/>
                  </a:lnTo>
                  <a:lnTo>
                    <a:pt x="686257" y="1785416"/>
                  </a:lnTo>
                  <a:lnTo>
                    <a:pt x="685787" y="1786534"/>
                  </a:lnTo>
                  <a:lnTo>
                    <a:pt x="685787" y="1789163"/>
                  </a:lnTo>
                  <a:lnTo>
                    <a:pt x="686257" y="1790280"/>
                  </a:lnTo>
                  <a:lnTo>
                    <a:pt x="688124" y="1792147"/>
                  </a:lnTo>
                  <a:lnTo>
                    <a:pt x="689241" y="1792605"/>
                  </a:lnTo>
                  <a:lnTo>
                    <a:pt x="691870" y="1792605"/>
                  </a:lnTo>
                  <a:lnTo>
                    <a:pt x="692988" y="1792147"/>
                  </a:lnTo>
                  <a:lnTo>
                    <a:pt x="694855" y="1790280"/>
                  </a:lnTo>
                  <a:lnTo>
                    <a:pt x="695312" y="1789163"/>
                  </a:lnTo>
                  <a:lnTo>
                    <a:pt x="695312" y="1786534"/>
                  </a:lnTo>
                  <a:close/>
                </a:path>
                <a:path w="5695950" h="1792604">
                  <a:moveTo>
                    <a:pt x="695312" y="894994"/>
                  </a:moveTo>
                  <a:lnTo>
                    <a:pt x="694855" y="893876"/>
                  </a:lnTo>
                  <a:lnTo>
                    <a:pt x="692988" y="892009"/>
                  </a:lnTo>
                  <a:lnTo>
                    <a:pt x="691870" y="891552"/>
                  </a:lnTo>
                  <a:lnTo>
                    <a:pt x="689241" y="891552"/>
                  </a:lnTo>
                  <a:lnTo>
                    <a:pt x="688124" y="892009"/>
                  </a:lnTo>
                  <a:lnTo>
                    <a:pt x="686257" y="893876"/>
                  </a:lnTo>
                  <a:lnTo>
                    <a:pt x="685787" y="894994"/>
                  </a:lnTo>
                  <a:lnTo>
                    <a:pt x="685787" y="897623"/>
                  </a:lnTo>
                  <a:lnTo>
                    <a:pt x="686257" y="898740"/>
                  </a:lnTo>
                  <a:lnTo>
                    <a:pt x="688124" y="900607"/>
                  </a:lnTo>
                  <a:lnTo>
                    <a:pt x="689241" y="901077"/>
                  </a:lnTo>
                  <a:lnTo>
                    <a:pt x="691870" y="901077"/>
                  </a:lnTo>
                  <a:lnTo>
                    <a:pt x="692988" y="900607"/>
                  </a:lnTo>
                  <a:lnTo>
                    <a:pt x="694855" y="898740"/>
                  </a:lnTo>
                  <a:lnTo>
                    <a:pt x="695312" y="897623"/>
                  </a:lnTo>
                  <a:lnTo>
                    <a:pt x="695312" y="894994"/>
                  </a:lnTo>
                  <a:close/>
                </a:path>
                <a:path w="5695950" h="1792604">
                  <a:moveTo>
                    <a:pt x="695312" y="3454"/>
                  </a:moveTo>
                  <a:lnTo>
                    <a:pt x="694855" y="2336"/>
                  </a:lnTo>
                  <a:lnTo>
                    <a:pt x="692988" y="469"/>
                  </a:lnTo>
                  <a:lnTo>
                    <a:pt x="691870" y="0"/>
                  </a:lnTo>
                  <a:lnTo>
                    <a:pt x="689241" y="0"/>
                  </a:lnTo>
                  <a:lnTo>
                    <a:pt x="688124" y="469"/>
                  </a:lnTo>
                  <a:lnTo>
                    <a:pt x="686257" y="2336"/>
                  </a:lnTo>
                  <a:lnTo>
                    <a:pt x="685787" y="3454"/>
                  </a:lnTo>
                  <a:lnTo>
                    <a:pt x="685787" y="6083"/>
                  </a:lnTo>
                  <a:lnTo>
                    <a:pt x="686257" y="7200"/>
                  </a:lnTo>
                  <a:lnTo>
                    <a:pt x="688124" y="9067"/>
                  </a:lnTo>
                  <a:lnTo>
                    <a:pt x="689241" y="9525"/>
                  </a:lnTo>
                  <a:lnTo>
                    <a:pt x="691870" y="9525"/>
                  </a:lnTo>
                  <a:lnTo>
                    <a:pt x="692988" y="9067"/>
                  </a:lnTo>
                  <a:lnTo>
                    <a:pt x="694855" y="7200"/>
                  </a:lnTo>
                  <a:lnTo>
                    <a:pt x="695312" y="6083"/>
                  </a:lnTo>
                  <a:lnTo>
                    <a:pt x="695312" y="3454"/>
                  </a:lnTo>
                  <a:close/>
                </a:path>
                <a:path w="5695950" h="1792604">
                  <a:moveTo>
                    <a:pt x="742937" y="1786534"/>
                  </a:moveTo>
                  <a:lnTo>
                    <a:pt x="742480" y="1785416"/>
                  </a:lnTo>
                  <a:lnTo>
                    <a:pt x="740613" y="1783549"/>
                  </a:lnTo>
                  <a:lnTo>
                    <a:pt x="739495" y="1783080"/>
                  </a:lnTo>
                  <a:lnTo>
                    <a:pt x="736866" y="1783080"/>
                  </a:lnTo>
                  <a:lnTo>
                    <a:pt x="735749" y="1783549"/>
                  </a:lnTo>
                  <a:lnTo>
                    <a:pt x="733882" y="1785416"/>
                  </a:lnTo>
                  <a:lnTo>
                    <a:pt x="733412" y="1786534"/>
                  </a:lnTo>
                  <a:lnTo>
                    <a:pt x="733412" y="1789163"/>
                  </a:lnTo>
                  <a:lnTo>
                    <a:pt x="733882" y="1790280"/>
                  </a:lnTo>
                  <a:lnTo>
                    <a:pt x="735749" y="1792147"/>
                  </a:lnTo>
                  <a:lnTo>
                    <a:pt x="736866" y="1792605"/>
                  </a:lnTo>
                  <a:lnTo>
                    <a:pt x="739495" y="1792605"/>
                  </a:lnTo>
                  <a:lnTo>
                    <a:pt x="740613" y="1792147"/>
                  </a:lnTo>
                  <a:lnTo>
                    <a:pt x="742480" y="1790280"/>
                  </a:lnTo>
                  <a:lnTo>
                    <a:pt x="742937" y="1789163"/>
                  </a:lnTo>
                  <a:lnTo>
                    <a:pt x="742937" y="1786534"/>
                  </a:lnTo>
                  <a:close/>
                </a:path>
                <a:path w="5695950" h="1792604">
                  <a:moveTo>
                    <a:pt x="742937" y="894994"/>
                  </a:moveTo>
                  <a:lnTo>
                    <a:pt x="742480" y="893876"/>
                  </a:lnTo>
                  <a:lnTo>
                    <a:pt x="740613" y="892009"/>
                  </a:lnTo>
                  <a:lnTo>
                    <a:pt x="739495" y="891552"/>
                  </a:lnTo>
                  <a:lnTo>
                    <a:pt x="736866" y="891552"/>
                  </a:lnTo>
                  <a:lnTo>
                    <a:pt x="735749" y="892009"/>
                  </a:lnTo>
                  <a:lnTo>
                    <a:pt x="733882" y="893876"/>
                  </a:lnTo>
                  <a:lnTo>
                    <a:pt x="733412" y="894994"/>
                  </a:lnTo>
                  <a:lnTo>
                    <a:pt x="733412" y="897623"/>
                  </a:lnTo>
                  <a:lnTo>
                    <a:pt x="733882" y="898740"/>
                  </a:lnTo>
                  <a:lnTo>
                    <a:pt x="735749" y="900607"/>
                  </a:lnTo>
                  <a:lnTo>
                    <a:pt x="736866" y="901077"/>
                  </a:lnTo>
                  <a:lnTo>
                    <a:pt x="739495" y="901077"/>
                  </a:lnTo>
                  <a:lnTo>
                    <a:pt x="740613" y="900607"/>
                  </a:lnTo>
                  <a:lnTo>
                    <a:pt x="742480" y="898740"/>
                  </a:lnTo>
                  <a:lnTo>
                    <a:pt x="742937" y="897623"/>
                  </a:lnTo>
                  <a:lnTo>
                    <a:pt x="742937" y="894994"/>
                  </a:lnTo>
                  <a:close/>
                </a:path>
                <a:path w="5695950" h="1792604">
                  <a:moveTo>
                    <a:pt x="742937" y="3454"/>
                  </a:moveTo>
                  <a:lnTo>
                    <a:pt x="742480" y="2336"/>
                  </a:lnTo>
                  <a:lnTo>
                    <a:pt x="740613" y="469"/>
                  </a:lnTo>
                  <a:lnTo>
                    <a:pt x="739495" y="0"/>
                  </a:lnTo>
                  <a:lnTo>
                    <a:pt x="736866" y="0"/>
                  </a:lnTo>
                  <a:lnTo>
                    <a:pt x="735749" y="469"/>
                  </a:lnTo>
                  <a:lnTo>
                    <a:pt x="733882" y="2336"/>
                  </a:lnTo>
                  <a:lnTo>
                    <a:pt x="733412" y="3454"/>
                  </a:lnTo>
                  <a:lnTo>
                    <a:pt x="733412" y="6083"/>
                  </a:lnTo>
                  <a:lnTo>
                    <a:pt x="733882" y="7200"/>
                  </a:lnTo>
                  <a:lnTo>
                    <a:pt x="735749" y="9067"/>
                  </a:lnTo>
                  <a:lnTo>
                    <a:pt x="736866" y="9525"/>
                  </a:lnTo>
                  <a:lnTo>
                    <a:pt x="739495" y="9525"/>
                  </a:lnTo>
                  <a:lnTo>
                    <a:pt x="740613" y="9067"/>
                  </a:lnTo>
                  <a:lnTo>
                    <a:pt x="742480" y="7200"/>
                  </a:lnTo>
                  <a:lnTo>
                    <a:pt x="742937" y="6083"/>
                  </a:lnTo>
                  <a:lnTo>
                    <a:pt x="742937" y="3454"/>
                  </a:lnTo>
                  <a:close/>
                </a:path>
                <a:path w="5695950" h="1792604">
                  <a:moveTo>
                    <a:pt x="790562" y="1786534"/>
                  </a:moveTo>
                  <a:lnTo>
                    <a:pt x="790105" y="1785416"/>
                  </a:lnTo>
                  <a:lnTo>
                    <a:pt x="788238" y="1783549"/>
                  </a:lnTo>
                  <a:lnTo>
                    <a:pt x="787120" y="1783080"/>
                  </a:lnTo>
                  <a:lnTo>
                    <a:pt x="784491" y="1783080"/>
                  </a:lnTo>
                  <a:lnTo>
                    <a:pt x="783374" y="1783549"/>
                  </a:lnTo>
                  <a:lnTo>
                    <a:pt x="781507" y="1785416"/>
                  </a:lnTo>
                  <a:lnTo>
                    <a:pt x="781037" y="1786534"/>
                  </a:lnTo>
                  <a:lnTo>
                    <a:pt x="781037" y="1789163"/>
                  </a:lnTo>
                  <a:lnTo>
                    <a:pt x="781507" y="1790280"/>
                  </a:lnTo>
                  <a:lnTo>
                    <a:pt x="783374" y="1792147"/>
                  </a:lnTo>
                  <a:lnTo>
                    <a:pt x="784491" y="1792605"/>
                  </a:lnTo>
                  <a:lnTo>
                    <a:pt x="787120" y="1792605"/>
                  </a:lnTo>
                  <a:lnTo>
                    <a:pt x="788238" y="1792147"/>
                  </a:lnTo>
                  <a:lnTo>
                    <a:pt x="790105" y="1790280"/>
                  </a:lnTo>
                  <a:lnTo>
                    <a:pt x="790562" y="1789163"/>
                  </a:lnTo>
                  <a:lnTo>
                    <a:pt x="790562" y="1786534"/>
                  </a:lnTo>
                  <a:close/>
                </a:path>
                <a:path w="5695950" h="1792604">
                  <a:moveTo>
                    <a:pt x="790562" y="894994"/>
                  </a:moveTo>
                  <a:lnTo>
                    <a:pt x="790105" y="893876"/>
                  </a:lnTo>
                  <a:lnTo>
                    <a:pt x="788238" y="892009"/>
                  </a:lnTo>
                  <a:lnTo>
                    <a:pt x="787120" y="891552"/>
                  </a:lnTo>
                  <a:lnTo>
                    <a:pt x="784491" y="891552"/>
                  </a:lnTo>
                  <a:lnTo>
                    <a:pt x="783374" y="892009"/>
                  </a:lnTo>
                  <a:lnTo>
                    <a:pt x="781507" y="893876"/>
                  </a:lnTo>
                  <a:lnTo>
                    <a:pt x="781037" y="894994"/>
                  </a:lnTo>
                  <a:lnTo>
                    <a:pt x="781037" y="897623"/>
                  </a:lnTo>
                  <a:lnTo>
                    <a:pt x="781507" y="898740"/>
                  </a:lnTo>
                  <a:lnTo>
                    <a:pt x="783374" y="900607"/>
                  </a:lnTo>
                  <a:lnTo>
                    <a:pt x="784491" y="901077"/>
                  </a:lnTo>
                  <a:lnTo>
                    <a:pt x="787120" y="901077"/>
                  </a:lnTo>
                  <a:lnTo>
                    <a:pt x="788238" y="900607"/>
                  </a:lnTo>
                  <a:lnTo>
                    <a:pt x="790105" y="898740"/>
                  </a:lnTo>
                  <a:lnTo>
                    <a:pt x="790562" y="897623"/>
                  </a:lnTo>
                  <a:lnTo>
                    <a:pt x="790562" y="894994"/>
                  </a:lnTo>
                  <a:close/>
                </a:path>
                <a:path w="5695950" h="1792604">
                  <a:moveTo>
                    <a:pt x="790562" y="3454"/>
                  </a:moveTo>
                  <a:lnTo>
                    <a:pt x="790105" y="2336"/>
                  </a:lnTo>
                  <a:lnTo>
                    <a:pt x="788238" y="469"/>
                  </a:lnTo>
                  <a:lnTo>
                    <a:pt x="787120" y="0"/>
                  </a:lnTo>
                  <a:lnTo>
                    <a:pt x="784491" y="0"/>
                  </a:lnTo>
                  <a:lnTo>
                    <a:pt x="783374" y="469"/>
                  </a:lnTo>
                  <a:lnTo>
                    <a:pt x="781507" y="2336"/>
                  </a:lnTo>
                  <a:lnTo>
                    <a:pt x="781037" y="3454"/>
                  </a:lnTo>
                  <a:lnTo>
                    <a:pt x="781037" y="6083"/>
                  </a:lnTo>
                  <a:lnTo>
                    <a:pt x="781507" y="7200"/>
                  </a:lnTo>
                  <a:lnTo>
                    <a:pt x="783374" y="9067"/>
                  </a:lnTo>
                  <a:lnTo>
                    <a:pt x="784491" y="9525"/>
                  </a:lnTo>
                  <a:lnTo>
                    <a:pt x="787120" y="9525"/>
                  </a:lnTo>
                  <a:lnTo>
                    <a:pt x="788238" y="9067"/>
                  </a:lnTo>
                  <a:lnTo>
                    <a:pt x="790105" y="7200"/>
                  </a:lnTo>
                  <a:lnTo>
                    <a:pt x="790562" y="6083"/>
                  </a:lnTo>
                  <a:lnTo>
                    <a:pt x="790562" y="3454"/>
                  </a:lnTo>
                  <a:close/>
                </a:path>
                <a:path w="5695950" h="1792604">
                  <a:moveTo>
                    <a:pt x="838187" y="1786534"/>
                  </a:moveTo>
                  <a:lnTo>
                    <a:pt x="837730" y="1785416"/>
                  </a:lnTo>
                  <a:lnTo>
                    <a:pt x="835863" y="1783549"/>
                  </a:lnTo>
                  <a:lnTo>
                    <a:pt x="834745" y="1783080"/>
                  </a:lnTo>
                  <a:lnTo>
                    <a:pt x="832116" y="1783080"/>
                  </a:lnTo>
                  <a:lnTo>
                    <a:pt x="830999" y="1783549"/>
                  </a:lnTo>
                  <a:lnTo>
                    <a:pt x="829132" y="1785416"/>
                  </a:lnTo>
                  <a:lnTo>
                    <a:pt x="828662" y="1786534"/>
                  </a:lnTo>
                  <a:lnTo>
                    <a:pt x="828662" y="1789163"/>
                  </a:lnTo>
                  <a:lnTo>
                    <a:pt x="829132" y="1790280"/>
                  </a:lnTo>
                  <a:lnTo>
                    <a:pt x="830999" y="1792147"/>
                  </a:lnTo>
                  <a:lnTo>
                    <a:pt x="832116" y="1792605"/>
                  </a:lnTo>
                  <a:lnTo>
                    <a:pt x="834745" y="1792605"/>
                  </a:lnTo>
                  <a:lnTo>
                    <a:pt x="835863" y="1792147"/>
                  </a:lnTo>
                  <a:lnTo>
                    <a:pt x="837730" y="1790280"/>
                  </a:lnTo>
                  <a:lnTo>
                    <a:pt x="838187" y="1789163"/>
                  </a:lnTo>
                  <a:lnTo>
                    <a:pt x="838187" y="1786534"/>
                  </a:lnTo>
                  <a:close/>
                </a:path>
                <a:path w="5695950" h="1792604">
                  <a:moveTo>
                    <a:pt x="838187" y="894994"/>
                  </a:moveTo>
                  <a:lnTo>
                    <a:pt x="837730" y="893876"/>
                  </a:lnTo>
                  <a:lnTo>
                    <a:pt x="835863" y="892009"/>
                  </a:lnTo>
                  <a:lnTo>
                    <a:pt x="834745" y="891552"/>
                  </a:lnTo>
                  <a:lnTo>
                    <a:pt x="832116" y="891552"/>
                  </a:lnTo>
                  <a:lnTo>
                    <a:pt x="830999" y="892009"/>
                  </a:lnTo>
                  <a:lnTo>
                    <a:pt x="829132" y="893876"/>
                  </a:lnTo>
                  <a:lnTo>
                    <a:pt x="828662" y="894994"/>
                  </a:lnTo>
                  <a:lnTo>
                    <a:pt x="828662" y="897623"/>
                  </a:lnTo>
                  <a:lnTo>
                    <a:pt x="829132" y="898740"/>
                  </a:lnTo>
                  <a:lnTo>
                    <a:pt x="830999" y="900607"/>
                  </a:lnTo>
                  <a:lnTo>
                    <a:pt x="832116" y="901077"/>
                  </a:lnTo>
                  <a:lnTo>
                    <a:pt x="834745" y="901077"/>
                  </a:lnTo>
                  <a:lnTo>
                    <a:pt x="835863" y="900607"/>
                  </a:lnTo>
                  <a:lnTo>
                    <a:pt x="837730" y="898740"/>
                  </a:lnTo>
                  <a:lnTo>
                    <a:pt x="838187" y="897623"/>
                  </a:lnTo>
                  <a:lnTo>
                    <a:pt x="838187" y="894994"/>
                  </a:lnTo>
                  <a:close/>
                </a:path>
                <a:path w="5695950" h="1792604">
                  <a:moveTo>
                    <a:pt x="838187" y="3454"/>
                  </a:moveTo>
                  <a:lnTo>
                    <a:pt x="837730" y="2336"/>
                  </a:lnTo>
                  <a:lnTo>
                    <a:pt x="835863" y="469"/>
                  </a:lnTo>
                  <a:lnTo>
                    <a:pt x="834745" y="0"/>
                  </a:lnTo>
                  <a:lnTo>
                    <a:pt x="832116" y="0"/>
                  </a:lnTo>
                  <a:lnTo>
                    <a:pt x="830999" y="469"/>
                  </a:lnTo>
                  <a:lnTo>
                    <a:pt x="829132" y="2336"/>
                  </a:lnTo>
                  <a:lnTo>
                    <a:pt x="828662" y="3454"/>
                  </a:lnTo>
                  <a:lnTo>
                    <a:pt x="828662" y="6083"/>
                  </a:lnTo>
                  <a:lnTo>
                    <a:pt x="829132" y="7200"/>
                  </a:lnTo>
                  <a:lnTo>
                    <a:pt x="830999" y="9067"/>
                  </a:lnTo>
                  <a:lnTo>
                    <a:pt x="832116" y="9525"/>
                  </a:lnTo>
                  <a:lnTo>
                    <a:pt x="834745" y="9525"/>
                  </a:lnTo>
                  <a:lnTo>
                    <a:pt x="835863" y="9067"/>
                  </a:lnTo>
                  <a:lnTo>
                    <a:pt x="837730" y="7200"/>
                  </a:lnTo>
                  <a:lnTo>
                    <a:pt x="838187" y="6083"/>
                  </a:lnTo>
                  <a:lnTo>
                    <a:pt x="838187" y="3454"/>
                  </a:lnTo>
                  <a:close/>
                </a:path>
                <a:path w="5695950" h="1792604">
                  <a:moveTo>
                    <a:pt x="885812" y="1786534"/>
                  </a:moveTo>
                  <a:lnTo>
                    <a:pt x="885355" y="1785416"/>
                  </a:lnTo>
                  <a:lnTo>
                    <a:pt x="883488" y="1783549"/>
                  </a:lnTo>
                  <a:lnTo>
                    <a:pt x="882370" y="1783080"/>
                  </a:lnTo>
                  <a:lnTo>
                    <a:pt x="879741" y="1783080"/>
                  </a:lnTo>
                  <a:lnTo>
                    <a:pt x="878624" y="1783549"/>
                  </a:lnTo>
                  <a:lnTo>
                    <a:pt x="876757" y="1785416"/>
                  </a:lnTo>
                  <a:lnTo>
                    <a:pt x="876287" y="1786534"/>
                  </a:lnTo>
                  <a:lnTo>
                    <a:pt x="876287" y="1789163"/>
                  </a:lnTo>
                  <a:lnTo>
                    <a:pt x="876757" y="1790280"/>
                  </a:lnTo>
                  <a:lnTo>
                    <a:pt x="878624" y="1792147"/>
                  </a:lnTo>
                  <a:lnTo>
                    <a:pt x="879741" y="1792605"/>
                  </a:lnTo>
                  <a:lnTo>
                    <a:pt x="882370" y="1792605"/>
                  </a:lnTo>
                  <a:lnTo>
                    <a:pt x="883488" y="1792147"/>
                  </a:lnTo>
                  <a:lnTo>
                    <a:pt x="885355" y="1790280"/>
                  </a:lnTo>
                  <a:lnTo>
                    <a:pt x="885812" y="1789163"/>
                  </a:lnTo>
                  <a:lnTo>
                    <a:pt x="885812" y="1786534"/>
                  </a:lnTo>
                  <a:close/>
                </a:path>
                <a:path w="5695950" h="1792604">
                  <a:moveTo>
                    <a:pt x="885812" y="894994"/>
                  </a:moveTo>
                  <a:lnTo>
                    <a:pt x="885355" y="893876"/>
                  </a:lnTo>
                  <a:lnTo>
                    <a:pt x="883488" y="892009"/>
                  </a:lnTo>
                  <a:lnTo>
                    <a:pt x="882370" y="891552"/>
                  </a:lnTo>
                  <a:lnTo>
                    <a:pt x="879741" y="891552"/>
                  </a:lnTo>
                  <a:lnTo>
                    <a:pt x="878624" y="892009"/>
                  </a:lnTo>
                  <a:lnTo>
                    <a:pt x="876757" y="893876"/>
                  </a:lnTo>
                  <a:lnTo>
                    <a:pt x="876287" y="894994"/>
                  </a:lnTo>
                  <a:lnTo>
                    <a:pt x="876287" y="897623"/>
                  </a:lnTo>
                  <a:lnTo>
                    <a:pt x="876757" y="898740"/>
                  </a:lnTo>
                  <a:lnTo>
                    <a:pt x="878624" y="900607"/>
                  </a:lnTo>
                  <a:lnTo>
                    <a:pt x="879741" y="901077"/>
                  </a:lnTo>
                  <a:lnTo>
                    <a:pt x="882370" y="901077"/>
                  </a:lnTo>
                  <a:lnTo>
                    <a:pt x="883488" y="900607"/>
                  </a:lnTo>
                  <a:lnTo>
                    <a:pt x="885355" y="898740"/>
                  </a:lnTo>
                  <a:lnTo>
                    <a:pt x="885812" y="897623"/>
                  </a:lnTo>
                  <a:lnTo>
                    <a:pt x="885812" y="894994"/>
                  </a:lnTo>
                  <a:close/>
                </a:path>
                <a:path w="5695950" h="1792604">
                  <a:moveTo>
                    <a:pt x="885812" y="3454"/>
                  </a:moveTo>
                  <a:lnTo>
                    <a:pt x="885355" y="2336"/>
                  </a:lnTo>
                  <a:lnTo>
                    <a:pt x="883488" y="469"/>
                  </a:lnTo>
                  <a:lnTo>
                    <a:pt x="882370" y="0"/>
                  </a:lnTo>
                  <a:lnTo>
                    <a:pt x="879741" y="0"/>
                  </a:lnTo>
                  <a:lnTo>
                    <a:pt x="878624" y="469"/>
                  </a:lnTo>
                  <a:lnTo>
                    <a:pt x="876757" y="2336"/>
                  </a:lnTo>
                  <a:lnTo>
                    <a:pt x="876287" y="3454"/>
                  </a:lnTo>
                  <a:lnTo>
                    <a:pt x="876287" y="6083"/>
                  </a:lnTo>
                  <a:lnTo>
                    <a:pt x="876757" y="7200"/>
                  </a:lnTo>
                  <a:lnTo>
                    <a:pt x="878624" y="9067"/>
                  </a:lnTo>
                  <a:lnTo>
                    <a:pt x="879741" y="9525"/>
                  </a:lnTo>
                  <a:lnTo>
                    <a:pt x="882370" y="9525"/>
                  </a:lnTo>
                  <a:lnTo>
                    <a:pt x="883488" y="9067"/>
                  </a:lnTo>
                  <a:lnTo>
                    <a:pt x="885355" y="7200"/>
                  </a:lnTo>
                  <a:lnTo>
                    <a:pt x="885812" y="6083"/>
                  </a:lnTo>
                  <a:lnTo>
                    <a:pt x="885812" y="3454"/>
                  </a:lnTo>
                  <a:close/>
                </a:path>
                <a:path w="5695950" h="1792604">
                  <a:moveTo>
                    <a:pt x="933437" y="1786534"/>
                  </a:moveTo>
                  <a:lnTo>
                    <a:pt x="932980" y="1785416"/>
                  </a:lnTo>
                  <a:lnTo>
                    <a:pt x="931113" y="1783549"/>
                  </a:lnTo>
                  <a:lnTo>
                    <a:pt x="929995" y="1783080"/>
                  </a:lnTo>
                  <a:lnTo>
                    <a:pt x="927366" y="1783080"/>
                  </a:lnTo>
                  <a:lnTo>
                    <a:pt x="926249" y="1783549"/>
                  </a:lnTo>
                  <a:lnTo>
                    <a:pt x="924382" y="1785416"/>
                  </a:lnTo>
                  <a:lnTo>
                    <a:pt x="923912" y="1786534"/>
                  </a:lnTo>
                  <a:lnTo>
                    <a:pt x="923912" y="1789163"/>
                  </a:lnTo>
                  <a:lnTo>
                    <a:pt x="924382" y="1790280"/>
                  </a:lnTo>
                  <a:lnTo>
                    <a:pt x="926249" y="1792147"/>
                  </a:lnTo>
                  <a:lnTo>
                    <a:pt x="927366" y="1792605"/>
                  </a:lnTo>
                  <a:lnTo>
                    <a:pt x="929995" y="1792605"/>
                  </a:lnTo>
                  <a:lnTo>
                    <a:pt x="931113" y="1792147"/>
                  </a:lnTo>
                  <a:lnTo>
                    <a:pt x="932980" y="1790280"/>
                  </a:lnTo>
                  <a:lnTo>
                    <a:pt x="933437" y="1789163"/>
                  </a:lnTo>
                  <a:lnTo>
                    <a:pt x="933437" y="1786534"/>
                  </a:lnTo>
                  <a:close/>
                </a:path>
                <a:path w="5695950" h="1792604">
                  <a:moveTo>
                    <a:pt x="933437" y="894994"/>
                  </a:moveTo>
                  <a:lnTo>
                    <a:pt x="932980" y="893876"/>
                  </a:lnTo>
                  <a:lnTo>
                    <a:pt x="931113" y="892009"/>
                  </a:lnTo>
                  <a:lnTo>
                    <a:pt x="929995" y="891552"/>
                  </a:lnTo>
                  <a:lnTo>
                    <a:pt x="927366" y="891552"/>
                  </a:lnTo>
                  <a:lnTo>
                    <a:pt x="926249" y="892009"/>
                  </a:lnTo>
                  <a:lnTo>
                    <a:pt x="924382" y="893876"/>
                  </a:lnTo>
                  <a:lnTo>
                    <a:pt x="923912" y="894994"/>
                  </a:lnTo>
                  <a:lnTo>
                    <a:pt x="923912" y="897623"/>
                  </a:lnTo>
                  <a:lnTo>
                    <a:pt x="924382" y="898740"/>
                  </a:lnTo>
                  <a:lnTo>
                    <a:pt x="926249" y="900607"/>
                  </a:lnTo>
                  <a:lnTo>
                    <a:pt x="927366" y="901077"/>
                  </a:lnTo>
                  <a:lnTo>
                    <a:pt x="929995" y="901077"/>
                  </a:lnTo>
                  <a:lnTo>
                    <a:pt x="931113" y="900607"/>
                  </a:lnTo>
                  <a:lnTo>
                    <a:pt x="932980" y="898740"/>
                  </a:lnTo>
                  <a:lnTo>
                    <a:pt x="933437" y="897623"/>
                  </a:lnTo>
                  <a:lnTo>
                    <a:pt x="933437" y="894994"/>
                  </a:lnTo>
                  <a:close/>
                </a:path>
                <a:path w="5695950" h="1792604">
                  <a:moveTo>
                    <a:pt x="933437" y="3454"/>
                  </a:moveTo>
                  <a:lnTo>
                    <a:pt x="932980" y="2336"/>
                  </a:lnTo>
                  <a:lnTo>
                    <a:pt x="931113" y="469"/>
                  </a:lnTo>
                  <a:lnTo>
                    <a:pt x="929995" y="0"/>
                  </a:lnTo>
                  <a:lnTo>
                    <a:pt x="927366" y="0"/>
                  </a:lnTo>
                  <a:lnTo>
                    <a:pt x="926249" y="469"/>
                  </a:lnTo>
                  <a:lnTo>
                    <a:pt x="924382" y="2336"/>
                  </a:lnTo>
                  <a:lnTo>
                    <a:pt x="923912" y="3454"/>
                  </a:lnTo>
                  <a:lnTo>
                    <a:pt x="923912" y="6083"/>
                  </a:lnTo>
                  <a:lnTo>
                    <a:pt x="924382" y="7200"/>
                  </a:lnTo>
                  <a:lnTo>
                    <a:pt x="926249" y="9067"/>
                  </a:lnTo>
                  <a:lnTo>
                    <a:pt x="927366" y="9525"/>
                  </a:lnTo>
                  <a:lnTo>
                    <a:pt x="929995" y="9525"/>
                  </a:lnTo>
                  <a:lnTo>
                    <a:pt x="931113" y="9067"/>
                  </a:lnTo>
                  <a:lnTo>
                    <a:pt x="932980" y="7200"/>
                  </a:lnTo>
                  <a:lnTo>
                    <a:pt x="933437" y="6083"/>
                  </a:lnTo>
                  <a:lnTo>
                    <a:pt x="933437" y="3454"/>
                  </a:lnTo>
                  <a:close/>
                </a:path>
                <a:path w="5695950" h="1792604">
                  <a:moveTo>
                    <a:pt x="981062" y="1786534"/>
                  </a:moveTo>
                  <a:lnTo>
                    <a:pt x="980605" y="1785416"/>
                  </a:lnTo>
                  <a:lnTo>
                    <a:pt x="978738" y="1783549"/>
                  </a:lnTo>
                  <a:lnTo>
                    <a:pt x="977620" y="1783080"/>
                  </a:lnTo>
                  <a:lnTo>
                    <a:pt x="974991" y="1783080"/>
                  </a:lnTo>
                  <a:lnTo>
                    <a:pt x="973874" y="1783549"/>
                  </a:lnTo>
                  <a:lnTo>
                    <a:pt x="972007" y="1785416"/>
                  </a:lnTo>
                  <a:lnTo>
                    <a:pt x="971537" y="1786534"/>
                  </a:lnTo>
                  <a:lnTo>
                    <a:pt x="971537" y="1789163"/>
                  </a:lnTo>
                  <a:lnTo>
                    <a:pt x="972007" y="1790280"/>
                  </a:lnTo>
                  <a:lnTo>
                    <a:pt x="973874" y="1792147"/>
                  </a:lnTo>
                  <a:lnTo>
                    <a:pt x="974991" y="1792605"/>
                  </a:lnTo>
                  <a:lnTo>
                    <a:pt x="977620" y="1792605"/>
                  </a:lnTo>
                  <a:lnTo>
                    <a:pt x="978738" y="1792147"/>
                  </a:lnTo>
                  <a:lnTo>
                    <a:pt x="980605" y="1790280"/>
                  </a:lnTo>
                  <a:lnTo>
                    <a:pt x="981062" y="1789163"/>
                  </a:lnTo>
                  <a:lnTo>
                    <a:pt x="981062" y="1786534"/>
                  </a:lnTo>
                  <a:close/>
                </a:path>
                <a:path w="5695950" h="1792604">
                  <a:moveTo>
                    <a:pt x="981062" y="894994"/>
                  </a:moveTo>
                  <a:lnTo>
                    <a:pt x="980605" y="893876"/>
                  </a:lnTo>
                  <a:lnTo>
                    <a:pt x="978738" y="892009"/>
                  </a:lnTo>
                  <a:lnTo>
                    <a:pt x="977620" y="891552"/>
                  </a:lnTo>
                  <a:lnTo>
                    <a:pt x="974991" y="891552"/>
                  </a:lnTo>
                  <a:lnTo>
                    <a:pt x="973874" y="892009"/>
                  </a:lnTo>
                  <a:lnTo>
                    <a:pt x="972007" y="893876"/>
                  </a:lnTo>
                  <a:lnTo>
                    <a:pt x="971537" y="894994"/>
                  </a:lnTo>
                  <a:lnTo>
                    <a:pt x="971537" y="897623"/>
                  </a:lnTo>
                  <a:lnTo>
                    <a:pt x="972007" y="898740"/>
                  </a:lnTo>
                  <a:lnTo>
                    <a:pt x="973874" y="900607"/>
                  </a:lnTo>
                  <a:lnTo>
                    <a:pt x="974991" y="901077"/>
                  </a:lnTo>
                  <a:lnTo>
                    <a:pt x="977620" y="901077"/>
                  </a:lnTo>
                  <a:lnTo>
                    <a:pt x="978738" y="900607"/>
                  </a:lnTo>
                  <a:lnTo>
                    <a:pt x="980605" y="898740"/>
                  </a:lnTo>
                  <a:lnTo>
                    <a:pt x="981062" y="897623"/>
                  </a:lnTo>
                  <a:lnTo>
                    <a:pt x="981062" y="894994"/>
                  </a:lnTo>
                  <a:close/>
                </a:path>
                <a:path w="5695950" h="1792604">
                  <a:moveTo>
                    <a:pt x="981062" y="3454"/>
                  </a:moveTo>
                  <a:lnTo>
                    <a:pt x="980605" y="2336"/>
                  </a:lnTo>
                  <a:lnTo>
                    <a:pt x="978738" y="469"/>
                  </a:lnTo>
                  <a:lnTo>
                    <a:pt x="977620" y="0"/>
                  </a:lnTo>
                  <a:lnTo>
                    <a:pt x="974991" y="0"/>
                  </a:lnTo>
                  <a:lnTo>
                    <a:pt x="973874" y="469"/>
                  </a:lnTo>
                  <a:lnTo>
                    <a:pt x="972007" y="2336"/>
                  </a:lnTo>
                  <a:lnTo>
                    <a:pt x="971537" y="3454"/>
                  </a:lnTo>
                  <a:lnTo>
                    <a:pt x="971537" y="6083"/>
                  </a:lnTo>
                  <a:lnTo>
                    <a:pt x="972007" y="7200"/>
                  </a:lnTo>
                  <a:lnTo>
                    <a:pt x="973874" y="9067"/>
                  </a:lnTo>
                  <a:lnTo>
                    <a:pt x="974991" y="9525"/>
                  </a:lnTo>
                  <a:lnTo>
                    <a:pt x="977620" y="9525"/>
                  </a:lnTo>
                  <a:lnTo>
                    <a:pt x="978738" y="9067"/>
                  </a:lnTo>
                  <a:lnTo>
                    <a:pt x="980605" y="7200"/>
                  </a:lnTo>
                  <a:lnTo>
                    <a:pt x="981062" y="6083"/>
                  </a:lnTo>
                  <a:lnTo>
                    <a:pt x="981062" y="3454"/>
                  </a:lnTo>
                  <a:close/>
                </a:path>
                <a:path w="5695950" h="1792604">
                  <a:moveTo>
                    <a:pt x="1028687" y="1786534"/>
                  </a:moveTo>
                  <a:lnTo>
                    <a:pt x="1028230" y="1785416"/>
                  </a:lnTo>
                  <a:lnTo>
                    <a:pt x="1026363" y="1783549"/>
                  </a:lnTo>
                  <a:lnTo>
                    <a:pt x="1025245" y="1783080"/>
                  </a:lnTo>
                  <a:lnTo>
                    <a:pt x="1022616" y="1783080"/>
                  </a:lnTo>
                  <a:lnTo>
                    <a:pt x="1021499" y="1783549"/>
                  </a:lnTo>
                  <a:lnTo>
                    <a:pt x="1019632" y="1785416"/>
                  </a:lnTo>
                  <a:lnTo>
                    <a:pt x="1019162" y="1786534"/>
                  </a:lnTo>
                  <a:lnTo>
                    <a:pt x="1019162" y="1789163"/>
                  </a:lnTo>
                  <a:lnTo>
                    <a:pt x="1019632" y="1790280"/>
                  </a:lnTo>
                  <a:lnTo>
                    <a:pt x="1021499" y="1792147"/>
                  </a:lnTo>
                  <a:lnTo>
                    <a:pt x="1022616" y="1792605"/>
                  </a:lnTo>
                  <a:lnTo>
                    <a:pt x="1025245" y="1792605"/>
                  </a:lnTo>
                  <a:lnTo>
                    <a:pt x="1026363" y="1792147"/>
                  </a:lnTo>
                  <a:lnTo>
                    <a:pt x="1028230" y="1790280"/>
                  </a:lnTo>
                  <a:lnTo>
                    <a:pt x="1028687" y="1789163"/>
                  </a:lnTo>
                  <a:lnTo>
                    <a:pt x="1028687" y="1786534"/>
                  </a:lnTo>
                  <a:close/>
                </a:path>
                <a:path w="5695950" h="1792604">
                  <a:moveTo>
                    <a:pt x="1028687" y="894994"/>
                  </a:moveTo>
                  <a:lnTo>
                    <a:pt x="1028230" y="893876"/>
                  </a:lnTo>
                  <a:lnTo>
                    <a:pt x="1026363" y="892009"/>
                  </a:lnTo>
                  <a:lnTo>
                    <a:pt x="1025245" y="891552"/>
                  </a:lnTo>
                  <a:lnTo>
                    <a:pt x="1022616" y="891552"/>
                  </a:lnTo>
                  <a:lnTo>
                    <a:pt x="1021499" y="892009"/>
                  </a:lnTo>
                  <a:lnTo>
                    <a:pt x="1019632" y="893876"/>
                  </a:lnTo>
                  <a:lnTo>
                    <a:pt x="1019162" y="894994"/>
                  </a:lnTo>
                  <a:lnTo>
                    <a:pt x="1019162" y="897623"/>
                  </a:lnTo>
                  <a:lnTo>
                    <a:pt x="1019632" y="898740"/>
                  </a:lnTo>
                  <a:lnTo>
                    <a:pt x="1021499" y="900607"/>
                  </a:lnTo>
                  <a:lnTo>
                    <a:pt x="1022616" y="901077"/>
                  </a:lnTo>
                  <a:lnTo>
                    <a:pt x="1025245" y="901077"/>
                  </a:lnTo>
                  <a:lnTo>
                    <a:pt x="1026363" y="900607"/>
                  </a:lnTo>
                  <a:lnTo>
                    <a:pt x="1028230" y="898740"/>
                  </a:lnTo>
                  <a:lnTo>
                    <a:pt x="1028687" y="897623"/>
                  </a:lnTo>
                  <a:lnTo>
                    <a:pt x="1028687" y="894994"/>
                  </a:lnTo>
                  <a:close/>
                </a:path>
                <a:path w="5695950" h="1792604">
                  <a:moveTo>
                    <a:pt x="1028687" y="3454"/>
                  </a:moveTo>
                  <a:lnTo>
                    <a:pt x="1028230" y="2336"/>
                  </a:lnTo>
                  <a:lnTo>
                    <a:pt x="1026363" y="469"/>
                  </a:lnTo>
                  <a:lnTo>
                    <a:pt x="1025245" y="0"/>
                  </a:lnTo>
                  <a:lnTo>
                    <a:pt x="1022616" y="0"/>
                  </a:lnTo>
                  <a:lnTo>
                    <a:pt x="1021499" y="469"/>
                  </a:lnTo>
                  <a:lnTo>
                    <a:pt x="1019632" y="2336"/>
                  </a:lnTo>
                  <a:lnTo>
                    <a:pt x="1019162" y="3454"/>
                  </a:lnTo>
                  <a:lnTo>
                    <a:pt x="1019162" y="6083"/>
                  </a:lnTo>
                  <a:lnTo>
                    <a:pt x="1019632" y="7200"/>
                  </a:lnTo>
                  <a:lnTo>
                    <a:pt x="1021499" y="9067"/>
                  </a:lnTo>
                  <a:lnTo>
                    <a:pt x="1022616" y="9525"/>
                  </a:lnTo>
                  <a:lnTo>
                    <a:pt x="1025245" y="9525"/>
                  </a:lnTo>
                  <a:lnTo>
                    <a:pt x="1026363" y="9067"/>
                  </a:lnTo>
                  <a:lnTo>
                    <a:pt x="1028230" y="7200"/>
                  </a:lnTo>
                  <a:lnTo>
                    <a:pt x="1028687" y="6083"/>
                  </a:lnTo>
                  <a:lnTo>
                    <a:pt x="1028687" y="3454"/>
                  </a:lnTo>
                  <a:close/>
                </a:path>
                <a:path w="5695950" h="1792604">
                  <a:moveTo>
                    <a:pt x="1076312" y="1786534"/>
                  </a:moveTo>
                  <a:lnTo>
                    <a:pt x="1075855" y="1785416"/>
                  </a:lnTo>
                  <a:lnTo>
                    <a:pt x="1073988" y="1783549"/>
                  </a:lnTo>
                  <a:lnTo>
                    <a:pt x="1072870" y="1783080"/>
                  </a:lnTo>
                  <a:lnTo>
                    <a:pt x="1070241" y="1783080"/>
                  </a:lnTo>
                  <a:lnTo>
                    <a:pt x="1069124" y="1783549"/>
                  </a:lnTo>
                  <a:lnTo>
                    <a:pt x="1067257" y="1785416"/>
                  </a:lnTo>
                  <a:lnTo>
                    <a:pt x="1066787" y="1786534"/>
                  </a:lnTo>
                  <a:lnTo>
                    <a:pt x="1066787" y="1789163"/>
                  </a:lnTo>
                  <a:lnTo>
                    <a:pt x="1067257" y="1790280"/>
                  </a:lnTo>
                  <a:lnTo>
                    <a:pt x="1069124" y="1792147"/>
                  </a:lnTo>
                  <a:lnTo>
                    <a:pt x="1070241" y="1792605"/>
                  </a:lnTo>
                  <a:lnTo>
                    <a:pt x="1072870" y="1792605"/>
                  </a:lnTo>
                  <a:lnTo>
                    <a:pt x="1073988" y="1792147"/>
                  </a:lnTo>
                  <a:lnTo>
                    <a:pt x="1075855" y="1790280"/>
                  </a:lnTo>
                  <a:lnTo>
                    <a:pt x="1076312" y="1789163"/>
                  </a:lnTo>
                  <a:lnTo>
                    <a:pt x="1076312" y="1786534"/>
                  </a:lnTo>
                  <a:close/>
                </a:path>
                <a:path w="5695950" h="1792604">
                  <a:moveTo>
                    <a:pt x="1076312" y="894994"/>
                  </a:moveTo>
                  <a:lnTo>
                    <a:pt x="1075855" y="893876"/>
                  </a:lnTo>
                  <a:lnTo>
                    <a:pt x="1073988" y="892009"/>
                  </a:lnTo>
                  <a:lnTo>
                    <a:pt x="1072870" y="891552"/>
                  </a:lnTo>
                  <a:lnTo>
                    <a:pt x="1070241" y="891552"/>
                  </a:lnTo>
                  <a:lnTo>
                    <a:pt x="1069124" y="892009"/>
                  </a:lnTo>
                  <a:lnTo>
                    <a:pt x="1067257" y="893876"/>
                  </a:lnTo>
                  <a:lnTo>
                    <a:pt x="1066787" y="894994"/>
                  </a:lnTo>
                  <a:lnTo>
                    <a:pt x="1066787" y="897623"/>
                  </a:lnTo>
                  <a:lnTo>
                    <a:pt x="1067257" y="898740"/>
                  </a:lnTo>
                  <a:lnTo>
                    <a:pt x="1069124" y="900607"/>
                  </a:lnTo>
                  <a:lnTo>
                    <a:pt x="1070241" y="901077"/>
                  </a:lnTo>
                  <a:lnTo>
                    <a:pt x="1072870" y="901077"/>
                  </a:lnTo>
                  <a:lnTo>
                    <a:pt x="1073988" y="900607"/>
                  </a:lnTo>
                  <a:lnTo>
                    <a:pt x="1075855" y="898740"/>
                  </a:lnTo>
                  <a:lnTo>
                    <a:pt x="1076312" y="897623"/>
                  </a:lnTo>
                  <a:lnTo>
                    <a:pt x="1076312" y="894994"/>
                  </a:lnTo>
                  <a:close/>
                </a:path>
                <a:path w="5695950" h="1792604">
                  <a:moveTo>
                    <a:pt x="1076312" y="3454"/>
                  </a:moveTo>
                  <a:lnTo>
                    <a:pt x="1075855" y="2336"/>
                  </a:lnTo>
                  <a:lnTo>
                    <a:pt x="1073988" y="469"/>
                  </a:lnTo>
                  <a:lnTo>
                    <a:pt x="1072870" y="0"/>
                  </a:lnTo>
                  <a:lnTo>
                    <a:pt x="1070241" y="0"/>
                  </a:lnTo>
                  <a:lnTo>
                    <a:pt x="1069124" y="469"/>
                  </a:lnTo>
                  <a:lnTo>
                    <a:pt x="1067257" y="2336"/>
                  </a:lnTo>
                  <a:lnTo>
                    <a:pt x="1066787" y="3454"/>
                  </a:lnTo>
                  <a:lnTo>
                    <a:pt x="1066787" y="6083"/>
                  </a:lnTo>
                  <a:lnTo>
                    <a:pt x="1067257" y="7200"/>
                  </a:lnTo>
                  <a:lnTo>
                    <a:pt x="1069124" y="9067"/>
                  </a:lnTo>
                  <a:lnTo>
                    <a:pt x="1070241" y="9525"/>
                  </a:lnTo>
                  <a:lnTo>
                    <a:pt x="1072870" y="9525"/>
                  </a:lnTo>
                  <a:lnTo>
                    <a:pt x="1073988" y="9067"/>
                  </a:lnTo>
                  <a:lnTo>
                    <a:pt x="1075855" y="7200"/>
                  </a:lnTo>
                  <a:lnTo>
                    <a:pt x="1076312" y="6083"/>
                  </a:lnTo>
                  <a:lnTo>
                    <a:pt x="1076312" y="3454"/>
                  </a:lnTo>
                  <a:close/>
                </a:path>
                <a:path w="5695950" h="1792604">
                  <a:moveTo>
                    <a:pt x="1123937" y="1786534"/>
                  </a:moveTo>
                  <a:lnTo>
                    <a:pt x="1123480" y="1785416"/>
                  </a:lnTo>
                  <a:lnTo>
                    <a:pt x="1121613" y="1783549"/>
                  </a:lnTo>
                  <a:lnTo>
                    <a:pt x="1120495" y="1783080"/>
                  </a:lnTo>
                  <a:lnTo>
                    <a:pt x="1117866" y="1783080"/>
                  </a:lnTo>
                  <a:lnTo>
                    <a:pt x="1116749" y="1783549"/>
                  </a:lnTo>
                  <a:lnTo>
                    <a:pt x="1114882" y="1785416"/>
                  </a:lnTo>
                  <a:lnTo>
                    <a:pt x="1114412" y="1786534"/>
                  </a:lnTo>
                  <a:lnTo>
                    <a:pt x="1114412" y="1789163"/>
                  </a:lnTo>
                  <a:lnTo>
                    <a:pt x="1114882" y="1790280"/>
                  </a:lnTo>
                  <a:lnTo>
                    <a:pt x="1116749" y="1792147"/>
                  </a:lnTo>
                  <a:lnTo>
                    <a:pt x="1117866" y="1792605"/>
                  </a:lnTo>
                  <a:lnTo>
                    <a:pt x="1120495" y="1792605"/>
                  </a:lnTo>
                  <a:lnTo>
                    <a:pt x="1121613" y="1792147"/>
                  </a:lnTo>
                  <a:lnTo>
                    <a:pt x="1123480" y="1790280"/>
                  </a:lnTo>
                  <a:lnTo>
                    <a:pt x="1123937" y="1789163"/>
                  </a:lnTo>
                  <a:lnTo>
                    <a:pt x="1123937" y="1786534"/>
                  </a:lnTo>
                  <a:close/>
                </a:path>
                <a:path w="5695950" h="1792604">
                  <a:moveTo>
                    <a:pt x="1123937" y="894994"/>
                  </a:moveTo>
                  <a:lnTo>
                    <a:pt x="1123480" y="893876"/>
                  </a:lnTo>
                  <a:lnTo>
                    <a:pt x="1121613" y="892009"/>
                  </a:lnTo>
                  <a:lnTo>
                    <a:pt x="1120495" y="891552"/>
                  </a:lnTo>
                  <a:lnTo>
                    <a:pt x="1117866" y="891552"/>
                  </a:lnTo>
                  <a:lnTo>
                    <a:pt x="1116749" y="892009"/>
                  </a:lnTo>
                  <a:lnTo>
                    <a:pt x="1114882" y="893876"/>
                  </a:lnTo>
                  <a:lnTo>
                    <a:pt x="1114412" y="894994"/>
                  </a:lnTo>
                  <a:lnTo>
                    <a:pt x="1114412" y="897623"/>
                  </a:lnTo>
                  <a:lnTo>
                    <a:pt x="1114882" y="898740"/>
                  </a:lnTo>
                  <a:lnTo>
                    <a:pt x="1116749" y="900607"/>
                  </a:lnTo>
                  <a:lnTo>
                    <a:pt x="1117866" y="901077"/>
                  </a:lnTo>
                  <a:lnTo>
                    <a:pt x="1120495" y="901077"/>
                  </a:lnTo>
                  <a:lnTo>
                    <a:pt x="1121613" y="900607"/>
                  </a:lnTo>
                  <a:lnTo>
                    <a:pt x="1123480" y="898740"/>
                  </a:lnTo>
                  <a:lnTo>
                    <a:pt x="1123937" y="897623"/>
                  </a:lnTo>
                  <a:lnTo>
                    <a:pt x="1123937" y="894994"/>
                  </a:lnTo>
                  <a:close/>
                </a:path>
                <a:path w="5695950" h="1792604">
                  <a:moveTo>
                    <a:pt x="1123937" y="3454"/>
                  </a:moveTo>
                  <a:lnTo>
                    <a:pt x="1123480" y="2336"/>
                  </a:lnTo>
                  <a:lnTo>
                    <a:pt x="1121613" y="469"/>
                  </a:lnTo>
                  <a:lnTo>
                    <a:pt x="1120495" y="0"/>
                  </a:lnTo>
                  <a:lnTo>
                    <a:pt x="1117866" y="0"/>
                  </a:lnTo>
                  <a:lnTo>
                    <a:pt x="1116749" y="469"/>
                  </a:lnTo>
                  <a:lnTo>
                    <a:pt x="1114882" y="2336"/>
                  </a:lnTo>
                  <a:lnTo>
                    <a:pt x="1114412" y="3454"/>
                  </a:lnTo>
                  <a:lnTo>
                    <a:pt x="1114412" y="6083"/>
                  </a:lnTo>
                  <a:lnTo>
                    <a:pt x="1114882" y="7200"/>
                  </a:lnTo>
                  <a:lnTo>
                    <a:pt x="1116749" y="9067"/>
                  </a:lnTo>
                  <a:lnTo>
                    <a:pt x="1117866" y="9525"/>
                  </a:lnTo>
                  <a:lnTo>
                    <a:pt x="1120495" y="9525"/>
                  </a:lnTo>
                  <a:lnTo>
                    <a:pt x="1121613" y="9067"/>
                  </a:lnTo>
                  <a:lnTo>
                    <a:pt x="1123480" y="7200"/>
                  </a:lnTo>
                  <a:lnTo>
                    <a:pt x="1123937" y="6083"/>
                  </a:lnTo>
                  <a:lnTo>
                    <a:pt x="1123937" y="3454"/>
                  </a:lnTo>
                  <a:close/>
                </a:path>
                <a:path w="5695950" h="1792604">
                  <a:moveTo>
                    <a:pt x="1171562" y="1786534"/>
                  </a:moveTo>
                  <a:lnTo>
                    <a:pt x="1171105" y="1785416"/>
                  </a:lnTo>
                  <a:lnTo>
                    <a:pt x="1169238" y="1783549"/>
                  </a:lnTo>
                  <a:lnTo>
                    <a:pt x="1168120" y="1783080"/>
                  </a:lnTo>
                  <a:lnTo>
                    <a:pt x="1165491" y="1783080"/>
                  </a:lnTo>
                  <a:lnTo>
                    <a:pt x="1164374" y="1783549"/>
                  </a:lnTo>
                  <a:lnTo>
                    <a:pt x="1162507" y="1785416"/>
                  </a:lnTo>
                  <a:lnTo>
                    <a:pt x="1162037" y="1786534"/>
                  </a:lnTo>
                  <a:lnTo>
                    <a:pt x="1162037" y="1789163"/>
                  </a:lnTo>
                  <a:lnTo>
                    <a:pt x="1162507" y="1790280"/>
                  </a:lnTo>
                  <a:lnTo>
                    <a:pt x="1164374" y="1792147"/>
                  </a:lnTo>
                  <a:lnTo>
                    <a:pt x="1165491" y="1792605"/>
                  </a:lnTo>
                  <a:lnTo>
                    <a:pt x="1168120" y="1792605"/>
                  </a:lnTo>
                  <a:lnTo>
                    <a:pt x="1169238" y="1792147"/>
                  </a:lnTo>
                  <a:lnTo>
                    <a:pt x="1171105" y="1790280"/>
                  </a:lnTo>
                  <a:lnTo>
                    <a:pt x="1171562" y="1789163"/>
                  </a:lnTo>
                  <a:lnTo>
                    <a:pt x="1171562" y="1786534"/>
                  </a:lnTo>
                  <a:close/>
                </a:path>
                <a:path w="5695950" h="1792604">
                  <a:moveTo>
                    <a:pt x="1171562" y="894994"/>
                  </a:moveTo>
                  <a:lnTo>
                    <a:pt x="1171105" y="893876"/>
                  </a:lnTo>
                  <a:lnTo>
                    <a:pt x="1169238" y="892009"/>
                  </a:lnTo>
                  <a:lnTo>
                    <a:pt x="1168120" y="891552"/>
                  </a:lnTo>
                  <a:lnTo>
                    <a:pt x="1165491" y="891552"/>
                  </a:lnTo>
                  <a:lnTo>
                    <a:pt x="1164374" y="892009"/>
                  </a:lnTo>
                  <a:lnTo>
                    <a:pt x="1162507" y="893876"/>
                  </a:lnTo>
                  <a:lnTo>
                    <a:pt x="1162037" y="894994"/>
                  </a:lnTo>
                  <a:lnTo>
                    <a:pt x="1162037" y="897623"/>
                  </a:lnTo>
                  <a:lnTo>
                    <a:pt x="1162507" y="898740"/>
                  </a:lnTo>
                  <a:lnTo>
                    <a:pt x="1164374" y="900607"/>
                  </a:lnTo>
                  <a:lnTo>
                    <a:pt x="1165491" y="901077"/>
                  </a:lnTo>
                  <a:lnTo>
                    <a:pt x="1168120" y="901077"/>
                  </a:lnTo>
                  <a:lnTo>
                    <a:pt x="1169238" y="900607"/>
                  </a:lnTo>
                  <a:lnTo>
                    <a:pt x="1171105" y="898740"/>
                  </a:lnTo>
                  <a:lnTo>
                    <a:pt x="1171562" y="897623"/>
                  </a:lnTo>
                  <a:lnTo>
                    <a:pt x="1171562" y="894994"/>
                  </a:lnTo>
                  <a:close/>
                </a:path>
                <a:path w="5695950" h="1792604">
                  <a:moveTo>
                    <a:pt x="1171562" y="3454"/>
                  </a:moveTo>
                  <a:lnTo>
                    <a:pt x="1171105" y="2336"/>
                  </a:lnTo>
                  <a:lnTo>
                    <a:pt x="1169238" y="469"/>
                  </a:lnTo>
                  <a:lnTo>
                    <a:pt x="1168120" y="0"/>
                  </a:lnTo>
                  <a:lnTo>
                    <a:pt x="1165491" y="0"/>
                  </a:lnTo>
                  <a:lnTo>
                    <a:pt x="1164374" y="469"/>
                  </a:lnTo>
                  <a:lnTo>
                    <a:pt x="1162507" y="2336"/>
                  </a:lnTo>
                  <a:lnTo>
                    <a:pt x="1162037" y="3454"/>
                  </a:lnTo>
                  <a:lnTo>
                    <a:pt x="1162037" y="6083"/>
                  </a:lnTo>
                  <a:lnTo>
                    <a:pt x="1162507" y="7200"/>
                  </a:lnTo>
                  <a:lnTo>
                    <a:pt x="1164374" y="9067"/>
                  </a:lnTo>
                  <a:lnTo>
                    <a:pt x="1165491" y="9525"/>
                  </a:lnTo>
                  <a:lnTo>
                    <a:pt x="1168120" y="9525"/>
                  </a:lnTo>
                  <a:lnTo>
                    <a:pt x="1169238" y="9067"/>
                  </a:lnTo>
                  <a:lnTo>
                    <a:pt x="1171105" y="7200"/>
                  </a:lnTo>
                  <a:lnTo>
                    <a:pt x="1171562" y="6083"/>
                  </a:lnTo>
                  <a:lnTo>
                    <a:pt x="1171562" y="3454"/>
                  </a:lnTo>
                  <a:close/>
                </a:path>
                <a:path w="5695950" h="1792604">
                  <a:moveTo>
                    <a:pt x="1219187" y="1786534"/>
                  </a:moveTo>
                  <a:lnTo>
                    <a:pt x="1218730" y="1785416"/>
                  </a:lnTo>
                  <a:lnTo>
                    <a:pt x="1216863" y="1783549"/>
                  </a:lnTo>
                  <a:lnTo>
                    <a:pt x="1215745" y="1783080"/>
                  </a:lnTo>
                  <a:lnTo>
                    <a:pt x="1213116" y="1783080"/>
                  </a:lnTo>
                  <a:lnTo>
                    <a:pt x="1211999" y="1783549"/>
                  </a:lnTo>
                  <a:lnTo>
                    <a:pt x="1210132" y="1785416"/>
                  </a:lnTo>
                  <a:lnTo>
                    <a:pt x="1209662" y="1786534"/>
                  </a:lnTo>
                  <a:lnTo>
                    <a:pt x="1209662" y="1789163"/>
                  </a:lnTo>
                  <a:lnTo>
                    <a:pt x="1210132" y="1790280"/>
                  </a:lnTo>
                  <a:lnTo>
                    <a:pt x="1211999" y="1792147"/>
                  </a:lnTo>
                  <a:lnTo>
                    <a:pt x="1213116" y="1792605"/>
                  </a:lnTo>
                  <a:lnTo>
                    <a:pt x="1215745" y="1792605"/>
                  </a:lnTo>
                  <a:lnTo>
                    <a:pt x="1216863" y="1792147"/>
                  </a:lnTo>
                  <a:lnTo>
                    <a:pt x="1218730" y="1790280"/>
                  </a:lnTo>
                  <a:lnTo>
                    <a:pt x="1219187" y="1789163"/>
                  </a:lnTo>
                  <a:lnTo>
                    <a:pt x="1219187" y="1786534"/>
                  </a:lnTo>
                  <a:close/>
                </a:path>
                <a:path w="5695950" h="1792604">
                  <a:moveTo>
                    <a:pt x="1219187" y="894994"/>
                  </a:moveTo>
                  <a:lnTo>
                    <a:pt x="1218730" y="893876"/>
                  </a:lnTo>
                  <a:lnTo>
                    <a:pt x="1216863" y="892009"/>
                  </a:lnTo>
                  <a:lnTo>
                    <a:pt x="1215745" y="891552"/>
                  </a:lnTo>
                  <a:lnTo>
                    <a:pt x="1213116" y="891552"/>
                  </a:lnTo>
                  <a:lnTo>
                    <a:pt x="1211999" y="892009"/>
                  </a:lnTo>
                  <a:lnTo>
                    <a:pt x="1210132" y="893876"/>
                  </a:lnTo>
                  <a:lnTo>
                    <a:pt x="1209662" y="894994"/>
                  </a:lnTo>
                  <a:lnTo>
                    <a:pt x="1209662" y="897623"/>
                  </a:lnTo>
                  <a:lnTo>
                    <a:pt x="1210132" y="898740"/>
                  </a:lnTo>
                  <a:lnTo>
                    <a:pt x="1211999" y="900607"/>
                  </a:lnTo>
                  <a:lnTo>
                    <a:pt x="1213116" y="901077"/>
                  </a:lnTo>
                  <a:lnTo>
                    <a:pt x="1215745" y="901077"/>
                  </a:lnTo>
                  <a:lnTo>
                    <a:pt x="1216863" y="900607"/>
                  </a:lnTo>
                  <a:lnTo>
                    <a:pt x="1218730" y="898740"/>
                  </a:lnTo>
                  <a:lnTo>
                    <a:pt x="1219187" y="897623"/>
                  </a:lnTo>
                  <a:lnTo>
                    <a:pt x="1219187" y="894994"/>
                  </a:lnTo>
                  <a:close/>
                </a:path>
                <a:path w="5695950" h="1792604">
                  <a:moveTo>
                    <a:pt x="1219187" y="3454"/>
                  </a:moveTo>
                  <a:lnTo>
                    <a:pt x="1218730" y="2336"/>
                  </a:lnTo>
                  <a:lnTo>
                    <a:pt x="1216863" y="469"/>
                  </a:lnTo>
                  <a:lnTo>
                    <a:pt x="1215745" y="0"/>
                  </a:lnTo>
                  <a:lnTo>
                    <a:pt x="1213116" y="0"/>
                  </a:lnTo>
                  <a:lnTo>
                    <a:pt x="1211999" y="469"/>
                  </a:lnTo>
                  <a:lnTo>
                    <a:pt x="1210132" y="2336"/>
                  </a:lnTo>
                  <a:lnTo>
                    <a:pt x="1209662" y="3454"/>
                  </a:lnTo>
                  <a:lnTo>
                    <a:pt x="1209662" y="6083"/>
                  </a:lnTo>
                  <a:lnTo>
                    <a:pt x="1210132" y="7200"/>
                  </a:lnTo>
                  <a:lnTo>
                    <a:pt x="1211999" y="9067"/>
                  </a:lnTo>
                  <a:lnTo>
                    <a:pt x="1213116" y="9525"/>
                  </a:lnTo>
                  <a:lnTo>
                    <a:pt x="1215745" y="9525"/>
                  </a:lnTo>
                  <a:lnTo>
                    <a:pt x="1216863" y="9067"/>
                  </a:lnTo>
                  <a:lnTo>
                    <a:pt x="1218730" y="7200"/>
                  </a:lnTo>
                  <a:lnTo>
                    <a:pt x="1219187" y="6083"/>
                  </a:lnTo>
                  <a:lnTo>
                    <a:pt x="1219187" y="3454"/>
                  </a:lnTo>
                  <a:close/>
                </a:path>
                <a:path w="5695950" h="1792604">
                  <a:moveTo>
                    <a:pt x="1266812" y="1786534"/>
                  </a:moveTo>
                  <a:lnTo>
                    <a:pt x="1266355" y="1785416"/>
                  </a:lnTo>
                  <a:lnTo>
                    <a:pt x="1264488" y="1783549"/>
                  </a:lnTo>
                  <a:lnTo>
                    <a:pt x="1263370" y="1783080"/>
                  </a:lnTo>
                  <a:lnTo>
                    <a:pt x="1260741" y="1783080"/>
                  </a:lnTo>
                  <a:lnTo>
                    <a:pt x="1259624" y="1783549"/>
                  </a:lnTo>
                  <a:lnTo>
                    <a:pt x="1257757" y="1785416"/>
                  </a:lnTo>
                  <a:lnTo>
                    <a:pt x="1257287" y="1786534"/>
                  </a:lnTo>
                  <a:lnTo>
                    <a:pt x="1257287" y="1789163"/>
                  </a:lnTo>
                  <a:lnTo>
                    <a:pt x="1257757" y="1790280"/>
                  </a:lnTo>
                  <a:lnTo>
                    <a:pt x="1259624" y="1792147"/>
                  </a:lnTo>
                  <a:lnTo>
                    <a:pt x="1260741" y="1792605"/>
                  </a:lnTo>
                  <a:lnTo>
                    <a:pt x="1263370" y="1792605"/>
                  </a:lnTo>
                  <a:lnTo>
                    <a:pt x="1264488" y="1792147"/>
                  </a:lnTo>
                  <a:lnTo>
                    <a:pt x="1266355" y="1790280"/>
                  </a:lnTo>
                  <a:lnTo>
                    <a:pt x="1266812" y="1789163"/>
                  </a:lnTo>
                  <a:lnTo>
                    <a:pt x="1266812" y="1786534"/>
                  </a:lnTo>
                  <a:close/>
                </a:path>
                <a:path w="5695950" h="1792604">
                  <a:moveTo>
                    <a:pt x="1266812" y="894994"/>
                  </a:moveTo>
                  <a:lnTo>
                    <a:pt x="1266355" y="893876"/>
                  </a:lnTo>
                  <a:lnTo>
                    <a:pt x="1264488" y="892009"/>
                  </a:lnTo>
                  <a:lnTo>
                    <a:pt x="1263370" y="891552"/>
                  </a:lnTo>
                  <a:lnTo>
                    <a:pt x="1260741" y="891552"/>
                  </a:lnTo>
                  <a:lnTo>
                    <a:pt x="1259624" y="892009"/>
                  </a:lnTo>
                  <a:lnTo>
                    <a:pt x="1257757" y="893876"/>
                  </a:lnTo>
                  <a:lnTo>
                    <a:pt x="1257287" y="894994"/>
                  </a:lnTo>
                  <a:lnTo>
                    <a:pt x="1257287" y="897623"/>
                  </a:lnTo>
                  <a:lnTo>
                    <a:pt x="1257757" y="898740"/>
                  </a:lnTo>
                  <a:lnTo>
                    <a:pt x="1259624" y="900607"/>
                  </a:lnTo>
                  <a:lnTo>
                    <a:pt x="1260741" y="901077"/>
                  </a:lnTo>
                  <a:lnTo>
                    <a:pt x="1263370" y="901077"/>
                  </a:lnTo>
                  <a:lnTo>
                    <a:pt x="1264488" y="900607"/>
                  </a:lnTo>
                  <a:lnTo>
                    <a:pt x="1266355" y="898740"/>
                  </a:lnTo>
                  <a:lnTo>
                    <a:pt x="1266812" y="897623"/>
                  </a:lnTo>
                  <a:lnTo>
                    <a:pt x="1266812" y="894994"/>
                  </a:lnTo>
                  <a:close/>
                </a:path>
                <a:path w="5695950" h="1792604">
                  <a:moveTo>
                    <a:pt x="1266812" y="3454"/>
                  </a:moveTo>
                  <a:lnTo>
                    <a:pt x="1266355" y="2336"/>
                  </a:lnTo>
                  <a:lnTo>
                    <a:pt x="1264488" y="469"/>
                  </a:lnTo>
                  <a:lnTo>
                    <a:pt x="1263370" y="0"/>
                  </a:lnTo>
                  <a:lnTo>
                    <a:pt x="1260741" y="0"/>
                  </a:lnTo>
                  <a:lnTo>
                    <a:pt x="1259624" y="469"/>
                  </a:lnTo>
                  <a:lnTo>
                    <a:pt x="1257757" y="2336"/>
                  </a:lnTo>
                  <a:lnTo>
                    <a:pt x="1257287" y="3454"/>
                  </a:lnTo>
                  <a:lnTo>
                    <a:pt x="1257287" y="6083"/>
                  </a:lnTo>
                  <a:lnTo>
                    <a:pt x="1257757" y="7200"/>
                  </a:lnTo>
                  <a:lnTo>
                    <a:pt x="1259624" y="9067"/>
                  </a:lnTo>
                  <a:lnTo>
                    <a:pt x="1260741" y="9525"/>
                  </a:lnTo>
                  <a:lnTo>
                    <a:pt x="1263370" y="9525"/>
                  </a:lnTo>
                  <a:lnTo>
                    <a:pt x="1264488" y="9067"/>
                  </a:lnTo>
                  <a:lnTo>
                    <a:pt x="1266355" y="7200"/>
                  </a:lnTo>
                  <a:lnTo>
                    <a:pt x="1266812" y="6083"/>
                  </a:lnTo>
                  <a:lnTo>
                    <a:pt x="1266812" y="3454"/>
                  </a:lnTo>
                  <a:close/>
                </a:path>
                <a:path w="5695950" h="1792604">
                  <a:moveTo>
                    <a:pt x="1314437" y="1786534"/>
                  </a:moveTo>
                  <a:lnTo>
                    <a:pt x="1313980" y="1785416"/>
                  </a:lnTo>
                  <a:lnTo>
                    <a:pt x="1312113" y="1783549"/>
                  </a:lnTo>
                  <a:lnTo>
                    <a:pt x="1310995" y="1783080"/>
                  </a:lnTo>
                  <a:lnTo>
                    <a:pt x="1308366" y="1783080"/>
                  </a:lnTo>
                  <a:lnTo>
                    <a:pt x="1307249" y="1783549"/>
                  </a:lnTo>
                  <a:lnTo>
                    <a:pt x="1305382" y="1785416"/>
                  </a:lnTo>
                  <a:lnTo>
                    <a:pt x="1304912" y="1786534"/>
                  </a:lnTo>
                  <a:lnTo>
                    <a:pt x="1304912" y="1789163"/>
                  </a:lnTo>
                  <a:lnTo>
                    <a:pt x="1305382" y="1790280"/>
                  </a:lnTo>
                  <a:lnTo>
                    <a:pt x="1307249" y="1792147"/>
                  </a:lnTo>
                  <a:lnTo>
                    <a:pt x="1308366" y="1792605"/>
                  </a:lnTo>
                  <a:lnTo>
                    <a:pt x="1310995" y="1792605"/>
                  </a:lnTo>
                  <a:lnTo>
                    <a:pt x="1312113" y="1792147"/>
                  </a:lnTo>
                  <a:lnTo>
                    <a:pt x="1313980" y="1790280"/>
                  </a:lnTo>
                  <a:lnTo>
                    <a:pt x="1314437" y="1789163"/>
                  </a:lnTo>
                  <a:lnTo>
                    <a:pt x="1314437" y="1786534"/>
                  </a:lnTo>
                  <a:close/>
                </a:path>
                <a:path w="5695950" h="1792604">
                  <a:moveTo>
                    <a:pt x="1314437" y="894994"/>
                  </a:moveTo>
                  <a:lnTo>
                    <a:pt x="1313980" y="893876"/>
                  </a:lnTo>
                  <a:lnTo>
                    <a:pt x="1312113" y="892009"/>
                  </a:lnTo>
                  <a:lnTo>
                    <a:pt x="1310995" y="891552"/>
                  </a:lnTo>
                  <a:lnTo>
                    <a:pt x="1308366" y="891552"/>
                  </a:lnTo>
                  <a:lnTo>
                    <a:pt x="1307249" y="892009"/>
                  </a:lnTo>
                  <a:lnTo>
                    <a:pt x="1305382" y="893876"/>
                  </a:lnTo>
                  <a:lnTo>
                    <a:pt x="1304912" y="894994"/>
                  </a:lnTo>
                  <a:lnTo>
                    <a:pt x="1304912" y="897623"/>
                  </a:lnTo>
                  <a:lnTo>
                    <a:pt x="1305382" y="898740"/>
                  </a:lnTo>
                  <a:lnTo>
                    <a:pt x="1307249" y="900607"/>
                  </a:lnTo>
                  <a:lnTo>
                    <a:pt x="1308366" y="901077"/>
                  </a:lnTo>
                  <a:lnTo>
                    <a:pt x="1310995" y="901077"/>
                  </a:lnTo>
                  <a:lnTo>
                    <a:pt x="1312113" y="900607"/>
                  </a:lnTo>
                  <a:lnTo>
                    <a:pt x="1313980" y="898740"/>
                  </a:lnTo>
                  <a:lnTo>
                    <a:pt x="1314437" y="897623"/>
                  </a:lnTo>
                  <a:lnTo>
                    <a:pt x="1314437" y="894994"/>
                  </a:lnTo>
                  <a:close/>
                </a:path>
                <a:path w="5695950" h="1792604">
                  <a:moveTo>
                    <a:pt x="1314437" y="3454"/>
                  </a:moveTo>
                  <a:lnTo>
                    <a:pt x="1313980" y="2336"/>
                  </a:lnTo>
                  <a:lnTo>
                    <a:pt x="1312113" y="469"/>
                  </a:lnTo>
                  <a:lnTo>
                    <a:pt x="1310995" y="0"/>
                  </a:lnTo>
                  <a:lnTo>
                    <a:pt x="1308366" y="0"/>
                  </a:lnTo>
                  <a:lnTo>
                    <a:pt x="1307249" y="469"/>
                  </a:lnTo>
                  <a:lnTo>
                    <a:pt x="1305382" y="2336"/>
                  </a:lnTo>
                  <a:lnTo>
                    <a:pt x="1304912" y="3454"/>
                  </a:lnTo>
                  <a:lnTo>
                    <a:pt x="1304912" y="6083"/>
                  </a:lnTo>
                  <a:lnTo>
                    <a:pt x="1305382" y="7200"/>
                  </a:lnTo>
                  <a:lnTo>
                    <a:pt x="1307249" y="9067"/>
                  </a:lnTo>
                  <a:lnTo>
                    <a:pt x="1308366" y="9525"/>
                  </a:lnTo>
                  <a:lnTo>
                    <a:pt x="1310995" y="9525"/>
                  </a:lnTo>
                  <a:lnTo>
                    <a:pt x="1312113" y="9067"/>
                  </a:lnTo>
                  <a:lnTo>
                    <a:pt x="1313980" y="7200"/>
                  </a:lnTo>
                  <a:lnTo>
                    <a:pt x="1314437" y="6083"/>
                  </a:lnTo>
                  <a:lnTo>
                    <a:pt x="1314437" y="3454"/>
                  </a:lnTo>
                  <a:close/>
                </a:path>
                <a:path w="5695950" h="1792604">
                  <a:moveTo>
                    <a:pt x="1362062" y="1786534"/>
                  </a:moveTo>
                  <a:lnTo>
                    <a:pt x="1361605" y="1785416"/>
                  </a:lnTo>
                  <a:lnTo>
                    <a:pt x="1359738" y="1783549"/>
                  </a:lnTo>
                  <a:lnTo>
                    <a:pt x="1358620" y="1783080"/>
                  </a:lnTo>
                  <a:lnTo>
                    <a:pt x="1355991" y="1783080"/>
                  </a:lnTo>
                  <a:lnTo>
                    <a:pt x="1354874" y="1783549"/>
                  </a:lnTo>
                  <a:lnTo>
                    <a:pt x="1353007" y="1785416"/>
                  </a:lnTo>
                  <a:lnTo>
                    <a:pt x="1352537" y="1786534"/>
                  </a:lnTo>
                  <a:lnTo>
                    <a:pt x="1352537" y="1789163"/>
                  </a:lnTo>
                  <a:lnTo>
                    <a:pt x="1353007" y="1790280"/>
                  </a:lnTo>
                  <a:lnTo>
                    <a:pt x="1354874" y="1792147"/>
                  </a:lnTo>
                  <a:lnTo>
                    <a:pt x="1355991" y="1792605"/>
                  </a:lnTo>
                  <a:lnTo>
                    <a:pt x="1358620" y="1792605"/>
                  </a:lnTo>
                  <a:lnTo>
                    <a:pt x="1359738" y="1792147"/>
                  </a:lnTo>
                  <a:lnTo>
                    <a:pt x="1361605" y="1790280"/>
                  </a:lnTo>
                  <a:lnTo>
                    <a:pt x="1362062" y="1789163"/>
                  </a:lnTo>
                  <a:lnTo>
                    <a:pt x="1362062" y="1786534"/>
                  </a:lnTo>
                  <a:close/>
                </a:path>
                <a:path w="5695950" h="1792604">
                  <a:moveTo>
                    <a:pt x="1362062" y="894994"/>
                  </a:moveTo>
                  <a:lnTo>
                    <a:pt x="1361605" y="893876"/>
                  </a:lnTo>
                  <a:lnTo>
                    <a:pt x="1359738" y="892009"/>
                  </a:lnTo>
                  <a:lnTo>
                    <a:pt x="1358620" y="891552"/>
                  </a:lnTo>
                  <a:lnTo>
                    <a:pt x="1355991" y="891552"/>
                  </a:lnTo>
                  <a:lnTo>
                    <a:pt x="1354874" y="892009"/>
                  </a:lnTo>
                  <a:lnTo>
                    <a:pt x="1353007" y="893876"/>
                  </a:lnTo>
                  <a:lnTo>
                    <a:pt x="1352537" y="894994"/>
                  </a:lnTo>
                  <a:lnTo>
                    <a:pt x="1352537" y="897623"/>
                  </a:lnTo>
                  <a:lnTo>
                    <a:pt x="1353007" y="898740"/>
                  </a:lnTo>
                  <a:lnTo>
                    <a:pt x="1354874" y="900607"/>
                  </a:lnTo>
                  <a:lnTo>
                    <a:pt x="1355991" y="901077"/>
                  </a:lnTo>
                  <a:lnTo>
                    <a:pt x="1358620" y="901077"/>
                  </a:lnTo>
                  <a:lnTo>
                    <a:pt x="1359738" y="900607"/>
                  </a:lnTo>
                  <a:lnTo>
                    <a:pt x="1361605" y="898740"/>
                  </a:lnTo>
                  <a:lnTo>
                    <a:pt x="1362062" y="897623"/>
                  </a:lnTo>
                  <a:lnTo>
                    <a:pt x="1362062" y="894994"/>
                  </a:lnTo>
                  <a:close/>
                </a:path>
                <a:path w="5695950" h="1792604">
                  <a:moveTo>
                    <a:pt x="1362062" y="3454"/>
                  </a:moveTo>
                  <a:lnTo>
                    <a:pt x="1361605" y="2336"/>
                  </a:lnTo>
                  <a:lnTo>
                    <a:pt x="1359738" y="469"/>
                  </a:lnTo>
                  <a:lnTo>
                    <a:pt x="1358620" y="0"/>
                  </a:lnTo>
                  <a:lnTo>
                    <a:pt x="1355991" y="0"/>
                  </a:lnTo>
                  <a:lnTo>
                    <a:pt x="1354874" y="469"/>
                  </a:lnTo>
                  <a:lnTo>
                    <a:pt x="1353007" y="2336"/>
                  </a:lnTo>
                  <a:lnTo>
                    <a:pt x="1352537" y="3454"/>
                  </a:lnTo>
                  <a:lnTo>
                    <a:pt x="1352537" y="6083"/>
                  </a:lnTo>
                  <a:lnTo>
                    <a:pt x="1353007" y="7200"/>
                  </a:lnTo>
                  <a:lnTo>
                    <a:pt x="1354874" y="9067"/>
                  </a:lnTo>
                  <a:lnTo>
                    <a:pt x="1355991" y="9525"/>
                  </a:lnTo>
                  <a:lnTo>
                    <a:pt x="1358620" y="9525"/>
                  </a:lnTo>
                  <a:lnTo>
                    <a:pt x="1359738" y="9067"/>
                  </a:lnTo>
                  <a:lnTo>
                    <a:pt x="1361605" y="7200"/>
                  </a:lnTo>
                  <a:lnTo>
                    <a:pt x="1362062" y="6083"/>
                  </a:lnTo>
                  <a:lnTo>
                    <a:pt x="1362062" y="3454"/>
                  </a:lnTo>
                  <a:close/>
                </a:path>
                <a:path w="5695950" h="1792604">
                  <a:moveTo>
                    <a:pt x="1409687" y="1786534"/>
                  </a:moveTo>
                  <a:lnTo>
                    <a:pt x="1409230" y="1785416"/>
                  </a:lnTo>
                  <a:lnTo>
                    <a:pt x="1407363" y="1783549"/>
                  </a:lnTo>
                  <a:lnTo>
                    <a:pt x="1406245" y="1783080"/>
                  </a:lnTo>
                  <a:lnTo>
                    <a:pt x="1403616" y="1783080"/>
                  </a:lnTo>
                  <a:lnTo>
                    <a:pt x="1402499" y="1783549"/>
                  </a:lnTo>
                  <a:lnTo>
                    <a:pt x="1400632" y="1785416"/>
                  </a:lnTo>
                  <a:lnTo>
                    <a:pt x="1400162" y="1786534"/>
                  </a:lnTo>
                  <a:lnTo>
                    <a:pt x="1400162" y="1789163"/>
                  </a:lnTo>
                  <a:lnTo>
                    <a:pt x="1400632" y="1790280"/>
                  </a:lnTo>
                  <a:lnTo>
                    <a:pt x="1402499" y="1792147"/>
                  </a:lnTo>
                  <a:lnTo>
                    <a:pt x="1403616" y="1792605"/>
                  </a:lnTo>
                  <a:lnTo>
                    <a:pt x="1406245" y="1792605"/>
                  </a:lnTo>
                  <a:lnTo>
                    <a:pt x="1407363" y="1792147"/>
                  </a:lnTo>
                  <a:lnTo>
                    <a:pt x="1409230" y="1790280"/>
                  </a:lnTo>
                  <a:lnTo>
                    <a:pt x="1409687" y="1789163"/>
                  </a:lnTo>
                  <a:lnTo>
                    <a:pt x="1409687" y="1786534"/>
                  </a:lnTo>
                  <a:close/>
                </a:path>
                <a:path w="5695950" h="1792604">
                  <a:moveTo>
                    <a:pt x="1409687" y="894994"/>
                  </a:moveTo>
                  <a:lnTo>
                    <a:pt x="1409230" y="893876"/>
                  </a:lnTo>
                  <a:lnTo>
                    <a:pt x="1407363" y="892009"/>
                  </a:lnTo>
                  <a:lnTo>
                    <a:pt x="1406245" y="891552"/>
                  </a:lnTo>
                  <a:lnTo>
                    <a:pt x="1403616" y="891552"/>
                  </a:lnTo>
                  <a:lnTo>
                    <a:pt x="1402499" y="892009"/>
                  </a:lnTo>
                  <a:lnTo>
                    <a:pt x="1400632" y="893876"/>
                  </a:lnTo>
                  <a:lnTo>
                    <a:pt x="1400162" y="894994"/>
                  </a:lnTo>
                  <a:lnTo>
                    <a:pt x="1400162" y="897623"/>
                  </a:lnTo>
                  <a:lnTo>
                    <a:pt x="1400632" y="898740"/>
                  </a:lnTo>
                  <a:lnTo>
                    <a:pt x="1402499" y="900607"/>
                  </a:lnTo>
                  <a:lnTo>
                    <a:pt x="1403616" y="901077"/>
                  </a:lnTo>
                  <a:lnTo>
                    <a:pt x="1406245" y="901077"/>
                  </a:lnTo>
                  <a:lnTo>
                    <a:pt x="1407363" y="900607"/>
                  </a:lnTo>
                  <a:lnTo>
                    <a:pt x="1409230" y="898740"/>
                  </a:lnTo>
                  <a:lnTo>
                    <a:pt x="1409687" y="897623"/>
                  </a:lnTo>
                  <a:lnTo>
                    <a:pt x="1409687" y="894994"/>
                  </a:lnTo>
                  <a:close/>
                </a:path>
                <a:path w="5695950" h="1792604">
                  <a:moveTo>
                    <a:pt x="1409687" y="3454"/>
                  </a:moveTo>
                  <a:lnTo>
                    <a:pt x="1409230" y="2336"/>
                  </a:lnTo>
                  <a:lnTo>
                    <a:pt x="1407363" y="469"/>
                  </a:lnTo>
                  <a:lnTo>
                    <a:pt x="1406245" y="0"/>
                  </a:lnTo>
                  <a:lnTo>
                    <a:pt x="1403616" y="0"/>
                  </a:lnTo>
                  <a:lnTo>
                    <a:pt x="1402499" y="469"/>
                  </a:lnTo>
                  <a:lnTo>
                    <a:pt x="1400632" y="2336"/>
                  </a:lnTo>
                  <a:lnTo>
                    <a:pt x="1400162" y="3454"/>
                  </a:lnTo>
                  <a:lnTo>
                    <a:pt x="1400162" y="6083"/>
                  </a:lnTo>
                  <a:lnTo>
                    <a:pt x="1400632" y="7200"/>
                  </a:lnTo>
                  <a:lnTo>
                    <a:pt x="1402499" y="9067"/>
                  </a:lnTo>
                  <a:lnTo>
                    <a:pt x="1403616" y="9525"/>
                  </a:lnTo>
                  <a:lnTo>
                    <a:pt x="1406245" y="9525"/>
                  </a:lnTo>
                  <a:lnTo>
                    <a:pt x="1407363" y="9067"/>
                  </a:lnTo>
                  <a:lnTo>
                    <a:pt x="1409230" y="7200"/>
                  </a:lnTo>
                  <a:lnTo>
                    <a:pt x="1409687" y="6083"/>
                  </a:lnTo>
                  <a:lnTo>
                    <a:pt x="1409687" y="3454"/>
                  </a:lnTo>
                  <a:close/>
                </a:path>
                <a:path w="5695950" h="1792604">
                  <a:moveTo>
                    <a:pt x="1457312" y="1786534"/>
                  </a:moveTo>
                  <a:lnTo>
                    <a:pt x="1456855" y="1785416"/>
                  </a:lnTo>
                  <a:lnTo>
                    <a:pt x="1454988" y="1783549"/>
                  </a:lnTo>
                  <a:lnTo>
                    <a:pt x="1453870" y="1783080"/>
                  </a:lnTo>
                  <a:lnTo>
                    <a:pt x="1451241" y="1783080"/>
                  </a:lnTo>
                  <a:lnTo>
                    <a:pt x="1450124" y="1783549"/>
                  </a:lnTo>
                  <a:lnTo>
                    <a:pt x="1448257" y="1785416"/>
                  </a:lnTo>
                  <a:lnTo>
                    <a:pt x="1447787" y="1786534"/>
                  </a:lnTo>
                  <a:lnTo>
                    <a:pt x="1447787" y="1789163"/>
                  </a:lnTo>
                  <a:lnTo>
                    <a:pt x="1448257" y="1790280"/>
                  </a:lnTo>
                  <a:lnTo>
                    <a:pt x="1450124" y="1792147"/>
                  </a:lnTo>
                  <a:lnTo>
                    <a:pt x="1451241" y="1792605"/>
                  </a:lnTo>
                  <a:lnTo>
                    <a:pt x="1453870" y="1792605"/>
                  </a:lnTo>
                  <a:lnTo>
                    <a:pt x="1454988" y="1792147"/>
                  </a:lnTo>
                  <a:lnTo>
                    <a:pt x="1456855" y="1790280"/>
                  </a:lnTo>
                  <a:lnTo>
                    <a:pt x="1457312" y="1789163"/>
                  </a:lnTo>
                  <a:lnTo>
                    <a:pt x="1457312" y="1786534"/>
                  </a:lnTo>
                  <a:close/>
                </a:path>
                <a:path w="5695950" h="1792604">
                  <a:moveTo>
                    <a:pt x="1457312" y="894994"/>
                  </a:moveTo>
                  <a:lnTo>
                    <a:pt x="1456855" y="893876"/>
                  </a:lnTo>
                  <a:lnTo>
                    <a:pt x="1454988" y="892009"/>
                  </a:lnTo>
                  <a:lnTo>
                    <a:pt x="1453870" y="891552"/>
                  </a:lnTo>
                  <a:lnTo>
                    <a:pt x="1451241" y="891552"/>
                  </a:lnTo>
                  <a:lnTo>
                    <a:pt x="1450124" y="892009"/>
                  </a:lnTo>
                  <a:lnTo>
                    <a:pt x="1448257" y="893876"/>
                  </a:lnTo>
                  <a:lnTo>
                    <a:pt x="1447787" y="894994"/>
                  </a:lnTo>
                  <a:lnTo>
                    <a:pt x="1447787" y="897623"/>
                  </a:lnTo>
                  <a:lnTo>
                    <a:pt x="1448257" y="898740"/>
                  </a:lnTo>
                  <a:lnTo>
                    <a:pt x="1450124" y="900607"/>
                  </a:lnTo>
                  <a:lnTo>
                    <a:pt x="1451241" y="901077"/>
                  </a:lnTo>
                  <a:lnTo>
                    <a:pt x="1453870" y="901077"/>
                  </a:lnTo>
                  <a:lnTo>
                    <a:pt x="1454988" y="900607"/>
                  </a:lnTo>
                  <a:lnTo>
                    <a:pt x="1456855" y="898740"/>
                  </a:lnTo>
                  <a:lnTo>
                    <a:pt x="1457312" y="897623"/>
                  </a:lnTo>
                  <a:lnTo>
                    <a:pt x="1457312" y="894994"/>
                  </a:lnTo>
                  <a:close/>
                </a:path>
                <a:path w="5695950" h="1792604">
                  <a:moveTo>
                    <a:pt x="1457312" y="3454"/>
                  </a:moveTo>
                  <a:lnTo>
                    <a:pt x="1456855" y="2336"/>
                  </a:lnTo>
                  <a:lnTo>
                    <a:pt x="1454988" y="469"/>
                  </a:lnTo>
                  <a:lnTo>
                    <a:pt x="1453870" y="0"/>
                  </a:lnTo>
                  <a:lnTo>
                    <a:pt x="1451241" y="0"/>
                  </a:lnTo>
                  <a:lnTo>
                    <a:pt x="1450124" y="469"/>
                  </a:lnTo>
                  <a:lnTo>
                    <a:pt x="1448257" y="2336"/>
                  </a:lnTo>
                  <a:lnTo>
                    <a:pt x="1447787" y="3454"/>
                  </a:lnTo>
                  <a:lnTo>
                    <a:pt x="1447787" y="6083"/>
                  </a:lnTo>
                  <a:lnTo>
                    <a:pt x="1448257" y="7200"/>
                  </a:lnTo>
                  <a:lnTo>
                    <a:pt x="1450124" y="9067"/>
                  </a:lnTo>
                  <a:lnTo>
                    <a:pt x="1451241" y="9525"/>
                  </a:lnTo>
                  <a:lnTo>
                    <a:pt x="1453870" y="9525"/>
                  </a:lnTo>
                  <a:lnTo>
                    <a:pt x="1454988" y="9067"/>
                  </a:lnTo>
                  <a:lnTo>
                    <a:pt x="1456855" y="7200"/>
                  </a:lnTo>
                  <a:lnTo>
                    <a:pt x="1457312" y="6083"/>
                  </a:lnTo>
                  <a:lnTo>
                    <a:pt x="1457312" y="3454"/>
                  </a:lnTo>
                  <a:close/>
                </a:path>
                <a:path w="5695950" h="1792604">
                  <a:moveTo>
                    <a:pt x="1504937" y="1786534"/>
                  </a:moveTo>
                  <a:lnTo>
                    <a:pt x="1504480" y="1785416"/>
                  </a:lnTo>
                  <a:lnTo>
                    <a:pt x="1502613" y="1783549"/>
                  </a:lnTo>
                  <a:lnTo>
                    <a:pt x="1501495" y="1783080"/>
                  </a:lnTo>
                  <a:lnTo>
                    <a:pt x="1498866" y="1783080"/>
                  </a:lnTo>
                  <a:lnTo>
                    <a:pt x="1497749" y="1783549"/>
                  </a:lnTo>
                  <a:lnTo>
                    <a:pt x="1495882" y="1785416"/>
                  </a:lnTo>
                  <a:lnTo>
                    <a:pt x="1495412" y="1786534"/>
                  </a:lnTo>
                  <a:lnTo>
                    <a:pt x="1495412" y="1789163"/>
                  </a:lnTo>
                  <a:lnTo>
                    <a:pt x="1495882" y="1790280"/>
                  </a:lnTo>
                  <a:lnTo>
                    <a:pt x="1497749" y="1792147"/>
                  </a:lnTo>
                  <a:lnTo>
                    <a:pt x="1498866" y="1792605"/>
                  </a:lnTo>
                  <a:lnTo>
                    <a:pt x="1501495" y="1792605"/>
                  </a:lnTo>
                  <a:lnTo>
                    <a:pt x="1502613" y="1792147"/>
                  </a:lnTo>
                  <a:lnTo>
                    <a:pt x="1504480" y="1790280"/>
                  </a:lnTo>
                  <a:lnTo>
                    <a:pt x="1504937" y="1789163"/>
                  </a:lnTo>
                  <a:lnTo>
                    <a:pt x="1504937" y="1786534"/>
                  </a:lnTo>
                  <a:close/>
                </a:path>
                <a:path w="5695950" h="1792604">
                  <a:moveTo>
                    <a:pt x="1504937" y="894994"/>
                  </a:moveTo>
                  <a:lnTo>
                    <a:pt x="1504480" y="893876"/>
                  </a:lnTo>
                  <a:lnTo>
                    <a:pt x="1502613" y="892009"/>
                  </a:lnTo>
                  <a:lnTo>
                    <a:pt x="1501495" y="891552"/>
                  </a:lnTo>
                  <a:lnTo>
                    <a:pt x="1498866" y="891552"/>
                  </a:lnTo>
                  <a:lnTo>
                    <a:pt x="1497749" y="892009"/>
                  </a:lnTo>
                  <a:lnTo>
                    <a:pt x="1495882" y="893876"/>
                  </a:lnTo>
                  <a:lnTo>
                    <a:pt x="1495412" y="894994"/>
                  </a:lnTo>
                  <a:lnTo>
                    <a:pt x="1495412" y="897623"/>
                  </a:lnTo>
                  <a:lnTo>
                    <a:pt x="1495882" y="898740"/>
                  </a:lnTo>
                  <a:lnTo>
                    <a:pt x="1497749" y="900607"/>
                  </a:lnTo>
                  <a:lnTo>
                    <a:pt x="1498866" y="901077"/>
                  </a:lnTo>
                  <a:lnTo>
                    <a:pt x="1501495" y="901077"/>
                  </a:lnTo>
                  <a:lnTo>
                    <a:pt x="1502613" y="900607"/>
                  </a:lnTo>
                  <a:lnTo>
                    <a:pt x="1504480" y="898740"/>
                  </a:lnTo>
                  <a:lnTo>
                    <a:pt x="1504937" y="897623"/>
                  </a:lnTo>
                  <a:lnTo>
                    <a:pt x="1504937" y="894994"/>
                  </a:lnTo>
                  <a:close/>
                </a:path>
                <a:path w="5695950" h="1792604">
                  <a:moveTo>
                    <a:pt x="1504937" y="3454"/>
                  </a:moveTo>
                  <a:lnTo>
                    <a:pt x="1504480" y="2336"/>
                  </a:lnTo>
                  <a:lnTo>
                    <a:pt x="1502613" y="469"/>
                  </a:lnTo>
                  <a:lnTo>
                    <a:pt x="1501495" y="0"/>
                  </a:lnTo>
                  <a:lnTo>
                    <a:pt x="1498866" y="0"/>
                  </a:lnTo>
                  <a:lnTo>
                    <a:pt x="1497749" y="469"/>
                  </a:lnTo>
                  <a:lnTo>
                    <a:pt x="1495882" y="2336"/>
                  </a:lnTo>
                  <a:lnTo>
                    <a:pt x="1495412" y="3454"/>
                  </a:lnTo>
                  <a:lnTo>
                    <a:pt x="1495412" y="6083"/>
                  </a:lnTo>
                  <a:lnTo>
                    <a:pt x="1495882" y="7200"/>
                  </a:lnTo>
                  <a:lnTo>
                    <a:pt x="1497749" y="9067"/>
                  </a:lnTo>
                  <a:lnTo>
                    <a:pt x="1498866" y="9525"/>
                  </a:lnTo>
                  <a:lnTo>
                    <a:pt x="1501495" y="9525"/>
                  </a:lnTo>
                  <a:lnTo>
                    <a:pt x="1502613" y="9067"/>
                  </a:lnTo>
                  <a:lnTo>
                    <a:pt x="1504480" y="7200"/>
                  </a:lnTo>
                  <a:lnTo>
                    <a:pt x="1504937" y="6083"/>
                  </a:lnTo>
                  <a:lnTo>
                    <a:pt x="1504937" y="3454"/>
                  </a:lnTo>
                  <a:close/>
                </a:path>
                <a:path w="5695950" h="1792604">
                  <a:moveTo>
                    <a:pt x="1552562" y="1786534"/>
                  </a:moveTo>
                  <a:lnTo>
                    <a:pt x="1552105" y="1785416"/>
                  </a:lnTo>
                  <a:lnTo>
                    <a:pt x="1550238" y="1783549"/>
                  </a:lnTo>
                  <a:lnTo>
                    <a:pt x="1549120" y="1783080"/>
                  </a:lnTo>
                  <a:lnTo>
                    <a:pt x="1546491" y="1783080"/>
                  </a:lnTo>
                  <a:lnTo>
                    <a:pt x="1545374" y="1783549"/>
                  </a:lnTo>
                  <a:lnTo>
                    <a:pt x="1543507" y="1785416"/>
                  </a:lnTo>
                  <a:lnTo>
                    <a:pt x="1543037" y="1786534"/>
                  </a:lnTo>
                  <a:lnTo>
                    <a:pt x="1543037" y="1789163"/>
                  </a:lnTo>
                  <a:lnTo>
                    <a:pt x="1543507" y="1790280"/>
                  </a:lnTo>
                  <a:lnTo>
                    <a:pt x="1545374" y="1792147"/>
                  </a:lnTo>
                  <a:lnTo>
                    <a:pt x="1546491" y="1792605"/>
                  </a:lnTo>
                  <a:lnTo>
                    <a:pt x="1549120" y="1792605"/>
                  </a:lnTo>
                  <a:lnTo>
                    <a:pt x="1550238" y="1792147"/>
                  </a:lnTo>
                  <a:lnTo>
                    <a:pt x="1552105" y="1790280"/>
                  </a:lnTo>
                  <a:lnTo>
                    <a:pt x="1552562" y="1789163"/>
                  </a:lnTo>
                  <a:lnTo>
                    <a:pt x="1552562" y="1786534"/>
                  </a:lnTo>
                  <a:close/>
                </a:path>
                <a:path w="5695950" h="1792604">
                  <a:moveTo>
                    <a:pt x="1552562" y="894994"/>
                  </a:moveTo>
                  <a:lnTo>
                    <a:pt x="1552105" y="893876"/>
                  </a:lnTo>
                  <a:lnTo>
                    <a:pt x="1550238" y="892009"/>
                  </a:lnTo>
                  <a:lnTo>
                    <a:pt x="1549120" y="891552"/>
                  </a:lnTo>
                  <a:lnTo>
                    <a:pt x="1546491" y="891552"/>
                  </a:lnTo>
                  <a:lnTo>
                    <a:pt x="1545374" y="892009"/>
                  </a:lnTo>
                  <a:lnTo>
                    <a:pt x="1543507" y="893876"/>
                  </a:lnTo>
                  <a:lnTo>
                    <a:pt x="1543037" y="894994"/>
                  </a:lnTo>
                  <a:lnTo>
                    <a:pt x="1543037" y="897623"/>
                  </a:lnTo>
                  <a:lnTo>
                    <a:pt x="1543507" y="898740"/>
                  </a:lnTo>
                  <a:lnTo>
                    <a:pt x="1545374" y="900607"/>
                  </a:lnTo>
                  <a:lnTo>
                    <a:pt x="1546491" y="901077"/>
                  </a:lnTo>
                  <a:lnTo>
                    <a:pt x="1549120" y="901077"/>
                  </a:lnTo>
                  <a:lnTo>
                    <a:pt x="1550238" y="900607"/>
                  </a:lnTo>
                  <a:lnTo>
                    <a:pt x="1552105" y="898740"/>
                  </a:lnTo>
                  <a:lnTo>
                    <a:pt x="1552562" y="897623"/>
                  </a:lnTo>
                  <a:lnTo>
                    <a:pt x="1552562" y="894994"/>
                  </a:lnTo>
                  <a:close/>
                </a:path>
                <a:path w="5695950" h="1792604">
                  <a:moveTo>
                    <a:pt x="1552562" y="3454"/>
                  </a:moveTo>
                  <a:lnTo>
                    <a:pt x="1552105" y="2336"/>
                  </a:lnTo>
                  <a:lnTo>
                    <a:pt x="1550238" y="469"/>
                  </a:lnTo>
                  <a:lnTo>
                    <a:pt x="1549120" y="0"/>
                  </a:lnTo>
                  <a:lnTo>
                    <a:pt x="1546491" y="0"/>
                  </a:lnTo>
                  <a:lnTo>
                    <a:pt x="1545374" y="469"/>
                  </a:lnTo>
                  <a:lnTo>
                    <a:pt x="1543507" y="2336"/>
                  </a:lnTo>
                  <a:lnTo>
                    <a:pt x="1543037" y="3454"/>
                  </a:lnTo>
                  <a:lnTo>
                    <a:pt x="1543037" y="6083"/>
                  </a:lnTo>
                  <a:lnTo>
                    <a:pt x="1543507" y="7200"/>
                  </a:lnTo>
                  <a:lnTo>
                    <a:pt x="1545374" y="9067"/>
                  </a:lnTo>
                  <a:lnTo>
                    <a:pt x="1546491" y="9525"/>
                  </a:lnTo>
                  <a:lnTo>
                    <a:pt x="1549120" y="9525"/>
                  </a:lnTo>
                  <a:lnTo>
                    <a:pt x="1550238" y="9067"/>
                  </a:lnTo>
                  <a:lnTo>
                    <a:pt x="1552105" y="7200"/>
                  </a:lnTo>
                  <a:lnTo>
                    <a:pt x="1552562" y="6083"/>
                  </a:lnTo>
                  <a:lnTo>
                    <a:pt x="1552562" y="3454"/>
                  </a:lnTo>
                  <a:close/>
                </a:path>
                <a:path w="5695950" h="1792604">
                  <a:moveTo>
                    <a:pt x="1600187" y="1786534"/>
                  </a:moveTo>
                  <a:lnTo>
                    <a:pt x="1599730" y="1785416"/>
                  </a:lnTo>
                  <a:lnTo>
                    <a:pt x="1597863" y="1783549"/>
                  </a:lnTo>
                  <a:lnTo>
                    <a:pt x="1596745" y="1783080"/>
                  </a:lnTo>
                  <a:lnTo>
                    <a:pt x="1594116" y="1783080"/>
                  </a:lnTo>
                  <a:lnTo>
                    <a:pt x="1592999" y="1783549"/>
                  </a:lnTo>
                  <a:lnTo>
                    <a:pt x="1591132" y="1785416"/>
                  </a:lnTo>
                  <a:lnTo>
                    <a:pt x="1590662" y="1786534"/>
                  </a:lnTo>
                  <a:lnTo>
                    <a:pt x="1590662" y="1789163"/>
                  </a:lnTo>
                  <a:lnTo>
                    <a:pt x="1591132" y="1790280"/>
                  </a:lnTo>
                  <a:lnTo>
                    <a:pt x="1592999" y="1792147"/>
                  </a:lnTo>
                  <a:lnTo>
                    <a:pt x="1594116" y="1792605"/>
                  </a:lnTo>
                  <a:lnTo>
                    <a:pt x="1596745" y="1792605"/>
                  </a:lnTo>
                  <a:lnTo>
                    <a:pt x="1597863" y="1792147"/>
                  </a:lnTo>
                  <a:lnTo>
                    <a:pt x="1599730" y="1790280"/>
                  </a:lnTo>
                  <a:lnTo>
                    <a:pt x="1600187" y="1789163"/>
                  </a:lnTo>
                  <a:lnTo>
                    <a:pt x="1600187" y="1786534"/>
                  </a:lnTo>
                  <a:close/>
                </a:path>
                <a:path w="5695950" h="1792604">
                  <a:moveTo>
                    <a:pt x="1600187" y="894994"/>
                  </a:moveTo>
                  <a:lnTo>
                    <a:pt x="1599730" y="893876"/>
                  </a:lnTo>
                  <a:lnTo>
                    <a:pt x="1597863" y="892009"/>
                  </a:lnTo>
                  <a:lnTo>
                    <a:pt x="1596745" y="891552"/>
                  </a:lnTo>
                  <a:lnTo>
                    <a:pt x="1594116" y="891552"/>
                  </a:lnTo>
                  <a:lnTo>
                    <a:pt x="1592999" y="892009"/>
                  </a:lnTo>
                  <a:lnTo>
                    <a:pt x="1591132" y="893876"/>
                  </a:lnTo>
                  <a:lnTo>
                    <a:pt x="1590662" y="894994"/>
                  </a:lnTo>
                  <a:lnTo>
                    <a:pt x="1590662" y="897623"/>
                  </a:lnTo>
                  <a:lnTo>
                    <a:pt x="1591132" y="898740"/>
                  </a:lnTo>
                  <a:lnTo>
                    <a:pt x="1592999" y="900607"/>
                  </a:lnTo>
                  <a:lnTo>
                    <a:pt x="1594116" y="901077"/>
                  </a:lnTo>
                  <a:lnTo>
                    <a:pt x="1596745" y="901077"/>
                  </a:lnTo>
                  <a:lnTo>
                    <a:pt x="1597863" y="900607"/>
                  </a:lnTo>
                  <a:lnTo>
                    <a:pt x="1599730" y="898740"/>
                  </a:lnTo>
                  <a:lnTo>
                    <a:pt x="1600187" y="897623"/>
                  </a:lnTo>
                  <a:lnTo>
                    <a:pt x="1600187" y="894994"/>
                  </a:lnTo>
                  <a:close/>
                </a:path>
                <a:path w="5695950" h="1792604">
                  <a:moveTo>
                    <a:pt x="1600187" y="3454"/>
                  </a:moveTo>
                  <a:lnTo>
                    <a:pt x="1599730" y="2336"/>
                  </a:lnTo>
                  <a:lnTo>
                    <a:pt x="1597863" y="469"/>
                  </a:lnTo>
                  <a:lnTo>
                    <a:pt x="1596745" y="0"/>
                  </a:lnTo>
                  <a:lnTo>
                    <a:pt x="1594116" y="0"/>
                  </a:lnTo>
                  <a:lnTo>
                    <a:pt x="1592999" y="469"/>
                  </a:lnTo>
                  <a:lnTo>
                    <a:pt x="1591132" y="2336"/>
                  </a:lnTo>
                  <a:lnTo>
                    <a:pt x="1590662" y="3454"/>
                  </a:lnTo>
                  <a:lnTo>
                    <a:pt x="1590662" y="6083"/>
                  </a:lnTo>
                  <a:lnTo>
                    <a:pt x="1591132" y="7200"/>
                  </a:lnTo>
                  <a:lnTo>
                    <a:pt x="1592999" y="9067"/>
                  </a:lnTo>
                  <a:lnTo>
                    <a:pt x="1594116" y="9525"/>
                  </a:lnTo>
                  <a:lnTo>
                    <a:pt x="1596745" y="9525"/>
                  </a:lnTo>
                  <a:lnTo>
                    <a:pt x="1597863" y="9067"/>
                  </a:lnTo>
                  <a:lnTo>
                    <a:pt x="1599730" y="7200"/>
                  </a:lnTo>
                  <a:lnTo>
                    <a:pt x="1600187" y="6083"/>
                  </a:lnTo>
                  <a:lnTo>
                    <a:pt x="1600187" y="3454"/>
                  </a:lnTo>
                  <a:close/>
                </a:path>
                <a:path w="5695950" h="1792604">
                  <a:moveTo>
                    <a:pt x="1647812" y="1786534"/>
                  </a:moveTo>
                  <a:lnTo>
                    <a:pt x="1647355" y="1785416"/>
                  </a:lnTo>
                  <a:lnTo>
                    <a:pt x="1645488" y="1783549"/>
                  </a:lnTo>
                  <a:lnTo>
                    <a:pt x="1644370" y="1783080"/>
                  </a:lnTo>
                  <a:lnTo>
                    <a:pt x="1641741" y="1783080"/>
                  </a:lnTo>
                  <a:lnTo>
                    <a:pt x="1640624" y="1783549"/>
                  </a:lnTo>
                  <a:lnTo>
                    <a:pt x="1638757" y="1785416"/>
                  </a:lnTo>
                  <a:lnTo>
                    <a:pt x="1638287" y="1786534"/>
                  </a:lnTo>
                  <a:lnTo>
                    <a:pt x="1638287" y="1789163"/>
                  </a:lnTo>
                  <a:lnTo>
                    <a:pt x="1638757" y="1790280"/>
                  </a:lnTo>
                  <a:lnTo>
                    <a:pt x="1640624" y="1792147"/>
                  </a:lnTo>
                  <a:lnTo>
                    <a:pt x="1641741" y="1792605"/>
                  </a:lnTo>
                  <a:lnTo>
                    <a:pt x="1644370" y="1792605"/>
                  </a:lnTo>
                  <a:lnTo>
                    <a:pt x="1645488" y="1792147"/>
                  </a:lnTo>
                  <a:lnTo>
                    <a:pt x="1647355" y="1790280"/>
                  </a:lnTo>
                  <a:lnTo>
                    <a:pt x="1647812" y="1789163"/>
                  </a:lnTo>
                  <a:lnTo>
                    <a:pt x="1647812" y="1786534"/>
                  </a:lnTo>
                  <a:close/>
                </a:path>
                <a:path w="5695950" h="1792604">
                  <a:moveTo>
                    <a:pt x="1647812" y="894994"/>
                  </a:moveTo>
                  <a:lnTo>
                    <a:pt x="1647355" y="893876"/>
                  </a:lnTo>
                  <a:lnTo>
                    <a:pt x="1645488" y="892009"/>
                  </a:lnTo>
                  <a:lnTo>
                    <a:pt x="1644370" y="891552"/>
                  </a:lnTo>
                  <a:lnTo>
                    <a:pt x="1641741" y="891552"/>
                  </a:lnTo>
                  <a:lnTo>
                    <a:pt x="1640624" y="892009"/>
                  </a:lnTo>
                  <a:lnTo>
                    <a:pt x="1638757" y="893876"/>
                  </a:lnTo>
                  <a:lnTo>
                    <a:pt x="1638287" y="894994"/>
                  </a:lnTo>
                  <a:lnTo>
                    <a:pt x="1638287" y="897623"/>
                  </a:lnTo>
                  <a:lnTo>
                    <a:pt x="1638757" y="898740"/>
                  </a:lnTo>
                  <a:lnTo>
                    <a:pt x="1640624" y="900607"/>
                  </a:lnTo>
                  <a:lnTo>
                    <a:pt x="1641741" y="901077"/>
                  </a:lnTo>
                  <a:lnTo>
                    <a:pt x="1644370" y="901077"/>
                  </a:lnTo>
                  <a:lnTo>
                    <a:pt x="1645488" y="900607"/>
                  </a:lnTo>
                  <a:lnTo>
                    <a:pt x="1647355" y="898740"/>
                  </a:lnTo>
                  <a:lnTo>
                    <a:pt x="1647812" y="897623"/>
                  </a:lnTo>
                  <a:lnTo>
                    <a:pt x="1647812" y="894994"/>
                  </a:lnTo>
                  <a:close/>
                </a:path>
                <a:path w="5695950" h="1792604">
                  <a:moveTo>
                    <a:pt x="1647812" y="3454"/>
                  </a:moveTo>
                  <a:lnTo>
                    <a:pt x="1647355" y="2336"/>
                  </a:lnTo>
                  <a:lnTo>
                    <a:pt x="1645488" y="469"/>
                  </a:lnTo>
                  <a:lnTo>
                    <a:pt x="1644370" y="0"/>
                  </a:lnTo>
                  <a:lnTo>
                    <a:pt x="1641741" y="0"/>
                  </a:lnTo>
                  <a:lnTo>
                    <a:pt x="1640624" y="469"/>
                  </a:lnTo>
                  <a:lnTo>
                    <a:pt x="1638757" y="2336"/>
                  </a:lnTo>
                  <a:lnTo>
                    <a:pt x="1638287" y="3454"/>
                  </a:lnTo>
                  <a:lnTo>
                    <a:pt x="1638287" y="6083"/>
                  </a:lnTo>
                  <a:lnTo>
                    <a:pt x="1638757" y="7200"/>
                  </a:lnTo>
                  <a:lnTo>
                    <a:pt x="1640624" y="9067"/>
                  </a:lnTo>
                  <a:lnTo>
                    <a:pt x="1641741" y="9525"/>
                  </a:lnTo>
                  <a:lnTo>
                    <a:pt x="1644370" y="9525"/>
                  </a:lnTo>
                  <a:lnTo>
                    <a:pt x="1645488" y="9067"/>
                  </a:lnTo>
                  <a:lnTo>
                    <a:pt x="1647355" y="7200"/>
                  </a:lnTo>
                  <a:lnTo>
                    <a:pt x="1647812" y="6083"/>
                  </a:lnTo>
                  <a:lnTo>
                    <a:pt x="1647812" y="3454"/>
                  </a:lnTo>
                  <a:close/>
                </a:path>
                <a:path w="5695950" h="1792604">
                  <a:moveTo>
                    <a:pt x="1695437" y="1786534"/>
                  </a:moveTo>
                  <a:lnTo>
                    <a:pt x="1694980" y="1785416"/>
                  </a:lnTo>
                  <a:lnTo>
                    <a:pt x="1693113" y="1783549"/>
                  </a:lnTo>
                  <a:lnTo>
                    <a:pt x="1691995" y="1783080"/>
                  </a:lnTo>
                  <a:lnTo>
                    <a:pt x="1689366" y="1783080"/>
                  </a:lnTo>
                  <a:lnTo>
                    <a:pt x="1688249" y="1783549"/>
                  </a:lnTo>
                  <a:lnTo>
                    <a:pt x="1686382" y="1785416"/>
                  </a:lnTo>
                  <a:lnTo>
                    <a:pt x="1685912" y="1786534"/>
                  </a:lnTo>
                  <a:lnTo>
                    <a:pt x="1685912" y="1789163"/>
                  </a:lnTo>
                  <a:lnTo>
                    <a:pt x="1686382" y="1790280"/>
                  </a:lnTo>
                  <a:lnTo>
                    <a:pt x="1688249" y="1792147"/>
                  </a:lnTo>
                  <a:lnTo>
                    <a:pt x="1689366" y="1792605"/>
                  </a:lnTo>
                  <a:lnTo>
                    <a:pt x="1691995" y="1792605"/>
                  </a:lnTo>
                  <a:lnTo>
                    <a:pt x="1693113" y="1792147"/>
                  </a:lnTo>
                  <a:lnTo>
                    <a:pt x="1694980" y="1790280"/>
                  </a:lnTo>
                  <a:lnTo>
                    <a:pt x="1695437" y="1789163"/>
                  </a:lnTo>
                  <a:lnTo>
                    <a:pt x="1695437" y="1786534"/>
                  </a:lnTo>
                  <a:close/>
                </a:path>
                <a:path w="5695950" h="1792604">
                  <a:moveTo>
                    <a:pt x="1695437" y="894994"/>
                  </a:moveTo>
                  <a:lnTo>
                    <a:pt x="1694980" y="893876"/>
                  </a:lnTo>
                  <a:lnTo>
                    <a:pt x="1693113" y="892009"/>
                  </a:lnTo>
                  <a:lnTo>
                    <a:pt x="1691995" y="891552"/>
                  </a:lnTo>
                  <a:lnTo>
                    <a:pt x="1689366" y="891552"/>
                  </a:lnTo>
                  <a:lnTo>
                    <a:pt x="1688249" y="892009"/>
                  </a:lnTo>
                  <a:lnTo>
                    <a:pt x="1686382" y="893876"/>
                  </a:lnTo>
                  <a:lnTo>
                    <a:pt x="1685912" y="894994"/>
                  </a:lnTo>
                  <a:lnTo>
                    <a:pt x="1685912" y="897623"/>
                  </a:lnTo>
                  <a:lnTo>
                    <a:pt x="1686382" y="898740"/>
                  </a:lnTo>
                  <a:lnTo>
                    <a:pt x="1688249" y="900607"/>
                  </a:lnTo>
                  <a:lnTo>
                    <a:pt x="1689366" y="901077"/>
                  </a:lnTo>
                  <a:lnTo>
                    <a:pt x="1691995" y="901077"/>
                  </a:lnTo>
                  <a:lnTo>
                    <a:pt x="1693113" y="900607"/>
                  </a:lnTo>
                  <a:lnTo>
                    <a:pt x="1694980" y="898740"/>
                  </a:lnTo>
                  <a:lnTo>
                    <a:pt x="1695437" y="897623"/>
                  </a:lnTo>
                  <a:lnTo>
                    <a:pt x="1695437" y="894994"/>
                  </a:lnTo>
                  <a:close/>
                </a:path>
                <a:path w="5695950" h="1792604">
                  <a:moveTo>
                    <a:pt x="1695437" y="3454"/>
                  </a:moveTo>
                  <a:lnTo>
                    <a:pt x="1694980" y="2336"/>
                  </a:lnTo>
                  <a:lnTo>
                    <a:pt x="1693113" y="469"/>
                  </a:lnTo>
                  <a:lnTo>
                    <a:pt x="1691995" y="0"/>
                  </a:lnTo>
                  <a:lnTo>
                    <a:pt x="1689366" y="0"/>
                  </a:lnTo>
                  <a:lnTo>
                    <a:pt x="1688249" y="469"/>
                  </a:lnTo>
                  <a:lnTo>
                    <a:pt x="1686382" y="2336"/>
                  </a:lnTo>
                  <a:lnTo>
                    <a:pt x="1685912" y="3454"/>
                  </a:lnTo>
                  <a:lnTo>
                    <a:pt x="1685912" y="6083"/>
                  </a:lnTo>
                  <a:lnTo>
                    <a:pt x="1686382" y="7200"/>
                  </a:lnTo>
                  <a:lnTo>
                    <a:pt x="1688249" y="9067"/>
                  </a:lnTo>
                  <a:lnTo>
                    <a:pt x="1689366" y="9525"/>
                  </a:lnTo>
                  <a:lnTo>
                    <a:pt x="1691995" y="9525"/>
                  </a:lnTo>
                  <a:lnTo>
                    <a:pt x="1693113" y="9067"/>
                  </a:lnTo>
                  <a:lnTo>
                    <a:pt x="1694980" y="7200"/>
                  </a:lnTo>
                  <a:lnTo>
                    <a:pt x="1695437" y="6083"/>
                  </a:lnTo>
                  <a:lnTo>
                    <a:pt x="1695437" y="3454"/>
                  </a:lnTo>
                  <a:close/>
                </a:path>
                <a:path w="5695950" h="1792604">
                  <a:moveTo>
                    <a:pt x="1743062" y="1786534"/>
                  </a:moveTo>
                  <a:lnTo>
                    <a:pt x="1742605" y="1785416"/>
                  </a:lnTo>
                  <a:lnTo>
                    <a:pt x="1740738" y="1783549"/>
                  </a:lnTo>
                  <a:lnTo>
                    <a:pt x="1739620" y="1783080"/>
                  </a:lnTo>
                  <a:lnTo>
                    <a:pt x="1736991" y="1783080"/>
                  </a:lnTo>
                  <a:lnTo>
                    <a:pt x="1735874" y="1783549"/>
                  </a:lnTo>
                  <a:lnTo>
                    <a:pt x="1734007" y="1785416"/>
                  </a:lnTo>
                  <a:lnTo>
                    <a:pt x="1733537" y="1786534"/>
                  </a:lnTo>
                  <a:lnTo>
                    <a:pt x="1733537" y="1789163"/>
                  </a:lnTo>
                  <a:lnTo>
                    <a:pt x="1734007" y="1790280"/>
                  </a:lnTo>
                  <a:lnTo>
                    <a:pt x="1735874" y="1792147"/>
                  </a:lnTo>
                  <a:lnTo>
                    <a:pt x="1736991" y="1792605"/>
                  </a:lnTo>
                  <a:lnTo>
                    <a:pt x="1739620" y="1792605"/>
                  </a:lnTo>
                  <a:lnTo>
                    <a:pt x="1740738" y="1792147"/>
                  </a:lnTo>
                  <a:lnTo>
                    <a:pt x="1742605" y="1790280"/>
                  </a:lnTo>
                  <a:lnTo>
                    <a:pt x="1743062" y="1789163"/>
                  </a:lnTo>
                  <a:lnTo>
                    <a:pt x="1743062" y="1786534"/>
                  </a:lnTo>
                  <a:close/>
                </a:path>
                <a:path w="5695950" h="1792604">
                  <a:moveTo>
                    <a:pt x="1743062" y="894994"/>
                  </a:moveTo>
                  <a:lnTo>
                    <a:pt x="1742605" y="893876"/>
                  </a:lnTo>
                  <a:lnTo>
                    <a:pt x="1740738" y="892009"/>
                  </a:lnTo>
                  <a:lnTo>
                    <a:pt x="1739620" y="891552"/>
                  </a:lnTo>
                  <a:lnTo>
                    <a:pt x="1736991" y="891552"/>
                  </a:lnTo>
                  <a:lnTo>
                    <a:pt x="1735874" y="892009"/>
                  </a:lnTo>
                  <a:lnTo>
                    <a:pt x="1734007" y="893876"/>
                  </a:lnTo>
                  <a:lnTo>
                    <a:pt x="1733537" y="894994"/>
                  </a:lnTo>
                  <a:lnTo>
                    <a:pt x="1733537" y="897623"/>
                  </a:lnTo>
                  <a:lnTo>
                    <a:pt x="1734007" y="898740"/>
                  </a:lnTo>
                  <a:lnTo>
                    <a:pt x="1735874" y="900607"/>
                  </a:lnTo>
                  <a:lnTo>
                    <a:pt x="1736991" y="901077"/>
                  </a:lnTo>
                  <a:lnTo>
                    <a:pt x="1739620" y="901077"/>
                  </a:lnTo>
                  <a:lnTo>
                    <a:pt x="1740738" y="900607"/>
                  </a:lnTo>
                  <a:lnTo>
                    <a:pt x="1742605" y="898740"/>
                  </a:lnTo>
                  <a:lnTo>
                    <a:pt x="1743062" y="897623"/>
                  </a:lnTo>
                  <a:lnTo>
                    <a:pt x="1743062" y="894994"/>
                  </a:lnTo>
                  <a:close/>
                </a:path>
                <a:path w="5695950" h="1792604">
                  <a:moveTo>
                    <a:pt x="1743062" y="3454"/>
                  </a:moveTo>
                  <a:lnTo>
                    <a:pt x="1742605" y="2336"/>
                  </a:lnTo>
                  <a:lnTo>
                    <a:pt x="1740738" y="469"/>
                  </a:lnTo>
                  <a:lnTo>
                    <a:pt x="1739620" y="0"/>
                  </a:lnTo>
                  <a:lnTo>
                    <a:pt x="1736991" y="0"/>
                  </a:lnTo>
                  <a:lnTo>
                    <a:pt x="1735874" y="469"/>
                  </a:lnTo>
                  <a:lnTo>
                    <a:pt x="1734007" y="2336"/>
                  </a:lnTo>
                  <a:lnTo>
                    <a:pt x="1733537" y="3454"/>
                  </a:lnTo>
                  <a:lnTo>
                    <a:pt x="1733537" y="6083"/>
                  </a:lnTo>
                  <a:lnTo>
                    <a:pt x="1734007" y="7200"/>
                  </a:lnTo>
                  <a:lnTo>
                    <a:pt x="1735874" y="9067"/>
                  </a:lnTo>
                  <a:lnTo>
                    <a:pt x="1736991" y="9525"/>
                  </a:lnTo>
                  <a:lnTo>
                    <a:pt x="1739620" y="9525"/>
                  </a:lnTo>
                  <a:lnTo>
                    <a:pt x="1740738" y="9067"/>
                  </a:lnTo>
                  <a:lnTo>
                    <a:pt x="1742605" y="7200"/>
                  </a:lnTo>
                  <a:lnTo>
                    <a:pt x="1743062" y="6083"/>
                  </a:lnTo>
                  <a:lnTo>
                    <a:pt x="1743062" y="3454"/>
                  </a:lnTo>
                  <a:close/>
                </a:path>
                <a:path w="5695950" h="1792604">
                  <a:moveTo>
                    <a:pt x="1790687" y="1786534"/>
                  </a:moveTo>
                  <a:lnTo>
                    <a:pt x="1790230" y="1785416"/>
                  </a:lnTo>
                  <a:lnTo>
                    <a:pt x="1788363" y="1783549"/>
                  </a:lnTo>
                  <a:lnTo>
                    <a:pt x="1787245" y="1783080"/>
                  </a:lnTo>
                  <a:lnTo>
                    <a:pt x="1784616" y="1783080"/>
                  </a:lnTo>
                  <a:lnTo>
                    <a:pt x="1783499" y="1783549"/>
                  </a:lnTo>
                  <a:lnTo>
                    <a:pt x="1781632" y="1785416"/>
                  </a:lnTo>
                  <a:lnTo>
                    <a:pt x="1781162" y="1786534"/>
                  </a:lnTo>
                  <a:lnTo>
                    <a:pt x="1781162" y="1789163"/>
                  </a:lnTo>
                  <a:lnTo>
                    <a:pt x="1781632" y="1790280"/>
                  </a:lnTo>
                  <a:lnTo>
                    <a:pt x="1783499" y="1792147"/>
                  </a:lnTo>
                  <a:lnTo>
                    <a:pt x="1784616" y="1792605"/>
                  </a:lnTo>
                  <a:lnTo>
                    <a:pt x="1787245" y="1792605"/>
                  </a:lnTo>
                  <a:lnTo>
                    <a:pt x="1788363" y="1792147"/>
                  </a:lnTo>
                  <a:lnTo>
                    <a:pt x="1790230" y="1790280"/>
                  </a:lnTo>
                  <a:lnTo>
                    <a:pt x="1790687" y="1789163"/>
                  </a:lnTo>
                  <a:lnTo>
                    <a:pt x="1790687" y="1786534"/>
                  </a:lnTo>
                  <a:close/>
                </a:path>
                <a:path w="5695950" h="1792604">
                  <a:moveTo>
                    <a:pt x="1790687" y="894994"/>
                  </a:moveTo>
                  <a:lnTo>
                    <a:pt x="1790230" y="893876"/>
                  </a:lnTo>
                  <a:lnTo>
                    <a:pt x="1788363" y="892009"/>
                  </a:lnTo>
                  <a:lnTo>
                    <a:pt x="1787245" y="891552"/>
                  </a:lnTo>
                  <a:lnTo>
                    <a:pt x="1784616" y="891552"/>
                  </a:lnTo>
                  <a:lnTo>
                    <a:pt x="1783499" y="892009"/>
                  </a:lnTo>
                  <a:lnTo>
                    <a:pt x="1781632" y="893876"/>
                  </a:lnTo>
                  <a:lnTo>
                    <a:pt x="1781162" y="894994"/>
                  </a:lnTo>
                  <a:lnTo>
                    <a:pt x="1781162" y="897623"/>
                  </a:lnTo>
                  <a:lnTo>
                    <a:pt x="1781632" y="898740"/>
                  </a:lnTo>
                  <a:lnTo>
                    <a:pt x="1783499" y="900607"/>
                  </a:lnTo>
                  <a:lnTo>
                    <a:pt x="1784616" y="901077"/>
                  </a:lnTo>
                  <a:lnTo>
                    <a:pt x="1787245" y="901077"/>
                  </a:lnTo>
                  <a:lnTo>
                    <a:pt x="1788363" y="900607"/>
                  </a:lnTo>
                  <a:lnTo>
                    <a:pt x="1790230" y="898740"/>
                  </a:lnTo>
                  <a:lnTo>
                    <a:pt x="1790687" y="897623"/>
                  </a:lnTo>
                  <a:lnTo>
                    <a:pt x="1790687" y="894994"/>
                  </a:lnTo>
                  <a:close/>
                </a:path>
                <a:path w="5695950" h="1792604">
                  <a:moveTo>
                    <a:pt x="1790687" y="3454"/>
                  </a:moveTo>
                  <a:lnTo>
                    <a:pt x="1790230" y="2336"/>
                  </a:lnTo>
                  <a:lnTo>
                    <a:pt x="1788363" y="469"/>
                  </a:lnTo>
                  <a:lnTo>
                    <a:pt x="1787245" y="0"/>
                  </a:lnTo>
                  <a:lnTo>
                    <a:pt x="1784616" y="0"/>
                  </a:lnTo>
                  <a:lnTo>
                    <a:pt x="1783499" y="469"/>
                  </a:lnTo>
                  <a:lnTo>
                    <a:pt x="1781632" y="2336"/>
                  </a:lnTo>
                  <a:lnTo>
                    <a:pt x="1781162" y="3454"/>
                  </a:lnTo>
                  <a:lnTo>
                    <a:pt x="1781162" y="6083"/>
                  </a:lnTo>
                  <a:lnTo>
                    <a:pt x="1781632" y="7200"/>
                  </a:lnTo>
                  <a:lnTo>
                    <a:pt x="1783499" y="9067"/>
                  </a:lnTo>
                  <a:lnTo>
                    <a:pt x="1784616" y="9525"/>
                  </a:lnTo>
                  <a:lnTo>
                    <a:pt x="1787245" y="9525"/>
                  </a:lnTo>
                  <a:lnTo>
                    <a:pt x="1788363" y="9067"/>
                  </a:lnTo>
                  <a:lnTo>
                    <a:pt x="1790230" y="7200"/>
                  </a:lnTo>
                  <a:lnTo>
                    <a:pt x="1790687" y="6083"/>
                  </a:lnTo>
                  <a:lnTo>
                    <a:pt x="1790687" y="3454"/>
                  </a:lnTo>
                  <a:close/>
                </a:path>
                <a:path w="5695950" h="1792604">
                  <a:moveTo>
                    <a:pt x="1838312" y="1786534"/>
                  </a:moveTo>
                  <a:lnTo>
                    <a:pt x="1837855" y="1785416"/>
                  </a:lnTo>
                  <a:lnTo>
                    <a:pt x="1835988" y="1783549"/>
                  </a:lnTo>
                  <a:lnTo>
                    <a:pt x="1834870" y="1783080"/>
                  </a:lnTo>
                  <a:lnTo>
                    <a:pt x="1832241" y="1783080"/>
                  </a:lnTo>
                  <a:lnTo>
                    <a:pt x="1831124" y="1783549"/>
                  </a:lnTo>
                  <a:lnTo>
                    <a:pt x="1829257" y="1785416"/>
                  </a:lnTo>
                  <a:lnTo>
                    <a:pt x="1828787" y="1786534"/>
                  </a:lnTo>
                  <a:lnTo>
                    <a:pt x="1828787" y="1789163"/>
                  </a:lnTo>
                  <a:lnTo>
                    <a:pt x="1829257" y="1790280"/>
                  </a:lnTo>
                  <a:lnTo>
                    <a:pt x="1831124" y="1792147"/>
                  </a:lnTo>
                  <a:lnTo>
                    <a:pt x="1832241" y="1792605"/>
                  </a:lnTo>
                  <a:lnTo>
                    <a:pt x="1834870" y="1792605"/>
                  </a:lnTo>
                  <a:lnTo>
                    <a:pt x="1835988" y="1792147"/>
                  </a:lnTo>
                  <a:lnTo>
                    <a:pt x="1837855" y="1790280"/>
                  </a:lnTo>
                  <a:lnTo>
                    <a:pt x="1838312" y="1789163"/>
                  </a:lnTo>
                  <a:lnTo>
                    <a:pt x="1838312" y="1786534"/>
                  </a:lnTo>
                  <a:close/>
                </a:path>
                <a:path w="5695950" h="1792604">
                  <a:moveTo>
                    <a:pt x="1838312" y="894994"/>
                  </a:moveTo>
                  <a:lnTo>
                    <a:pt x="1837855" y="893876"/>
                  </a:lnTo>
                  <a:lnTo>
                    <a:pt x="1835988" y="892009"/>
                  </a:lnTo>
                  <a:lnTo>
                    <a:pt x="1834870" y="891552"/>
                  </a:lnTo>
                  <a:lnTo>
                    <a:pt x="1832241" y="891552"/>
                  </a:lnTo>
                  <a:lnTo>
                    <a:pt x="1831124" y="892009"/>
                  </a:lnTo>
                  <a:lnTo>
                    <a:pt x="1829257" y="893876"/>
                  </a:lnTo>
                  <a:lnTo>
                    <a:pt x="1828787" y="894994"/>
                  </a:lnTo>
                  <a:lnTo>
                    <a:pt x="1828787" y="897623"/>
                  </a:lnTo>
                  <a:lnTo>
                    <a:pt x="1829257" y="898740"/>
                  </a:lnTo>
                  <a:lnTo>
                    <a:pt x="1831124" y="900607"/>
                  </a:lnTo>
                  <a:lnTo>
                    <a:pt x="1832241" y="901077"/>
                  </a:lnTo>
                  <a:lnTo>
                    <a:pt x="1834870" y="901077"/>
                  </a:lnTo>
                  <a:lnTo>
                    <a:pt x="1835988" y="900607"/>
                  </a:lnTo>
                  <a:lnTo>
                    <a:pt x="1837855" y="898740"/>
                  </a:lnTo>
                  <a:lnTo>
                    <a:pt x="1838312" y="897623"/>
                  </a:lnTo>
                  <a:lnTo>
                    <a:pt x="1838312" y="894994"/>
                  </a:lnTo>
                  <a:close/>
                </a:path>
                <a:path w="5695950" h="1792604">
                  <a:moveTo>
                    <a:pt x="1838312" y="3454"/>
                  </a:moveTo>
                  <a:lnTo>
                    <a:pt x="1837855" y="2336"/>
                  </a:lnTo>
                  <a:lnTo>
                    <a:pt x="1835988" y="469"/>
                  </a:lnTo>
                  <a:lnTo>
                    <a:pt x="1834870" y="0"/>
                  </a:lnTo>
                  <a:lnTo>
                    <a:pt x="1832241" y="0"/>
                  </a:lnTo>
                  <a:lnTo>
                    <a:pt x="1831124" y="469"/>
                  </a:lnTo>
                  <a:lnTo>
                    <a:pt x="1829257" y="2336"/>
                  </a:lnTo>
                  <a:lnTo>
                    <a:pt x="1828787" y="3454"/>
                  </a:lnTo>
                  <a:lnTo>
                    <a:pt x="1828787" y="6083"/>
                  </a:lnTo>
                  <a:lnTo>
                    <a:pt x="1829257" y="7200"/>
                  </a:lnTo>
                  <a:lnTo>
                    <a:pt x="1831124" y="9067"/>
                  </a:lnTo>
                  <a:lnTo>
                    <a:pt x="1832241" y="9525"/>
                  </a:lnTo>
                  <a:lnTo>
                    <a:pt x="1834870" y="9525"/>
                  </a:lnTo>
                  <a:lnTo>
                    <a:pt x="1835988" y="9067"/>
                  </a:lnTo>
                  <a:lnTo>
                    <a:pt x="1837855" y="7200"/>
                  </a:lnTo>
                  <a:lnTo>
                    <a:pt x="1838312" y="6083"/>
                  </a:lnTo>
                  <a:lnTo>
                    <a:pt x="1838312" y="3454"/>
                  </a:lnTo>
                  <a:close/>
                </a:path>
                <a:path w="5695950" h="1792604">
                  <a:moveTo>
                    <a:pt x="1885937" y="1786534"/>
                  </a:moveTo>
                  <a:lnTo>
                    <a:pt x="1885480" y="1785416"/>
                  </a:lnTo>
                  <a:lnTo>
                    <a:pt x="1883613" y="1783549"/>
                  </a:lnTo>
                  <a:lnTo>
                    <a:pt x="1882495" y="1783080"/>
                  </a:lnTo>
                  <a:lnTo>
                    <a:pt x="1879866" y="1783080"/>
                  </a:lnTo>
                  <a:lnTo>
                    <a:pt x="1878749" y="1783549"/>
                  </a:lnTo>
                  <a:lnTo>
                    <a:pt x="1876882" y="1785416"/>
                  </a:lnTo>
                  <a:lnTo>
                    <a:pt x="1876412" y="1786534"/>
                  </a:lnTo>
                  <a:lnTo>
                    <a:pt x="1876412" y="1789163"/>
                  </a:lnTo>
                  <a:lnTo>
                    <a:pt x="1876882" y="1790280"/>
                  </a:lnTo>
                  <a:lnTo>
                    <a:pt x="1878749" y="1792147"/>
                  </a:lnTo>
                  <a:lnTo>
                    <a:pt x="1879866" y="1792605"/>
                  </a:lnTo>
                  <a:lnTo>
                    <a:pt x="1882495" y="1792605"/>
                  </a:lnTo>
                  <a:lnTo>
                    <a:pt x="1883613" y="1792147"/>
                  </a:lnTo>
                  <a:lnTo>
                    <a:pt x="1885480" y="1790280"/>
                  </a:lnTo>
                  <a:lnTo>
                    <a:pt x="1885937" y="1789163"/>
                  </a:lnTo>
                  <a:lnTo>
                    <a:pt x="1885937" y="1786534"/>
                  </a:lnTo>
                  <a:close/>
                </a:path>
                <a:path w="5695950" h="1792604">
                  <a:moveTo>
                    <a:pt x="1885937" y="894994"/>
                  </a:moveTo>
                  <a:lnTo>
                    <a:pt x="1885480" y="893876"/>
                  </a:lnTo>
                  <a:lnTo>
                    <a:pt x="1883613" y="892009"/>
                  </a:lnTo>
                  <a:lnTo>
                    <a:pt x="1882495" y="891552"/>
                  </a:lnTo>
                  <a:lnTo>
                    <a:pt x="1879866" y="891552"/>
                  </a:lnTo>
                  <a:lnTo>
                    <a:pt x="1878749" y="892009"/>
                  </a:lnTo>
                  <a:lnTo>
                    <a:pt x="1876882" y="893876"/>
                  </a:lnTo>
                  <a:lnTo>
                    <a:pt x="1876412" y="894994"/>
                  </a:lnTo>
                  <a:lnTo>
                    <a:pt x="1876412" y="897623"/>
                  </a:lnTo>
                  <a:lnTo>
                    <a:pt x="1876882" y="898740"/>
                  </a:lnTo>
                  <a:lnTo>
                    <a:pt x="1878749" y="900607"/>
                  </a:lnTo>
                  <a:lnTo>
                    <a:pt x="1879866" y="901077"/>
                  </a:lnTo>
                  <a:lnTo>
                    <a:pt x="1882495" y="901077"/>
                  </a:lnTo>
                  <a:lnTo>
                    <a:pt x="1883613" y="900607"/>
                  </a:lnTo>
                  <a:lnTo>
                    <a:pt x="1885480" y="898740"/>
                  </a:lnTo>
                  <a:lnTo>
                    <a:pt x="1885937" y="897623"/>
                  </a:lnTo>
                  <a:lnTo>
                    <a:pt x="1885937" y="894994"/>
                  </a:lnTo>
                  <a:close/>
                </a:path>
                <a:path w="5695950" h="1792604">
                  <a:moveTo>
                    <a:pt x="1885937" y="3454"/>
                  </a:moveTo>
                  <a:lnTo>
                    <a:pt x="1885480" y="2336"/>
                  </a:lnTo>
                  <a:lnTo>
                    <a:pt x="1883613" y="469"/>
                  </a:lnTo>
                  <a:lnTo>
                    <a:pt x="1882495" y="0"/>
                  </a:lnTo>
                  <a:lnTo>
                    <a:pt x="1879866" y="0"/>
                  </a:lnTo>
                  <a:lnTo>
                    <a:pt x="1878749" y="469"/>
                  </a:lnTo>
                  <a:lnTo>
                    <a:pt x="1876882" y="2336"/>
                  </a:lnTo>
                  <a:lnTo>
                    <a:pt x="1876412" y="3454"/>
                  </a:lnTo>
                  <a:lnTo>
                    <a:pt x="1876412" y="6083"/>
                  </a:lnTo>
                  <a:lnTo>
                    <a:pt x="1876882" y="7200"/>
                  </a:lnTo>
                  <a:lnTo>
                    <a:pt x="1878749" y="9067"/>
                  </a:lnTo>
                  <a:lnTo>
                    <a:pt x="1879866" y="9525"/>
                  </a:lnTo>
                  <a:lnTo>
                    <a:pt x="1882495" y="9525"/>
                  </a:lnTo>
                  <a:lnTo>
                    <a:pt x="1883613" y="9067"/>
                  </a:lnTo>
                  <a:lnTo>
                    <a:pt x="1885480" y="7200"/>
                  </a:lnTo>
                  <a:lnTo>
                    <a:pt x="1885937" y="6083"/>
                  </a:lnTo>
                  <a:lnTo>
                    <a:pt x="1885937" y="3454"/>
                  </a:lnTo>
                  <a:close/>
                </a:path>
                <a:path w="5695950" h="1792604">
                  <a:moveTo>
                    <a:pt x="1933562" y="1786534"/>
                  </a:moveTo>
                  <a:lnTo>
                    <a:pt x="1933105" y="1785416"/>
                  </a:lnTo>
                  <a:lnTo>
                    <a:pt x="1931238" y="1783549"/>
                  </a:lnTo>
                  <a:lnTo>
                    <a:pt x="1930120" y="1783080"/>
                  </a:lnTo>
                  <a:lnTo>
                    <a:pt x="1927491" y="1783080"/>
                  </a:lnTo>
                  <a:lnTo>
                    <a:pt x="1926374" y="1783549"/>
                  </a:lnTo>
                  <a:lnTo>
                    <a:pt x="1924507" y="1785416"/>
                  </a:lnTo>
                  <a:lnTo>
                    <a:pt x="1924037" y="1786534"/>
                  </a:lnTo>
                  <a:lnTo>
                    <a:pt x="1924037" y="1789163"/>
                  </a:lnTo>
                  <a:lnTo>
                    <a:pt x="1924507" y="1790280"/>
                  </a:lnTo>
                  <a:lnTo>
                    <a:pt x="1926374" y="1792147"/>
                  </a:lnTo>
                  <a:lnTo>
                    <a:pt x="1927491" y="1792605"/>
                  </a:lnTo>
                  <a:lnTo>
                    <a:pt x="1930120" y="1792605"/>
                  </a:lnTo>
                  <a:lnTo>
                    <a:pt x="1931238" y="1792147"/>
                  </a:lnTo>
                  <a:lnTo>
                    <a:pt x="1933105" y="1790280"/>
                  </a:lnTo>
                  <a:lnTo>
                    <a:pt x="1933562" y="1789163"/>
                  </a:lnTo>
                  <a:lnTo>
                    <a:pt x="1933562" y="1786534"/>
                  </a:lnTo>
                  <a:close/>
                </a:path>
                <a:path w="5695950" h="1792604">
                  <a:moveTo>
                    <a:pt x="1933562" y="894994"/>
                  </a:moveTo>
                  <a:lnTo>
                    <a:pt x="1933105" y="893876"/>
                  </a:lnTo>
                  <a:lnTo>
                    <a:pt x="1931238" y="892009"/>
                  </a:lnTo>
                  <a:lnTo>
                    <a:pt x="1930120" y="891552"/>
                  </a:lnTo>
                  <a:lnTo>
                    <a:pt x="1927491" y="891552"/>
                  </a:lnTo>
                  <a:lnTo>
                    <a:pt x="1926374" y="892009"/>
                  </a:lnTo>
                  <a:lnTo>
                    <a:pt x="1924507" y="893876"/>
                  </a:lnTo>
                  <a:lnTo>
                    <a:pt x="1924037" y="894994"/>
                  </a:lnTo>
                  <a:lnTo>
                    <a:pt x="1924037" y="897623"/>
                  </a:lnTo>
                  <a:lnTo>
                    <a:pt x="1924507" y="898740"/>
                  </a:lnTo>
                  <a:lnTo>
                    <a:pt x="1926374" y="900607"/>
                  </a:lnTo>
                  <a:lnTo>
                    <a:pt x="1927491" y="901077"/>
                  </a:lnTo>
                  <a:lnTo>
                    <a:pt x="1930120" y="901077"/>
                  </a:lnTo>
                  <a:lnTo>
                    <a:pt x="1931238" y="900607"/>
                  </a:lnTo>
                  <a:lnTo>
                    <a:pt x="1933105" y="898740"/>
                  </a:lnTo>
                  <a:lnTo>
                    <a:pt x="1933562" y="897623"/>
                  </a:lnTo>
                  <a:lnTo>
                    <a:pt x="1933562" y="894994"/>
                  </a:lnTo>
                  <a:close/>
                </a:path>
                <a:path w="5695950" h="1792604">
                  <a:moveTo>
                    <a:pt x="1933562" y="3454"/>
                  </a:moveTo>
                  <a:lnTo>
                    <a:pt x="1933105" y="2336"/>
                  </a:lnTo>
                  <a:lnTo>
                    <a:pt x="1931238" y="469"/>
                  </a:lnTo>
                  <a:lnTo>
                    <a:pt x="1930120" y="0"/>
                  </a:lnTo>
                  <a:lnTo>
                    <a:pt x="1927491" y="0"/>
                  </a:lnTo>
                  <a:lnTo>
                    <a:pt x="1926374" y="469"/>
                  </a:lnTo>
                  <a:lnTo>
                    <a:pt x="1924507" y="2336"/>
                  </a:lnTo>
                  <a:lnTo>
                    <a:pt x="1924037" y="3454"/>
                  </a:lnTo>
                  <a:lnTo>
                    <a:pt x="1924037" y="6083"/>
                  </a:lnTo>
                  <a:lnTo>
                    <a:pt x="1924507" y="7200"/>
                  </a:lnTo>
                  <a:lnTo>
                    <a:pt x="1926374" y="9067"/>
                  </a:lnTo>
                  <a:lnTo>
                    <a:pt x="1927491" y="9525"/>
                  </a:lnTo>
                  <a:lnTo>
                    <a:pt x="1930120" y="9525"/>
                  </a:lnTo>
                  <a:lnTo>
                    <a:pt x="1931238" y="9067"/>
                  </a:lnTo>
                  <a:lnTo>
                    <a:pt x="1933105" y="7200"/>
                  </a:lnTo>
                  <a:lnTo>
                    <a:pt x="1933562" y="6083"/>
                  </a:lnTo>
                  <a:lnTo>
                    <a:pt x="1933562" y="3454"/>
                  </a:lnTo>
                  <a:close/>
                </a:path>
                <a:path w="5695950" h="1792604">
                  <a:moveTo>
                    <a:pt x="1981187" y="1786534"/>
                  </a:moveTo>
                  <a:lnTo>
                    <a:pt x="1980730" y="1785416"/>
                  </a:lnTo>
                  <a:lnTo>
                    <a:pt x="1978863" y="1783549"/>
                  </a:lnTo>
                  <a:lnTo>
                    <a:pt x="1977745" y="1783080"/>
                  </a:lnTo>
                  <a:lnTo>
                    <a:pt x="1975116" y="1783080"/>
                  </a:lnTo>
                  <a:lnTo>
                    <a:pt x="1973999" y="1783549"/>
                  </a:lnTo>
                  <a:lnTo>
                    <a:pt x="1972132" y="1785416"/>
                  </a:lnTo>
                  <a:lnTo>
                    <a:pt x="1971662" y="1786534"/>
                  </a:lnTo>
                  <a:lnTo>
                    <a:pt x="1971662" y="1789163"/>
                  </a:lnTo>
                  <a:lnTo>
                    <a:pt x="1972132" y="1790280"/>
                  </a:lnTo>
                  <a:lnTo>
                    <a:pt x="1973999" y="1792147"/>
                  </a:lnTo>
                  <a:lnTo>
                    <a:pt x="1975116" y="1792605"/>
                  </a:lnTo>
                  <a:lnTo>
                    <a:pt x="1977745" y="1792605"/>
                  </a:lnTo>
                  <a:lnTo>
                    <a:pt x="1978863" y="1792147"/>
                  </a:lnTo>
                  <a:lnTo>
                    <a:pt x="1980730" y="1790280"/>
                  </a:lnTo>
                  <a:lnTo>
                    <a:pt x="1981187" y="1789163"/>
                  </a:lnTo>
                  <a:lnTo>
                    <a:pt x="1981187" y="1786534"/>
                  </a:lnTo>
                  <a:close/>
                </a:path>
                <a:path w="5695950" h="1792604">
                  <a:moveTo>
                    <a:pt x="1981187" y="894994"/>
                  </a:moveTo>
                  <a:lnTo>
                    <a:pt x="1980730" y="893876"/>
                  </a:lnTo>
                  <a:lnTo>
                    <a:pt x="1978863" y="892009"/>
                  </a:lnTo>
                  <a:lnTo>
                    <a:pt x="1977745" y="891552"/>
                  </a:lnTo>
                  <a:lnTo>
                    <a:pt x="1975116" y="891552"/>
                  </a:lnTo>
                  <a:lnTo>
                    <a:pt x="1973999" y="892009"/>
                  </a:lnTo>
                  <a:lnTo>
                    <a:pt x="1972132" y="893876"/>
                  </a:lnTo>
                  <a:lnTo>
                    <a:pt x="1971662" y="894994"/>
                  </a:lnTo>
                  <a:lnTo>
                    <a:pt x="1971662" y="897623"/>
                  </a:lnTo>
                  <a:lnTo>
                    <a:pt x="1972132" y="898740"/>
                  </a:lnTo>
                  <a:lnTo>
                    <a:pt x="1973999" y="900607"/>
                  </a:lnTo>
                  <a:lnTo>
                    <a:pt x="1975116" y="901077"/>
                  </a:lnTo>
                  <a:lnTo>
                    <a:pt x="1977745" y="901077"/>
                  </a:lnTo>
                  <a:lnTo>
                    <a:pt x="1978863" y="900607"/>
                  </a:lnTo>
                  <a:lnTo>
                    <a:pt x="1980730" y="898740"/>
                  </a:lnTo>
                  <a:lnTo>
                    <a:pt x="1981187" y="897623"/>
                  </a:lnTo>
                  <a:lnTo>
                    <a:pt x="1981187" y="894994"/>
                  </a:lnTo>
                  <a:close/>
                </a:path>
                <a:path w="5695950" h="1792604">
                  <a:moveTo>
                    <a:pt x="1981187" y="3454"/>
                  </a:moveTo>
                  <a:lnTo>
                    <a:pt x="1980730" y="2336"/>
                  </a:lnTo>
                  <a:lnTo>
                    <a:pt x="1978863" y="469"/>
                  </a:lnTo>
                  <a:lnTo>
                    <a:pt x="1977745" y="0"/>
                  </a:lnTo>
                  <a:lnTo>
                    <a:pt x="1975116" y="0"/>
                  </a:lnTo>
                  <a:lnTo>
                    <a:pt x="1973999" y="469"/>
                  </a:lnTo>
                  <a:lnTo>
                    <a:pt x="1972132" y="2336"/>
                  </a:lnTo>
                  <a:lnTo>
                    <a:pt x="1971662" y="3454"/>
                  </a:lnTo>
                  <a:lnTo>
                    <a:pt x="1971662" y="6083"/>
                  </a:lnTo>
                  <a:lnTo>
                    <a:pt x="1972132" y="7200"/>
                  </a:lnTo>
                  <a:lnTo>
                    <a:pt x="1973999" y="9067"/>
                  </a:lnTo>
                  <a:lnTo>
                    <a:pt x="1975116" y="9525"/>
                  </a:lnTo>
                  <a:lnTo>
                    <a:pt x="1977745" y="9525"/>
                  </a:lnTo>
                  <a:lnTo>
                    <a:pt x="1978863" y="9067"/>
                  </a:lnTo>
                  <a:lnTo>
                    <a:pt x="1980730" y="7200"/>
                  </a:lnTo>
                  <a:lnTo>
                    <a:pt x="1981187" y="6083"/>
                  </a:lnTo>
                  <a:lnTo>
                    <a:pt x="1981187" y="3454"/>
                  </a:lnTo>
                  <a:close/>
                </a:path>
                <a:path w="5695950" h="1792604">
                  <a:moveTo>
                    <a:pt x="2028812" y="1786534"/>
                  </a:moveTo>
                  <a:lnTo>
                    <a:pt x="2028355" y="1785416"/>
                  </a:lnTo>
                  <a:lnTo>
                    <a:pt x="2026488" y="1783549"/>
                  </a:lnTo>
                  <a:lnTo>
                    <a:pt x="2025370" y="1783080"/>
                  </a:lnTo>
                  <a:lnTo>
                    <a:pt x="2022741" y="1783080"/>
                  </a:lnTo>
                  <a:lnTo>
                    <a:pt x="2021624" y="1783549"/>
                  </a:lnTo>
                  <a:lnTo>
                    <a:pt x="2019757" y="1785416"/>
                  </a:lnTo>
                  <a:lnTo>
                    <a:pt x="2019287" y="1786534"/>
                  </a:lnTo>
                  <a:lnTo>
                    <a:pt x="2019287" y="1789163"/>
                  </a:lnTo>
                  <a:lnTo>
                    <a:pt x="2019757" y="1790280"/>
                  </a:lnTo>
                  <a:lnTo>
                    <a:pt x="2021624" y="1792147"/>
                  </a:lnTo>
                  <a:lnTo>
                    <a:pt x="2022741" y="1792605"/>
                  </a:lnTo>
                  <a:lnTo>
                    <a:pt x="2025370" y="1792605"/>
                  </a:lnTo>
                  <a:lnTo>
                    <a:pt x="2026488" y="1792147"/>
                  </a:lnTo>
                  <a:lnTo>
                    <a:pt x="2028355" y="1790280"/>
                  </a:lnTo>
                  <a:lnTo>
                    <a:pt x="2028812" y="1789163"/>
                  </a:lnTo>
                  <a:lnTo>
                    <a:pt x="2028812" y="1786534"/>
                  </a:lnTo>
                  <a:close/>
                </a:path>
                <a:path w="5695950" h="1792604">
                  <a:moveTo>
                    <a:pt x="2028812" y="894994"/>
                  </a:moveTo>
                  <a:lnTo>
                    <a:pt x="2028355" y="893876"/>
                  </a:lnTo>
                  <a:lnTo>
                    <a:pt x="2026488" y="892009"/>
                  </a:lnTo>
                  <a:lnTo>
                    <a:pt x="2025370" y="891552"/>
                  </a:lnTo>
                  <a:lnTo>
                    <a:pt x="2022741" y="891552"/>
                  </a:lnTo>
                  <a:lnTo>
                    <a:pt x="2021624" y="892009"/>
                  </a:lnTo>
                  <a:lnTo>
                    <a:pt x="2019757" y="893876"/>
                  </a:lnTo>
                  <a:lnTo>
                    <a:pt x="2019287" y="894994"/>
                  </a:lnTo>
                  <a:lnTo>
                    <a:pt x="2019287" y="897623"/>
                  </a:lnTo>
                  <a:lnTo>
                    <a:pt x="2019757" y="898740"/>
                  </a:lnTo>
                  <a:lnTo>
                    <a:pt x="2021624" y="900607"/>
                  </a:lnTo>
                  <a:lnTo>
                    <a:pt x="2022741" y="901077"/>
                  </a:lnTo>
                  <a:lnTo>
                    <a:pt x="2025370" y="901077"/>
                  </a:lnTo>
                  <a:lnTo>
                    <a:pt x="2026488" y="900607"/>
                  </a:lnTo>
                  <a:lnTo>
                    <a:pt x="2028355" y="898740"/>
                  </a:lnTo>
                  <a:lnTo>
                    <a:pt x="2028812" y="897623"/>
                  </a:lnTo>
                  <a:lnTo>
                    <a:pt x="2028812" y="894994"/>
                  </a:lnTo>
                  <a:close/>
                </a:path>
                <a:path w="5695950" h="1792604">
                  <a:moveTo>
                    <a:pt x="2028812" y="3454"/>
                  </a:moveTo>
                  <a:lnTo>
                    <a:pt x="2028355" y="2336"/>
                  </a:lnTo>
                  <a:lnTo>
                    <a:pt x="2026488" y="469"/>
                  </a:lnTo>
                  <a:lnTo>
                    <a:pt x="2025370" y="0"/>
                  </a:lnTo>
                  <a:lnTo>
                    <a:pt x="2022741" y="0"/>
                  </a:lnTo>
                  <a:lnTo>
                    <a:pt x="2021624" y="469"/>
                  </a:lnTo>
                  <a:lnTo>
                    <a:pt x="2019757" y="2336"/>
                  </a:lnTo>
                  <a:lnTo>
                    <a:pt x="2019287" y="3454"/>
                  </a:lnTo>
                  <a:lnTo>
                    <a:pt x="2019287" y="6083"/>
                  </a:lnTo>
                  <a:lnTo>
                    <a:pt x="2019757" y="7200"/>
                  </a:lnTo>
                  <a:lnTo>
                    <a:pt x="2021624" y="9067"/>
                  </a:lnTo>
                  <a:lnTo>
                    <a:pt x="2022741" y="9525"/>
                  </a:lnTo>
                  <a:lnTo>
                    <a:pt x="2025370" y="9525"/>
                  </a:lnTo>
                  <a:lnTo>
                    <a:pt x="2026488" y="9067"/>
                  </a:lnTo>
                  <a:lnTo>
                    <a:pt x="2028355" y="7200"/>
                  </a:lnTo>
                  <a:lnTo>
                    <a:pt x="2028812" y="6083"/>
                  </a:lnTo>
                  <a:lnTo>
                    <a:pt x="2028812" y="3454"/>
                  </a:lnTo>
                  <a:close/>
                </a:path>
                <a:path w="5695950" h="1792604">
                  <a:moveTo>
                    <a:pt x="2076437" y="1786534"/>
                  </a:moveTo>
                  <a:lnTo>
                    <a:pt x="2075980" y="1785416"/>
                  </a:lnTo>
                  <a:lnTo>
                    <a:pt x="2074113" y="1783549"/>
                  </a:lnTo>
                  <a:lnTo>
                    <a:pt x="2072995" y="1783080"/>
                  </a:lnTo>
                  <a:lnTo>
                    <a:pt x="2070366" y="1783080"/>
                  </a:lnTo>
                  <a:lnTo>
                    <a:pt x="2069249" y="1783549"/>
                  </a:lnTo>
                  <a:lnTo>
                    <a:pt x="2067382" y="1785416"/>
                  </a:lnTo>
                  <a:lnTo>
                    <a:pt x="2066912" y="1786534"/>
                  </a:lnTo>
                  <a:lnTo>
                    <a:pt x="2066912" y="1789163"/>
                  </a:lnTo>
                  <a:lnTo>
                    <a:pt x="2067382" y="1790280"/>
                  </a:lnTo>
                  <a:lnTo>
                    <a:pt x="2069249" y="1792147"/>
                  </a:lnTo>
                  <a:lnTo>
                    <a:pt x="2070366" y="1792605"/>
                  </a:lnTo>
                  <a:lnTo>
                    <a:pt x="2072995" y="1792605"/>
                  </a:lnTo>
                  <a:lnTo>
                    <a:pt x="2074113" y="1792147"/>
                  </a:lnTo>
                  <a:lnTo>
                    <a:pt x="2075980" y="1790280"/>
                  </a:lnTo>
                  <a:lnTo>
                    <a:pt x="2076437" y="1789163"/>
                  </a:lnTo>
                  <a:lnTo>
                    <a:pt x="2076437" y="1786534"/>
                  </a:lnTo>
                  <a:close/>
                </a:path>
                <a:path w="5695950" h="1792604">
                  <a:moveTo>
                    <a:pt x="2076437" y="894994"/>
                  </a:moveTo>
                  <a:lnTo>
                    <a:pt x="2075980" y="893876"/>
                  </a:lnTo>
                  <a:lnTo>
                    <a:pt x="2074113" y="892009"/>
                  </a:lnTo>
                  <a:lnTo>
                    <a:pt x="2072995" y="891552"/>
                  </a:lnTo>
                  <a:lnTo>
                    <a:pt x="2070366" y="891552"/>
                  </a:lnTo>
                  <a:lnTo>
                    <a:pt x="2069249" y="892009"/>
                  </a:lnTo>
                  <a:lnTo>
                    <a:pt x="2067382" y="893876"/>
                  </a:lnTo>
                  <a:lnTo>
                    <a:pt x="2066912" y="894994"/>
                  </a:lnTo>
                  <a:lnTo>
                    <a:pt x="2066912" y="897623"/>
                  </a:lnTo>
                  <a:lnTo>
                    <a:pt x="2067382" y="898740"/>
                  </a:lnTo>
                  <a:lnTo>
                    <a:pt x="2069249" y="900607"/>
                  </a:lnTo>
                  <a:lnTo>
                    <a:pt x="2070366" y="901077"/>
                  </a:lnTo>
                  <a:lnTo>
                    <a:pt x="2072995" y="901077"/>
                  </a:lnTo>
                  <a:lnTo>
                    <a:pt x="2074113" y="900607"/>
                  </a:lnTo>
                  <a:lnTo>
                    <a:pt x="2075980" y="898740"/>
                  </a:lnTo>
                  <a:lnTo>
                    <a:pt x="2076437" y="897623"/>
                  </a:lnTo>
                  <a:lnTo>
                    <a:pt x="2076437" y="894994"/>
                  </a:lnTo>
                  <a:close/>
                </a:path>
                <a:path w="5695950" h="1792604">
                  <a:moveTo>
                    <a:pt x="2076437" y="3454"/>
                  </a:moveTo>
                  <a:lnTo>
                    <a:pt x="2075980" y="2336"/>
                  </a:lnTo>
                  <a:lnTo>
                    <a:pt x="2074113" y="469"/>
                  </a:lnTo>
                  <a:lnTo>
                    <a:pt x="2072995" y="0"/>
                  </a:lnTo>
                  <a:lnTo>
                    <a:pt x="2070366" y="0"/>
                  </a:lnTo>
                  <a:lnTo>
                    <a:pt x="2069249" y="469"/>
                  </a:lnTo>
                  <a:lnTo>
                    <a:pt x="2067382" y="2336"/>
                  </a:lnTo>
                  <a:lnTo>
                    <a:pt x="2066912" y="3454"/>
                  </a:lnTo>
                  <a:lnTo>
                    <a:pt x="2066912" y="6083"/>
                  </a:lnTo>
                  <a:lnTo>
                    <a:pt x="2067382" y="7200"/>
                  </a:lnTo>
                  <a:lnTo>
                    <a:pt x="2069249" y="9067"/>
                  </a:lnTo>
                  <a:lnTo>
                    <a:pt x="2070366" y="9525"/>
                  </a:lnTo>
                  <a:lnTo>
                    <a:pt x="2072995" y="9525"/>
                  </a:lnTo>
                  <a:lnTo>
                    <a:pt x="2074113" y="9067"/>
                  </a:lnTo>
                  <a:lnTo>
                    <a:pt x="2075980" y="7200"/>
                  </a:lnTo>
                  <a:lnTo>
                    <a:pt x="2076437" y="6083"/>
                  </a:lnTo>
                  <a:lnTo>
                    <a:pt x="2076437" y="3454"/>
                  </a:lnTo>
                  <a:close/>
                </a:path>
                <a:path w="5695950" h="1792604">
                  <a:moveTo>
                    <a:pt x="2124062" y="1786534"/>
                  </a:moveTo>
                  <a:lnTo>
                    <a:pt x="2123605" y="1785416"/>
                  </a:lnTo>
                  <a:lnTo>
                    <a:pt x="2121738" y="1783549"/>
                  </a:lnTo>
                  <a:lnTo>
                    <a:pt x="2120620" y="1783080"/>
                  </a:lnTo>
                  <a:lnTo>
                    <a:pt x="2117991" y="1783080"/>
                  </a:lnTo>
                  <a:lnTo>
                    <a:pt x="2116874" y="1783549"/>
                  </a:lnTo>
                  <a:lnTo>
                    <a:pt x="2115007" y="1785416"/>
                  </a:lnTo>
                  <a:lnTo>
                    <a:pt x="2114537" y="1786534"/>
                  </a:lnTo>
                  <a:lnTo>
                    <a:pt x="2114537" y="1789163"/>
                  </a:lnTo>
                  <a:lnTo>
                    <a:pt x="2115007" y="1790280"/>
                  </a:lnTo>
                  <a:lnTo>
                    <a:pt x="2116874" y="1792147"/>
                  </a:lnTo>
                  <a:lnTo>
                    <a:pt x="2117991" y="1792605"/>
                  </a:lnTo>
                  <a:lnTo>
                    <a:pt x="2120620" y="1792605"/>
                  </a:lnTo>
                  <a:lnTo>
                    <a:pt x="2121738" y="1792147"/>
                  </a:lnTo>
                  <a:lnTo>
                    <a:pt x="2123605" y="1790280"/>
                  </a:lnTo>
                  <a:lnTo>
                    <a:pt x="2124062" y="1789163"/>
                  </a:lnTo>
                  <a:lnTo>
                    <a:pt x="2124062" y="1786534"/>
                  </a:lnTo>
                  <a:close/>
                </a:path>
                <a:path w="5695950" h="1792604">
                  <a:moveTo>
                    <a:pt x="2124062" y="894994"/>
                  </a:moveTo>
                  <a:lnTo>
                    <a:pt x="2123605" y="893876"/>
                  </a:lnTo>
                  <a:lnTo>
                    <a:pt x="2121738" y="892009"/>
                  </a:lnTo>
                  <a:lnTo>
                    <a:pt x="2120620" y="891552"/>
                  </a:lnTo>
                  <a:lnTo>
                    <a:pt x="2117991" y="891552"/>
                  </a:lnTo>
                  <a:lnTo>
                    <a:pt x="2116874" y="892009"/>
                  </a:lnTo>
                  <a:lnTo>
                    <a:pt x="2115007" y="893876"/>
                  </a:lnTo>
                  <a:lnTo>
                    <a:pt x="2114537" y="894994"/>
                  </a:lnTo>
                  <a:lnTo>
                    <a:pt x="2114537" y="897623"/>
                  </a:lnTo>
                  <a:lnTo>
                    <a:pt x="2115007" y="898740"/>
                  </a:lnTo>
                  <a:lnTo>
                    <a:pt x="2116874" y="900607"/>
                  </a:lnTo>
                  <a:lnTo>
                    <a:pt x="2117991" y="901077"/>
                  </a:lnTo>
                  <a:lnTo>
                    <a:pt x="2120620" y="901077"/>
                  </a:lnTo>
                  <a:lnTo>
                    <a:pt x="2121738" y="900607"/>
                  </a:lnTo>
                  <a:lnTo>
                    <a:pt x="2123605" y="898740"/>
                  </a:lnTo>
                  <a:lnTo>
                    <a:pt x="2124062" y="897623"/>
                  </a:lnTo>
                  <a:lnTo>
                    <a:pt x="2124062" y="894994"/>
                  </a:lnTo>
                  <a:close/>
                </a:path>
                <a:path w="5695950" h="1792604">
                  <a:moveTo>
                    <a:pt x="2124062" y="3454"/>
                  </a:moveTo>
                  <a:lnTo>
                    <a:pt x="2123605" y="2336"/>
                  </a:lnTo>
                  <a:lnTo>
                    <a:pt x="2121738" y="469"/>
                  </a:lnTo>
                  <a:lnTo>
                    <a:pt x="2120620" y="0"/>
                  </a:lnTo>
                  <a:lnTo>
                    <a:pt x="2117991" y="0"/>
                  </a:lnTo>
                  <a:lnTo>
                    <a:pt x="2116874" y="469"/>
                  </a:lnTo>
                  <a:lnTo>
                    <a:pt x="2115007" y="2336"/>
                  </a:lnTo>
                  <a:lnTo>
                    <a:pt x="2114537" y="3454"/>
                  </a:lnTo>
                  <a:lnTo>
                    <a:pt x="2114537" y="6083"/>
                  </a:lnTo>
                  <a:lnTo>
                    <a:pt x="2115007" y="7200"/>
                  </a:lnTo>
                  <a:lnTo>
                    <a:pt x="2116874" y="9067"/>
                  </a:lnTo>
                  <a:lnTo>
                    <a:pt x="2117991" y="9525"/>
                  </a:lnTo>
                  <a:lnTo>
                    <a:pt x="2120620" y="9525"/>
                  </a:lnTo>
                  <a:lnTo>
                    <a:pt x="2121738" y="9067"/>
                  </a:lnTo>
                  <a:lnTo>
                    <a:pt x="2123605" y="7200"/>
                  </a:lnTo>
                  <a:lnTo>
                    <a:pt x="2124062" y="6083"/>
                  </a:lnTo>
                  <a:lnTo>
                    <a:pt x="2124062" y="3454"/>
                  </a:lnTo>
                  <a:close/>
                </a:path>
                <a:path w="5695950" h="1792604">
                  <a:moveTo>
                    <a:pt x="2171687" y="1786534"/>
                  </a:moveTo>
                  <a:lnTo>
                    <a:pt x="2171230" y="1785416"/>
                  </a:lnTo>
                  <a:lnTo>
                    <a:pt x="2169363" y="1783549"/>
                  </a:lnTo>
                  <a:lnTo>
                    <a:pt x="2168245" y="1783080"/>
                  </a:lnTo>
                  <a:lnTo>
                    <a:pt x="2165616" y="1783080"/>
                  </a:lnTo>
                  <a:lnTo>
                    <a:pt x="2164499" y="1783549"/>
                  </a:lnTo>
                  <a:lnTo>
                    <a:pt x="2162632" y="1785416"/>
                  </a:lnTo>
                  <a:lnTo>
                    <a:pt x="2162162" y="1786534"/>
                  </a:lnTo>
                  <a:lnTo>
                    <a:pt x="2162162" y="1789163"/>
                  </a:lnTo>
                  <a:lnTo>
                    <a:pt x="2162632" y="1790280"/>
                  </a:lnTo>
                  <a:lnTo>
                    <a:pt x="2164499" y="1792147"/>
                  </a:lnTo>
                  <a:lnTo>
                    <a:pt x="2165616" y="1792605"/>
                  </a:lnTo>
                  <a:lnTo>
                    <a:pt x="2168245" y="1792605"/>
                  </a:lnTo>
                  <a:lnTo>
                    <a:pt x="2169363" y="1792147"/>
                  </a:lnTo>
                  <a:lnTo>
                    <a:pt x="2171230" y="1790280"/>
                  </a:lnTo>
                  <a:lnTo>
                    <a:pt x="2171687" y="1789163"/>
                  </a:lnTo>
                  <a:lnTo>
                    <a:pt x="2171687" y="1786534"/>
                  </a:lnTo>
                  <a:close/>
                </a:path>
                <a:path w="5695950" h="1792604">
                  <a:moveTo>
                    <a:pt x="2171687" y="894994"/>
                  </a:moveTo>
                  <a:lnTo>
                    <a:pt x="2171230" y="893876"/>
                  </a:lnTo>
                  <a:lnTo>
                    <a:pt x="2169363" y="892009"/>
                  </a:lnTo>
                  <a:lnTo>
                    <a:pt x="2168245" y="891552"/>
                  </a:lnTo>
                  <a:lnTo>
                    <a:pt x="2165616" y="891552"/>
                  </a:lnTo>
                  <a:lnTo>
                    <a:pt x="2164499" y="892009"/>
                  </a:lnTo>
                  <a:lnTo>
                    <a:pt x="2162632" y="893876"/>
                  </a:lnTo>
                  <a:lnTo>
                    <a:pt x="2162162" y="894994"/>
                  </a:lnTo>
                  <a:lnTo>
                    <a:pt x="2162162" y="897623"/>
                  </a:lnTo>
                  <a:lnTo>
                    <a:pt x="2162632" y="898740"/>
                  </a:lnTo>
                  <a:lnTo>
                    <a:pt x="2164499" y="900607"/>
                  </a:lnTo>
                  <a:lnTo>
                    <a:pt x="2165616" y="901077"/>
                  </a:lnTo>
                  <a:lnTo>
                    <a:pt x="2168245" y="901077"/>
                  </a:lnTo>
                  <a:lnTo>
                    <a:pt x="2169363" y="900607"/>
                  </a:lnTo>
                  <a:lnTo>
                    <a:pt x="2171230" y="898740"/>
                  </a:lnTo>
                  <a:lnTo>
                    <a:pt x="2171687" y="897623"/>
                  </a:lnTo>
                  <a:lnTo>
                    <a:pt x="2171687" y="894994"/>
                  </a:lnTo>
                  <a:close/>
                </a:path>
                <a:path w="5695950" h="1792604">
                  <a:moveTo>
                    <a:pt x="2171687" y="3454"/>
                  </a:moveTo>
                  <a:lnTo>
                    <a:pt x="2171230" y="2336"/>
                  </a:lnTo>
                  <a:lnTo>
                    <a:pt x="2169363" y="469"/>
                  </a:lnTo>
                  <a:lnTo>
                    <a:pt x="2168245" y="0"/>
                  </a:lnTo>
                  <a:lnTo>
                    <a:pt x="2165616" y="0"/>
                  </a:lnTo>
                  <a:lnTo>
                    <a:pt x="2164499" y="469"/>
                  </a:lnTo>
                  <a:lnTo>
                    <a:pt x="2162632" y="2336"/>
                  </a:lnTo>
                  <a:lnTo>
                    <a:pt x="2162162" y="3454"/>
                  </a:lnTo>
                  <a:lnTo>
                    <a:pt x="2162162" y="6083"/>
                  </a:lnTo>
                  <a:lnTo>
                    <a:pt x="2162632" y="7200"/>
                  </a:lnTo>
                  <a:lnTo>
                    <a:pt x="2164499" y="9067"/>
                  </a:lnTo>
                  <a:lnTo>
                    <a:pt x="2165616" y="9525"/>
                  </a:lnTo>
                  <a:lnTo>
                    <a:pt x="2168245" y="9525"/>
                  </a:lnTo>
                  <a:lnTo>
                    <a:pt x="2169363" y="9067"/>
                  </a:lnTo>
                  <a:lnTo>
                    <a:pt x="2171230" y="7200"/>
                  </a:lnTo>
                  <a:lnTo>
                    <a:pt x="2171687" y="6083"/>
                  </a:lnTo>
                  <a:lnTo>
                    <a:pt x="2171687" y="3454"/>
                  </a:lnTo>
                  <a:close/>
                </a:path>
                <a:path w="5695950" h="1792604">
                  <a:moveTo>
                    <a:pt x="2219312" y="1786534"/>
                  </a:moveTo>
                  <a:lnTo>
                    <a:pt x="2218855" y="1785416"/>
                  </a:lnTo>
                  <a:lnTo>
                    <a:pt x="2216988" y="1783549"/>
                  </a:lnTo>
                  <a:lnTo>
                    <a:pt x="2215870" y="1783080"/>
                  </a:lnTo>
                  <a:lnTo>
                    <a:pt x="2213241" y="1783080"/>
                  </a:lnTo>
                  <a:lnTo>
                    <a:pt x="2212124" y="1783549"/>
                  </a:lnTo>
                  <a:lnTo>
                    <a:pt x="2210257" y="1785416"/>
                  </a:lnTo>
                  <a:lnTo>
                    <a:pt x="2209787" y="1786534"/>
                  </a:lnTo>
                  <a:lnTo>
                    <a:pt x="2209787" y="1789163"/>
                  </a:lnTo>
                  <a:lnTo>
                    <a:pt x="2210257" y="1790280"/>
                  </a:lnTo>
                  <a:lnTo>
                    <a:pt x="2212124" y="1792147"/>
                  </a:lnTo>
                  <a:lnTo>
                    <a:pt x="2213241" y="1792605"/>
                  </a:lnTo>
                  <a:lnTo>
                    <a:pt x="2215870" y="1792605"/>
                  </a:lnTo>
                  <a:lnTo>
                    <a:pt x="2216988" y="1792147"/>
                  </a:lnTo>
                  <a:lnTo>
                    <a:pt x="2218855" y="1790280"/>
                  </a:lnTo>
                  <a:lnTo>
                    <a:pt x="2219312" y="1789163"/>
                  </a:lnTo>
                  <a:lnTo>
                    <a:pt x="2219312" y="1786534"/>
                  </a:lnTo>
                  <a:close/>
                </a:path>
                <a:path w="5695950" h="1792604">
                  <a:moveTo>
                    <a:pt x="2219312" y="894994"/>
                  </a:moveTo>
                  <a:lnTo>
                    <a:pt x="2218855" y="893876"/>
                  </a:lnTo>
                  <a:lnTo>
                    <a:pt x="2216988" y="892009"/>
                  </a:lnTo>
                  <a:lnTo>
                    <a:pt x="2215870" y="891552"/>
                  </a:lnTo>
                  <a:lnTo>
                    <a:pt x="2213241" y="891552"/>
                  </a:lnTo>
                  <a:lnTo>
                    <a:pt x="2212124" y="892009"/>
                  </a:lnTo>
                  <a:lnTo>
                    <a:pt x="2210257" y="893876"/>
                  </a:lnTo>
                  <a:lnTo>
                    <a:pt x="2209787" y="894994"/>
                  </a:lnTo>
                  <a:lnTo>
                    <a:pt x="2209787" y="897623"/>
                  </a:lnTo>
                  <a:lnTo>
                    <a:pt x="2210257" y="898740"/>
                  </a:lnTo>
                  <a:lnTo>
                    <a:pt x="2212124" y="900607"/>
                  </a:lnTo>
                  <a:lnTo>
                    <a:pt x="2213241" y="901077"/>
                  </a:lnTo>
                  <a:lnTo>
                    <a:pt x="2215870" y="901077"/>
                  </a:lnTo>
                  <a:lnTo>
                    <a:pt x="2216988" y="900607"/>
                  </a:lnTo>
                  <a:lnTo>
                    <a:pt x="2218855" y="898740"/>
                  </a:lnTo>
                  <a:lnTo>
                    <a:pt x="2219312" y="897623"/>
                  </a:lnTo>
                  <a:lnTo>
                    <a:pt x="2219312" y="894994"/>
                  </a:lnTo>
                  <a:close/>
                </a:path>
                <a:path w="5695950" h="1792604">
                  <a:moveTo>
                    <a:pt x="2219312" y="3454"/>
                  </a:moveTo>
                  <a:lnTo>
                    <a:pt x="2218855" y="2336"/>
                  </a:lnTo>
                  <a:lnTo>
                    <a:pt x="2216988" y="469"/>
                  </a:lnTo>
                  <a:lnTo>
                    <a:pt x="2215870" y="0"/>
                  </a:lnTo>
                  <a:lnTo>
                    <a:pt x="2213241" y="0"/>
                  </a:lnTo>
                  <a:lnTo>
                    <a:pt x="2212124" y="469"/>
                  </a:lnTo>
                  <a:lnTo>
                    <a:pt x="2210257" y="2336"/>
                  </a:lnTo>
                  <a:lnTo>
                    <a:pt x="2209787" y="3454"/>
                  </a:lnTo>
                  <a:lnTo>
                    <a:pt x="2209787" y="6083"/>
                  </a:lnTo>
                  <a:lnTo>
                    <a:pt x="2210257" y="7200"/>
                  </a:lnTo>
                  <a:lnTo>
                    <a:pt x="2212124" y="9067"/>
                  </a:lnTo>
                  <a:lnTo>
                    <a:pt x="2213241" y="9525"/>
                  </a:lnTo>
                  <a:lnTo>
                    <a:pt x="2215870" y="9525"/>
                  </a:lnTo>
                  <a:lnTo>
                    <a:pt x="2216988" y="9067"/>
                  </a:lnTo>
                  <a:lnTo>
                    <a:pt x="2218855" y="7200"/>
                  </a:lnTo>
                  <a:lnTo>
                    <a:pt x="2219312" y="6083"/>
                  </a:lnTo>
                  <a:lnTo>
                    <a:pt x="2219312" y="3454"/>
                  </a:lnTo>
                  <a:close/>
                </a:path>
                <a:path w="5695950" h="1792604">
                  <a:moveTo>
                    <a:pt x="2266937" y="1786534"/>
                  </a:moveTo>
                  <a:lnTo>
                    <a:pt x="2266480" y="1785416"/>
                  </a:lnTo>
                  <a:lnTo>
                    <a:pt x="2264613" y="1783549"/>
                  </a:lnTo>
                  <a:lnTo>
                    <a:pt x="2263495" y="1783080"/>
                  </a:lnTo>
                  <a:lnTo>
                    <a:pt x="2260866" y="1783080"/>
                  </a:lnTo>
                  <a:lnTo>
                    <a:pt x="2259749" y="1783549"/>
                  </a:lnTo>
                  <a:lnTo>
                    <a:pt x="2257882" y="1785416"/>
                  </a:lnTo>
                  <a:lnTo>
                    <a:pt x="2257412" y="1786534"/>
                  </a:lnTo>
                  <a:lnTo>
                    <a:pt x="2257412" y="1789163"/>
                  </a:lnTo>
                  <a:lnTo>
                    <a:pt x="2257882" y="1790280"/>
                  </a:lnTo>
                  <a:lnTo>
                    <a:pt x="2259749" y="1792147"/>
                  </a:lnTo>
                  <a:lnTo>
                    <a:pt x="2260866" y="1792605"/>
                  </a:lnTo>
                  <a:lnTo>
                    <a:pt x="2263495" y="1792605"/>
                  </a:lnTo>
                  <a:lnTo>
                    <a:pt x="2264613" y="1792147"/>
                  </a:lnTo>
                  <a:lnTo>
                    <a:pt x="2266480" y="1790280"/>
                  </a:lnTo>
                  <a:lnTo>
                    <a:pt x="2266937" y="1789163"/>
                  </a:lnTo>
                  <a:lnTo>
                    <a:pt x="2266937" y="1786534"/>
                  </a:lnTo>
                  <a:close/>
                </a:path>
                <a:path w="5695950" h="1792604">
                  <a:moveTo>
                    <a:pt x="2266937" y="894994"/>
                  </a:moveTo>
                  <a:lnTo>
                    <a:pt x="2266480" y="893876"/>
                  </a:lnTo>
                  <a:lnTo>
                    <a:pt x="2264613" y="892009"/>
                  </a:lnTo>
                  <a:lnTo>
                    <a:pt x="2263495" y="891552"/>
                  </a:lnTo>
                  <a:lnTo>
                    <a:pt x="2260866" y="891552"/>
                  </a:lnTo>
                  <a:lnTo>
                    <a:pt x="2259749" y="892009"/>
                  </a:lnTo>
                  <a:lnTo>
                    <a:pt x="2257882" y="893876"/>
                  </a:lnTo>
                  <a:lnTo>
                    <a:pt x="2257412" y="894994"/>
                  </a:lnTo>
                  <a:lnTo>
                    <a:pt x="2257412" y="897623"/>
                  </a:lnTo>
                  <a:lnTo>
                    <a:pt x="2257882" y="898740"/>
                  </a:lnTo>
                  <a:lnTo>
                    <a:pt x="2259749" y="900607"/>
                  </a:lnTo>
                  <a:lnTo>
                    <a:pt x="2260866" y="901077"/>
                  </a:lnTo>
                  <a:lnTo>
                    <a:pt x="2263495" y="901077"/>
                  </a:lnTo>
                  <a:lnTo>
                    <a:pt x="2264613" y="900607"/>
                  </a:lnTo>
                  <a:lnTo>
                    <a:pt x="2266480" y="898740"/>
                  </a:lnTo>
                  <a:lnTo>
                    <a:pt x="2266937" y="897623"/>
                  </a:lnTo>
                  <a:lnTo>
                    <a:pt x="2266937" y="894994"/>
                  </a:lnTo>
                  <a:close/>
                </a:path>
                <a:path w="5695950" h="1792604">
                  <a:moveTo>
                    <a:pt x="2266937" y="3454"/>
                  </a:moveTo>
                  <a:lnTo>
                    <a:pt x="2266480" y="2336"/>
                  </a:lnTo>
                  <a:lnTo>
                    <a:pt x="2264613" y="469"/>
                  </a:lnTo>
                  <a:lnTo>
                    <a:pt x="2263495" y="0"/>
                  </a:lnTo>
                  <a:lnTo>
                    <a:pt x="2260866" y="0"/>
                  </a:lnTo>
                  <a:lnTo>
                    <a:pt x="2259749" y="469"/>
                  </a:lnTo>
                  <a:lnTo>
                    <a:pt x="2257882" y="2336"/>
                  </a:lnTo>
                  <a:lnTo>
                    <a:pt x="2257412" y="3454"/>
                  </a:lnTo>
                  <a:lnTo>
                    <a:pt x="2257412" y="6083"/>
                  </a:lnTo>
                  <a:lnTo>
                    <a:pt x="2257882" y="7200"/>
                  </a:lnTo>
                  <a:lnTo>
                    <a:pt x="2259749" y="9067"/>
                  </a:lnTo>
                  <a:lnTo>
                    <a:pt x="2260866" y="9525"/>
                  </a:lnTo>
                  <a:lnTo>
                    <a:pt x="2263495" y="9525"/>
                  </a:lnTo>
                  <a:lnTo>
                    <a:pt x="2264613" y="9067"/>
                  </a:lnTo>
                  <a:lnTo>
                    <a:pt x="2266480" y="7200"/>
                  </a:lnTo>
                  <a:lnTo>
                    <a:pt x="2266937" y="6083"/>
                  </a:lnTo>
                  <a:lnTo>
                    <a:pt x="2266937" y="3454"/>
                  </a:lnTo>
                  <a:close/>
                </a:path>
                <a:path w="5695950" h="1792604">
                  <a:moveTo>
                    <a:pt x="2314562" y="1786534"/>
                  </a:moveTo>
                  <a:lnTo>
                    <a:pt x="2314105" y="1785416"/>
                  </a:lnTo>
                  <a:lnTo>
                    <a:pt x="2312238" y="1783549"/>
                  </a:lnTo>
                  <a:lnTo>
                    <a:pt x="2311120" y="1783080"/>
                  </a:lnTo>
                  <a:lnTo>
                    <a:pt x="2308491" y="1783080"/>
                  </a:lnTo>
                  <a:lnTo>
                    <a:pt x="2307374" y="1783549"/>
                  </a:lnTo>
                  <a:lnTo>
                    <a:pt x="2305507" y="1785416"/>
                  </a:lnTo>
                  <a:lnTo>
                    <a:pt x="2305037" y="1786534"/>
                  </a:lnTo>
                  <a:lnTo>
                    <a:pt x="2305037" y="1789163"/>
                  </a:lnTo>
                  <a:lnTo>
                    <a:pt x="2305507" y="1790280"/>
                  </a:lnTo>
                  <a:lnTo>
                    <a:pt x="2307374" y="1792147"/>
                  </a:lnTo>
                  <a:lnTo>
                    <a:pt x="2308491" y="1792605"/>
                  </a:lnTo>
                  <a:lnTo>
                    <a:pt x="2311120" y="1792605"/>
                  </a:lnTo>
                  <a:lnTo>
                    <a:pt x="2312238" y="1792147"/>
                  </a:lnTo>
                  <a:lnTo>
                    <a:pt x="2314105" y="1790280"/>
                  </a:lnTo>
                  <a:lnTo>
                    <a:pt x="2314562" y="1789163"/>
                  </a:lnTo>
                  <a:lnTo>
                    <a:pt x="2314562" y="1786534"/>
                  </a:lnTo>
                  <a:close/>
                </a:path>
                <a:path w="5695950" h="1792604">
                  <a:moveTo>
                    <a:pt x="2314562" y="894994"/>
                  </a:moveTo>
                  <a:lnTo>
                    <a:pt x="2314105" y="893876"/>
                  </a:lnTo>
                  <a:lnTo>
                    <a:pt x="2312238" y="892009"/>
                  </a:lnTo>
                  <a:lnTo>
                    <a:pt x="2311120" y="891552"/>
                  </a:lnTo>
                  <a:lnTo>
                    <a:pt x="2308491" y="891552"/>
                  </a:lnTo>
                  <a:lnTo>
                    <a:pt x="2307374" y="892009"/>
                  </a:lnTo>
                  <a:lnTo>
                    <a:pt x="2305507" y="893876"/>
                  </a:lnTo>
                  <a:lnTo>
                    <a:pt x="2305037" y="894994"/>
                  </a:lnTo>
                  <a:lnTo>
                    <a:pt x="2305037" y="897623"/>
                  </a:lnTo>
                  <a:lnTo>
                    <a:pt x="2305507" y="898740"/>
                  </a:lnTo>
                  <a:lnTo>
                    <a:pt x="2307374" y="900607"/>
                  </a:lnTo>
                  <a:lnTo>
                    <a:pt x="2308491" y="901077"/>
                  </a:lnTo>
                  <a:lnTo>
                    <a:pt x="2311120" y="901077"/>
                  </a:lnTo>
                  <a:lnTo>
                    <a:pt x="2312238" y="900607"/>
                  </a:lnTo>
                  <a:lnTo>
                    <a:pt x="2314105" y="898740"/>
                  </a:lnTo>
                  <a:lnTo>
                    <a:pt x="2314562" y="897623"/>
                  </a:lnTo>
                  <a:lnTo>
                    <a:pt x="2314562" y="894994"/>
                  </a:lnTo>
                  <a:close/>
                </a:path>
                <a:path w="5695950" h="1792604">
                  <a:moveTo>
                    <a:pt x="2314562" y="3454"/>
                  </a:moveTo>
                  <a:lnTo>
                    <a:pt x="2314105" y="2336"/>
                  </a:lnTo>
                  <a:lnTo>
                    <a:pt x="2312238" y="469"/>
                  </a:lnTo>
                  <a:lnTo>
                    <a:pt x="2311120" y="0"/>
                  </a:lnTo>
                  <a:lnTo>
                    <a:pt x="2308491" y="0"/>
                  </a:lnTo>
                  <a:lnTo>
                    <a:pt x="2307374" y="469"/>
                  </a:lnTo>
                  <a:lnTo>
                    <a:pt x="2305507" y="2336"/>
                  </a:lnTo>
                  <a:lnTo>
                    <a:pt x="2305037" y="3454"/>
                  </a:lnTo>
                  <a:lnTo>
                    <a:pt x="2305037" y="6083"/>
                  </a:lnTo>
                  <a:lnTo>
                    <a:pt x="2305507" y="7200"/>
                  </a:lnTo>
                  <a:lnTo>
                    <a:pt x="2307374" y="9067"/>
                  </a:lnTo>
                  <a:lnTo>
                    <a:pt x="2308491" y="9525"/>
                  </a:lnTo>
                  <a:lnTo>
                    <a:pt x="2311120" y="9525"/>
                  </a:lnTo>
                  <a:lnTo>
                    <a:pt x="2312238" y="9067"/>
                  </a:lnTo>
                  <a:lnTo>
                    <a:pt x="2314105" y="7200"/>
                  </a:lnTo>
                  <a:lnTo>
                    <a:pt x="2314562" y="6083"/>
                  </a:lnTo>
                  <a:lnTo>
                    <a:pt x="2314562" y="3454"/>
                  </a:lnTo>
                  <a:close/>
                </a:path>
                <a:path w="5695950" h="1792604">
                  <a:moveTo>
                    <a:pt x="2362187" y="1786534"/>
                  </a:moveTo>
                  <a:lnTo>
                    <a:pt x="2361730" y="1785416"/>
                  </a:lnTo>
                  <a:lnTo>
                    <a:pt x="2359863" y="1783549"/>
                  </a:lnTo>
                  <a:lnTo>
                    <a:pt x="2358745" y="1783080"/>
                  </a:lnTo>
                  <a:lnTo>
                    <a:pt x="2356116" y="1783080"/>
                  </a:lnTo>
                  <a:lnTo>
                    <a:pt x="2354999" y="1783549"/>
                  </a:lnTo>
                  <a:lnTo>
                    <a:pt x="2353132" y="1785416"/>
                  </a:lnTo>
                  <a:lnTo>
                    <a:pt x="2352662" y="1786534"/>
                  </a:lnTo>
                  <a:lnTo>
                    <a:pt x="2352662" y="1789163"/>
                  </a:lnTo>
                  <a:lnTo>
                    <a:pt x="2353132" y="1790280"/>
                  </a:lnTo>
                  <a:lnTo>
                    <a:pt x="2354999" y="1792147"/>
                  </a:lnTo>
                  <a:lnTo>
                    <a:pt x="2356116" y="1792605"/>
                  </a:lnTo>
                  <a:lnTo>
                    <a:pt x="2358745" y="1792605"/>
                  </a:lnTo>
                  <a:lnTo>
                    <a:pt x="2359863" y="1792147"/>
                  </a:lnTo>
                  <a:lnTo>
                    <a:pt x="2361730" y="1790280"/>
                  </a:lnTo>
                  <a:lnTo>
                    <a:pt x="2362187" y="1789163"/>
                  </a:lnTo>
                  <a:lnTo>
                    <a:pt x="2362187" y="1786534"/>
                  </a:lnTo>
                  <a:close/>
                </a:path>
                <a:path w="5695950" h="1792604">
                  <a:moveTo>
                    <a:pt x="2362187" y="894994"/>
                  </a:moveTo>
                  <a:lnTo>
                    <a:pt x="2361730" y="893876"/>
                  </a:lnTo>
                  <a:lnTo>
                    <a:pt x="2359863" y="892009"/>
                  </a:lnTo>
                  <a:lnTo>
                    <a:pt x="2358745" y="891552"/>
                  </a:lnTo>
                  <a:lnTo>
                    <a:pt x="2356116" y="891552"/>
                  </a:lnTo>
                  <a:lnTo>
                    <a:pt x="2354999" y="892009"/>
                  </a:lnTo>
                  <a:lnTo>
                    <a:pt x="2353132" y="893876"/>
                  </a:lnTo>
                  <a:lnTo>
                    <a:pt x="2352662" y="894994"/>
                  </a:lnTo>
                  <a:lnTo>
                    <a:pt x="2352662" y="897623"/>
                  </a:lnTo>
                  <a:lnTo>
                    <a:pt x="2353132" y="898740"/>
                  </a:lnTo>
                  <a:lnTo>
                    <a:pt x="2354999" y="900607"/>
                  </a:lnTo>
                  <a:lnTo>
                    <a:pt x="2356116" y="901077"/>
                  </a:lnTo>
                  <a:lnTo>
                    <a:pt x="2358745" y="901077"/>
                  </a:lnTo>
                  <a:lnTo>
                    <a:pt x="2359863" y="900607"/>
                  </a:lnTo>
                  <a:lnTo>
                    <a:pt x="2361730" y="898740"/>
                  </a:lnTo>
                  <a:lnTo>
                    <a:pt x="2362187" y="897623"/>
                  </a:lnTo>
                  <a:lnTo>
                    <a:pt x="2362187" y="894994"/>
                  </a:lnTo>
                  <a:close/>
                </a:path>
                <a:path w="5695950" h="1792604">
                  <a:moveTo>
                    <a:pt x="2362187" y="3454"/>
                  </a:moveTo>
                  <a:lnTo>
                    <a:pt x="2361730" y="2336"/>
                  </a:lnTo>
                  <a:lnTo>
                    <a:pt x="2359863" y="469"/>
                  </a:lnTo>
                  <a:lnTo>
                    <a:pt x="2358745" y="0"/>
                  </a:lnTo>
                  <a:lnTo>
                    <a:pt x="2356116" y="0"/>
                  </a:lnTo>
                  <a:lnTo>
                    <a:pt x="2354999" y="469"/>
                  </a:lnTo>
                  <a:lnTo>
                    <a:pt x="2353132" y="2336"/>
                  </a:lnTo>
                  <a:lnTo>
                    <a:pt x="2352662" y="3454"/>
                  </a:lnTo>
                  <a:lnTo>
                    <a:pt x="2352662" y="6083"/>
                  </a:lnTo>
                  <a:lnTo>
                    <a:pt x="2353132" y="7200"/>
                  </a:lnTo>
                  <a:lnTo>
                    <a:pt x="2354999" y="9067"/>
                  </a:lnTo>
                  <a:lnTo>
                    <a:pt x="2356116" y="9525"/>
                  </a:lnTo>
                  <a:lnTo>
                    <a:pt x="2358745" y="9525"/>
                  </a:lnTo>
                  <a:lnTo>
                    <a:pt x="2359863" y="9067"/>
                  </a:lnTo>
                  <a:lnTo>
                    <a:pt x="2361730" y="7200"/>
                  </a:lnTo>
                  <a:lnTo>
                    <a:pt x="2362187" y="6083"/>
                  </a:lnTo>
                  <a:lnTo>
                    <a:pt x="2362187" y="3454"/>
                  </a:lnTo>
                  <a:close/>
                </a:path>
                <a:path w="5695950" h="1792604">
                  <a:moveTo>
                    <a:pt x="2409812" y="1786534"/>
                  </a:moveTo>
                  <a:lnTo>
                    <a:pt x="2409355" y="1785416"/>
                  </a:lnTo>
                  <a:lnTo>
                    <a:pt x="2407488" y="1783549"/>
                  </a:lnTo>
                  <a:lnTo>
                    <a:pt x="2406370" y="1783080"/>
                  </a:lnTo>
                  <a:lnTo>
                    <a:pt x="2403741" y="1783080"/>
                  </a:lnTo>
                  <a:lnTo>
                    <a:pt x="2402624" y="1783549"/>
                  </a:lnTo>
                  <a:lnTo>
                    <a:pt x="2400757" y="1785416"/>
                  </a:lnTo>
                  <a:lnTo>
                    <a:pt x="2400287" y="1786534"/>
                  </a:lnTo>
                  <a:lnTo>
                    <a:pt x="2400287" y="1789163"/>
                  </a:lnTo>
                  <a:lnTo>
                    <a:pt x="2400757" y="1790280"/>
                  </a:lnTo>
                  <a:lnTo>
                    <a:pt x="2402624" y="1792147"/>
                  </a:lnTo>
                  <a:lnTo>
                    <a:pt x="2403741" y="1792605"/>
                  </a:lnTo>
                  <a:lnTo>
                    <a:pt x="2406370" y="1792605"/>
                  </a:lnTo>
                  <a:lnTo>
                    <a:pt x="2407488" y="1792147"/>
                  </a:lnTo>
                  <a:lnTo>
                    <a:pt x="2409355" y="1790280"/>
                  </a:lnTo>
                  <a:lnTo>
                    <a:pt x="2409812" y="1789163"/>
                  </a:lnTo>
                  <a:lnTo>
                    <a:pt x="2409812" y="1786534"/>
                  </a:lnTo>
                  <a:close/>
                </a:path>
                <a:path w="5695950" h="1792604">
                  <a:moveTo>
                    <a:pt x="2409812" y="894994"/>
                  </a:moveTo>
                  <a:lnTo>
                    <a:pt x="2409355" y="893876"/>
                  </a:lnTo>
                  <a:lnTo>
                    <a:pt x="2407488" y="892009"/>
                  </a:lnTo>
                  <a:lnTo>
                    <a:pt x="2406370" y="891552"/>
                  </a:lnTo>
                  <a:lnTo>
                    <a:pt x="2403741" y="891552"/>
                  </a:lnTo>
                  <a:lnTo>
                    <a:pt x="2402624" y="892009"/>
                  </a:lnTo>
                  <a:lnTo>
                    <a:pt x="2400757" y="893876"/>
                  </a:lnTo>
                  <a:lnTo>
                    <a:pt x="2400287" y="894994"/>
                  </a:lnTo>
                  <a:lnTo>
                    <a:pt x="2400287" y="897623"/>
                  </a:lnTo>
                  <a:lnTo>
                    <a:pt x="2400757" y="898740"/>
                  </a:lnTo>
                  <a:lnTo>
                    <a:pt x="2402624" y="900607"/>
                  </a:lnTo>
                  <a:lnTo>
                    <a:pt x="2403741" y="901077"/>
                  </a:lnTo>
                  <a:lnTo>
                    <a:pt x="2406370" y="901077"/>
                  </a:lnTo>
                  <a:lnTo>
                    <a:pt x="2407488" y="900607"/>
                  </a:lnTo>
                  <a:lnTo>
                    <a:pt x="2409355" y="898740"/>
                  </a:lnTo>
                  <a:lnTo>
                    <a:pt x="2409812" y="897623"/>
                  </a:lnTo>
                  <a:lnTo>
                    <a:pt x="2409812" y="894994"/>
                  </a:lnTo>
                  <a:close/>
                </a:path>
                <a:path w="5695950" h="1792604">
                  <a:moveTo>
                    <a:pt x="2409812" y="3454"/>
                  </a:moveTo>
                  <a:lnTo>
                    <a:pt x="2409355" y="2336"/>
                  </a:lnTo>
                  <a:lnTo>
                    <a:pt x="2407488" y="469"/>
                  </a:lnTo>
                  <a:lnTo>
                    <a:pt x="2406370" y="0"/>
                  </a:lnTo>
                  <a:lnTo>
                    <a:pt x="2403741" y="0"/>
                  </a:lnTo>
                  <a:lnTo>
                    <a:pt x="2402624" y="469"/>
                  </a:lnTo>
                  <a:lnTo>
                    <a:pt x="2400757" y="2336"/>
                  </a:lnTo>
                  <a:lnTo>
                    <a:pt x="2400287" y="3454"/>
                  </a:lnTo>
                  <a:lnTo>
                    <a:pt x="2400287" y="6083"/>
                  </a:lnTo>
                  <a:lnTo>
                    <a:pt x="2400757" y="7200"/>
                  </a:lnTo>
                  <a:lnTo>
                    <a:pt x="2402624" y="9067"/>
                  </a:lnTo>
                  <a:lnTo>
                    <a:pt x="2403741" y="9525"/>
                  </a:lnTo>
                  <a:lnTo>
                    <a:pt x="2406370" y="9525"/>
                  </a:lnTo>
                  <a:lnTo>
                    <a:pt x="2407488" y="9067"/>
                  </a:lnTo>
                  <a:lnTo>
                    <a:pt x="2409355" y="7200"/>
                  </a:lnTo>
                  <a:lnTo>
                    <a:pt x="2409812" y="6083"/>
                  </a:lnTo>
                  <a:lnTo>
                    <a:pt x="2409812" y="3454"/>
                  </a:lnTo>
                  <a:close/>
                </a:path>
                <a:path w="5695950" h="1792604">
                  <a:moveTo>
                    <a:pt x="2457437" y="1786534"/>
                  </a:moveTo>
                  <a:lnTo>
                    <a:pt x="2456980" y="1785416"/>
                  </a:lnTo>
                  <a:lnTo>
                    <a:pt x="2455113" y="1783549"/>
                  </a:lnTo>
                  <a:lnTo>
                    <a:pt x="2453995" y="1783080"/>
                  </a:lnTo>
                  <a:lnTo>
                    <a:pt x="2451366" y="1783080"/>
                  </a:lnTo>
                  <a:lnTo>
                    <a:pt x="2450249" y="1783549"/>
                  </a:lnTo>
                  <a:lnTo>
                    <a:pt x="2448382" y="1785416"/>
                  </a:lnTo>
                  <a:lnTo>
                    <a:pt x="2447912" y="1786534"/>
                  </a:lnTo>
                  <a:lnTo>
                    <a:pt x="2447912" y="1789163"/>
                  </a:lnTo>
                  <a:lnTo>
                    <a:pt x="2448382" y="1790280"/>
                  </a:lnTo>
                  <a:lnTo>
                    <a:pt x="2450249" y="1792147"/>
                  </a:lnTo>
                  <a:lnTo>
                    <a:pt x="2451366" y="1792605"/>
                  </a:lnTo>
                  <a:lnTo>
                    <a:pt x="2453995" y="1792605"/>
                  </a:lnTo>
                  <a:lnTo>
                    <a:pt x="2455113" y="1792147"/>
                  </a:lnTo>
                  <a:lnTo>
                    <a:pt x="2456980" y="1790280"/>
                  </a:lnTo>
                  <a:lnTo>
                    <a:pt x="2457437" y="1789163"/>
                  </a:lnTo>
                  <a:lnTo>
                    <a:pt x="2457437" y="1786534"/>
                  </a:lnTo>
                  <a:close/>
                </a:path>
                <a:path w="5695950" h="1792604">
                  <a:moveTo>
                    <a:pt x="2457437" y="894994"/>
                  </a:moveTo>
                  <a:lnTo>
                    <a:pt x="2456980" y="893876"/>
                  </a:lnTo>
                  <a:lnTo>
                    <a:pt x="2455113" y="892009"/>
                  </a:lnTo>
                  <a:lnTo>
                    <a:pt x="2453995" y="891552"/>
                  </a:lnTo>
                  <a:lnTo>
                    <a:pt x="2451366" y="891552"/>
                  </a:lnTo>
                  <a:lnTo>
                    <a:pt x="2450249" y="892009"/>
                  </a:lnTo>
                  <a:lnTo>
                    <a:pt x="2448382" y="893876"/>
                  </a:lnTo>
                  <a:lnTo>
                    <a:pt x="2447912" y="894994"/>
                  </a:lnTo>
                  <a:lnTo>
                    <a:pt x="2447912" y="897623"/>
                  </a:lnTo>
                  <a:lnTo>
                    <a:pt x="2448382" y="898740"/>
                  </a:lnTo>
                  <a:lnTo>
                    <a:pt x="2450249" y="900607"/>
                  </a:lnTo>
                  <a:lnTo>
                    <a:pt x="2451366" y="901077"/>
                  </a:lnTo>
                  <a:lnTo>
                    <a:pt x="2453995" y="901077"/>
                  </a:lnTo>
                  <a:lnTo>
                    <a:pt x="2455113" y="900607"/>
                  </a:lnTo>
                  <a:lnTo>
                    <a:pt x="2456980" y="898740"/>
                  </a:lnTo>
                  <a:lnTo>
                    <a:pt x="2457437" y="897623"/>
                  </a:lnTo>
                  <a:lnTo>
                    <a:pt x="2457437" y="894994"/>
                  </a:lnTo>
                  <a:close/>
                </a:path>
                <a:path w="5695950" h="1792604">
                  <a:moveTo>
                    <a:pt x="2457437" y="3454"/>
                  </a:moveTo>
                  <a:lnTo>
                    <a:pt x="2456980" y="2336"/>
                  </a:lnTo>
                  <a:lnTo>
                    <a:pt x="2455113" y="469"/>
                  </a:lnTo>
                  <a:lnTo>
                    <a:pt x="2453995" y="0"/>
                  </a:lnTo>
                  <a:lnTo>
                    <a:pt x="2451366" y="0"/>
                  </a:lnTo>
                  <a:lnTo>
                    <a:pt x="2450249" y="469"/>
                  </a:lnTo>
                  <a:lnTo>
                    <a:pt x="2448382" y="2336"/>
                  </a:lnTo>
                  <a:lnTo>
                    <a:pt x="2447912" y="3454"/>
                  </a:lnTo>
                  <a:lnTo>
                    <a:pt x="2447912" y="6083"/>
                  </a:lnTo>
                  <a:lnTo>
                    <a:pt x="2448382" y="7200"/>
                  </a:lnTo>
                  <a:lnTo>
                    <a:pt x="2450249" y="9067"/>
                  </a:lnTo>
                  <a:lnTo>
                    <a:pt x="2451366" y="9525"/>
                  </a:lnTo>
                  <a:lnTo>
                    <a:pt x="2453995" y="9525"/>
                  </a:lnTo>
                  <a:lnTo>
                    <a:pt x="2455113" y="9067"/>
                  </a:lnTo>
                  <a:lnTo>
                    <a:pt x="2456980" y="7200"/>
                  </a:lnTo>
                  <a:lnTo>
                    <a:pt x="2457437" y="6083"/>
                  </a:lnTo>
                  <a:lnTo>
                    <a:pt x="2457437" y="3454"/>
                  </a:lnTo>
                  <a:close/>
                </a:path>
                <a:path w="5695950" h="1792604">
                  <a:moveTo>
                    <a:pt x="2505062" y="1786534"/>
                  </a:moveTo>
                  <a:lnTo>
                    <a:pt x="2504605" y="1785416"/>
                  </a:lnTo>
                  <a:lnTo>
                    <a:pt x="2502738" y="1783549"/>
                  </a:lnTo>
                  <a:lnTo>
                    <a:pt x="2501620" y="1783080"/>
                  </a:lnTo>
                  <a:lnTo>
                    <a:pt x="2498991" y="1783080"/>
                  </a:lnTo>
                  <a:lnTo>
                    <a:pt x="2497874" y="1783549"/>
                  </a:lnTo>
                  <a:lnTo>
                    <a:pt x="2496007" y="1785416"/>
                  </a:lnTo>
                  <a:lnTo>
                    <a:pt x="2495537" y="1786534"/>
                  </a:lnTo>
                  <a:lnTo>
                    <a:pt x="2495537" y="1789163"/>
                  </a:lnTo>
                  <a:lnTo>
                    <a:pt x="2496007" y="1790280"/>
                  </a:lnTo>
                  <a:lnTo>
                    <a:pt x="2497874" y="1792147"/>
                  </a:lnTo>
                  <a:lnTo>
                    <a:pt x="2498991" y="1792605"/>
                  </a:lnTo>
                  <a:lnTo>
                    <a:pt x="2501620" y="1792605"/>
                  </a:lnTo>
                  <a:lnTo>
                    <a:pt x="2502738" y="1792147"/>
                  </a:lnTo>
                  <a:lnTo>
                    <a:pt x="2504605" y="1790280"/>
                  </a:lnTo>
                  <a:lnTo>
                    <a:pt x="2505062" y="1789163"/>
                  </a:lnTo>
                  <a:lnTo>
                    <a:pt x="2505062" y="1786534"/>
                  </a:lnTo>
                  <a:close/>
                </a:path>
                <a:path w="5695950" h="1792604">
                  <a:moveTo>
                    <a:pt x="2505062" y="894994"/>
                  </a:moveTo>
                  <a:lnTo>
                    <a:pt x="2504605" y="893876"/>
                  </a:lnTo>
                  <a:lnTo>
                    <a:pt x="2502738" y="892009"/>
                  </a:lnTo>
                  <a:lnTo>
                    <a:pt x="2501620" y="891552"/>
                  </a:lnTo>
                  <a:lnTo>
                    <a:pt x="2498991" y="891552"/>
                  </a:lnTo>
                  <a:lnTo>
                    <a:pt x="2497874" y="892009"/>
                  </a:lnTo>
                  <a:lnTo>
                    <a:pt x="2496007" y="893876"/>
                  </a:lnTo>
                  <a:lnTo>
                    <a:pt x="2495537" y="894994"/>
                  </a:lnTo>
                  <a:lnTo>
                    <a:pt x="2495537" y="897623"/>
                  </a:lnTo>
                  <a:lnTo>
                    <a:pt x="2496007" y="898740"/>
                  </a:lnTo>
                  <a:lnTo>
                    <a:pt x="2497874" y="900607"/>
                  </a:lnTo>
                  <a:lnTo>
                    <a:pt x="2498991" y="901077"/>
                  </a:lnTo>
                  <a:lnTo>
                    <a:pt x="2501620" y="901077"/>
                  </a:lnTo>
                  <a:lnTo>
                    <a:pt x="2502738" y="900607"/>
                  </a:lnTo>
                  <a:lnTo>
                    <a:pt x="2504605" y="898740"/>
                  </a:lnTo>
                  <a:lnTo>
                    <a:pt x="2505062" y="897623"/>
                  </a:lnTo>
                  <a:lnTo>
                    <a:pt x="2505062" y="894994"/>
                  </a:lnTo>
                  <a:close/>
                </a:path>
                <a:path w="5695950" h="1792604">
                  <a:moveTo>
                    <a:pt x="2505062" y="3454"/>
                  </a:moveTo>
                  <a:lnTo>
                    <a:pt x="2504605" y="2336"/>
                  </a:lnTo>
                  <a:lnTo>
                    <a:pt x="2502738" y="469"/>
                  </a:lnTo>
                  <a:lnTo>
                    <a:pt x="2501620" y="0"/>
                  </a:lnTo>
                  <a:lnTo>
                    <a:pt x="2498991" y="0"/>
                  </a:lnTo>
                  <a:lnTo>
                    <a:pt x="2497874" y="469"/>
                  </a:lnTo>
                  <a:lnTo>
                    <a:pt x="2496007" y="2336"/>
                  </a:lnTo>
                  <a:lnTo>
                    <a:pt x="2495537" y="3454"/>
                  </a:lnTo>
                  <a:lnTo>
                    <a:pt x="2495537" y="6083"/>
                  </a:lnTo>
                  <a:lnTo>
                    <a:pt x="2496007" y="7200"/>
                  </a:lnTo>
                  <a:lnTo>
                    <a:pt x="2497874" y="9067"/>
                  </a:lnTo>
                  <a:lnTo>
                    <a:pt x="2498991" y="9525"/>
                  </a:lnTo>
                  <a:lnTo>
                    <a:pt x="2501620" y="9525"/>
                  </a:lnTo>
                  <a:lnTo>
                    <a:pt x="2502738" y="9067"/>
                  </a:lnTo>
                  <a:lnTo>
                    <a:pt x="2504605" y="7200"/>
                  </a:lnTo>
                  <a:lnTo>
                    <a:pt x="2505062" y="6083"/>
                  </a:lnTo>
                  <a:lnTo>
                    <a:pt x="2505062" y="3454"/>
                  </a:lnTo>
                  <a:close/>
                </a:path>
                <a:path w="5695950" h="1792604">
                  <a:moveTo>
                    <a:pt x="2552687" y="1786534"/>
                  </a:moveTo>
                  <a:lnTo>
                    <a:pt x="2552230" y="1785416"/>
                  </a:lnTo>
                  <a:lnTo>
                    <a:pt x="2550363" y="1783549"/>
                  </a:lnTo>
                  <a:lnTo>
                    <a:pt x="2549245" y="1783080"/>
                  </a:lnTo>
                  <a:lnTo>
                    <a:pt x="2546616" y="1783080"/>
                  </a:lnTo>
                  <a:lnTo>
                    <a:pt x="2545499" y="1783549"/>
                  </a:lnTo>
                  <a:lnTo>
                    <a:pt x="2543632" y="1785416"/>
                  </a:lnTo>
                  <a:lnTo>
                    <a:pt x="2543162" y="1786534"/>
                  </a:lnTo>
                  <a:lnTo>
                    <a:pt x="2543162" y="1789163"/>
                  </a:lnTo>
                  <a:lnTo>
                    <a:pt x="2543632" y="1790280"/>
                  </a:lnTo>
                  <a:lnTo>
                    <a:pt x="2545499" y="1792147"/>
                  </a:lnTo>
                  <a:lnTo>
                    <a:pt x="2546616" y="1792605"/>
                  </a:lnTo>
                  <a:lnTo>
                    <a:pt x="2549245" y="1792605"/>
                  </a:lnTo>
                  <a:lnTo>
                    <a:pt x="2550363" y="1792147"/>
                  </a:lnTo>
                  <a:lnTo>
                    <a:pt x="2552230" y="1790280"/>
                  </a:lnTo>
                  <a:lnTo>
                    <a:pt x="2552687" y="1789163"/>
                  </a:lnTo>
                  <a:lnTo>
                    <a:pt x="2552687" y="1786534"/>
                  </a:lnTo>
                  <a:close/>
                </a:path>
                <a:path w="5695950" h="1792604">
                  <a:moveTo>
                    <a:pt x="2552687" y="894994"/>
                  </a:moveTo>
                  <a:lnTo>
                    <a:pt x="2552230" y="893876"/>
                  </a:lnTo>
                  <a:lnTo>
                    <a:pt x="2550363" y="892009"/>
                  </a:lnTo>
                  <a:lnTo>
                    <a:pt x="2549245" y="891552"/>
                  </a:lnTo>
                  <a:lnTo>
                    <a:pt x="2546616" y="891552"/>
                  </a:lnTo>
                  <a:lnTo>
                    <a:pt x="2545499" y="892009"/>
                  </a:lnTo>
                  <a:lnTo>
                    <a:pt x="2543632" y="893876"/>
                  </a:lnTo>
                  <a:lnTo>
                    <a:pt x="2543162" y="894994"/>
                  </a:lnTo>
                  <a:lnTo>
                    <a:pt x="2543162" y="897623"/>
                  </a:lnTo>
                  <a:lnTo>
                    <a:pt x="2543632" y="898740"/>
                  </a:lnTo>
                  <a:lnTo>
                    <a:pt x="2545499" y="900607"/>
                  </a:lnTo>
                  <a:lnTo>
                    <a:pt x="2546616" y="901077"/>
                  </a:lnTo>
                  <a:lnTo>
                    <a:pt x="2549245" y="901077"/>
                  </a:lnTo>
                  <a:lnTo>
                    <a:pt x="2550363" y="900607"/>
                  </a:lnTo>
                  <a:lnTo>
                    <a:pt x="2552230" y="898740"/>
                  </a:lnTo>
                  <a:lnTo>
                    <a:pt x="2552687" y="897623"/>
                  </a:lnTo>
                  <a:lnTo>
                    <a:pt x="2552687" y="894994"/>
                  </a:lnTo>
                  <a:close/>
                </a:path>
                <a:path w="5695950" h="1792604">
                  <a:moveTo>
                    <a:pt x="2552687" y="3454"/>
                  </a:moveTo>
                  <a:lnTo>
                    <a:pt x="2552230" y="2336"/>
                  </a:lnTo>
                  <a:lnTo>
                    <a:pt x="2550363" y="469"/>
                  </a:lnTo>
                  <a:lnTo>
                    <a:pt x="2549245" y="0"/>
                  </a:lnTo>
                  <a:lnTo>
                    <a:pt x="2546616" y="0"/>
                  </a:lnTo>
                  <a:lnTo>
                    <a:pt x="2545499" y="469"/>
                  </a:lnTo>
                  <a:lnTo>
                    <a:pt x="2543632" y="2336"/>
                  </a:lnTo>
                  <a:lnTo>
                    <a:pt x="2543162" y="3454"/>
                  </a:lnTo>
                  <a:lnTo>
                    <a:pt x="2543162" y="6083"/>
                  </a:lnTo>
                  <a:lnTo>
                    <a:pt x="2543632" y="7200"/>
                  </a:lnTo>
                  <a:lnTo>
                    <a:pt x="2545499" y="9067"/>
                  </a:lnTo>
                  <a:lnTo>
                    <a:pt x="2546616" y="9525"/>
                  </a:lnTo>
                  <a:lnTo>
                    <a:pt x="2549245" y="9525"/>
                  </a:lnTo>
                  <a:lnTo>
                    <a:pt x="2550363" y="9067"/>
                  </a:lnTo>
                  <a:lnTo>
                    <a:pt x="2552230" y="7200"/>
                  </a:lnTo>
                  <a:lnTo>
                    <a:pt x="2552687" y="6083"/>
                  </a:lnTo>
                  <a:lnTo>
                    <a:pt x="2552687" y="3454"/>
                  </a:lnTo>
                  <a:close/>
                </a:path>
                <a:path w="5695950" h="1792604">
                  <a:moveTo>
                    <a:pt x="2600312" y="1786534"/>
                  </a:moveTo>
                  <a:lnTo>
                    <a:pt x="2599855" y="1785416"/>
                  </a:lnTo>
                  <a:lnTo>
                    <a:pt x="2597988" y="1783549"/>
                  </a:lnTo>
                  <a:lnTo>
                    <a:pt x="2596870" y="1783080"/>
                  </a:lnTo>
                  <a:lnTo>
                    <a:pt x="2594241" y="1783080"/>
                  </a:lnTo>
                  <a:lnTo>
                    <a:pt x="2593124" y="1783549"/>
                  </a:lnTo>
                  <a:lnTo>
                    <a:pt x="2591257" y="1785416"/>
                  </a:lnTo>
                  <a:lnTo>
                    <a:pt x="2590787" y="1786534"/>
                  </a:lnTo>
                  <a:lnTo>
                    <a:pt x="2590787" y="1789163"/>
                  </a:lnTo>
                  <a:lnTo>
                    <a:pt x="2591257" y="1790280"/>
                  </a:lnTo>
                  <a:lnTo>
                    <a:pt x="2593124" y="1792147"/>
                  </a:lnTo>
                  <a:lnTo>
                    <a:pt x="2594241" y="1792605"/>
                  </a:lnTo>
                  <a:lnTo>
                    <a:pt x="2596870" y="1792605"/>
                  </a:lnTo>
                  <a:lnTo>
                    <a:pt x="2597988" y="1792147"/>
                  </a:lnTo>
                  <a:lnTo>
                    <a:pt x="2599855" y="1790280"/>
                  </a:lnTo>
                  <a:lnTo>
                    <a:pt x="2600312" y="1789163"/>
                  </a:lnTo>
                  <a:lnTo>
                    <a:pt x="2600312" y="1786534"/>
                  </a:lnTo>
                  <a:close/>
                </a:path>
                <a:path w="5695950" h="1792604">
                  <a:moveTo>
                    <a:pt x="2600312" y="894994"/>
                  </a:moveTo>
                  <a:lnTo>
                    <a:pt x="2599855" y="893876"/>
                  </a:lnTo>
                  <a:lnTo>
                    <a:pt x="2597988" y="892009"/>
                  </a:lnTo>
                  <a:lnTo>
                    <a:pt x="2596870" y="891552"/>
                  </a:lnTo>
                  <a:lnTo>
                    <a:pt x="2594241" y="891552"/>
                  </a:lnTo>
                  <a:lnTo>
                    <a:pt x="2593124" y="892009"/>
                  </a:lnTo>
                  <a:lnTo>
                    <a:pt x="2591257" y="893876"/>
                  </a:lnTo>
                  <a:lnTo>
                    <a:pt x="2590787" y="894994"/>
                  </a:lnTo>
                  <a:lnTo>
                    <a:pt x="2590787" y="897623"/>
                  </a:lnTo>
                  <a:lnTo>
                    <a:pt x="2591257" y="898740"/>
                  </a:lnTo>
                  <a:lnTo>
                    <a:pt x="2593124" y="900607"/>
                  </a:lnTo>
                  <a:lnTo>
                    <a:pt x="2594241" y="901077"/>
                  </a:lnTo>
                  <a:lnTo>
                    <a:pt x="2596870" y="901077"/>
                  </a:lnTo>
                  <a:lnTo>
                    <a:pt x="2597988" y="900607"/>
                  </a:lnTo>
                  <a:lnTo>
                    <a:pt x="2599855" y="898740"/>
                  </a:lnTo>
                  <a:lnTo>
                    <a:pt x="2600312" y="897623"/>
                  </a:lnTo>
                  <a:lnTo>
                    <a:pt x="2600312" y="894994"/>
                  </a:lnTo>
                  <a:close/>
                </a:path>
                <a:path w="5695950" h="1792604">
                  <a:moveTo>
                    <a:pt x="2600312" y="3454"/>
                  </a:moveTo>
                  <a:lnTo>
                    <a:pt x="2599855" y="2336"/>
                  </a:lnTo>
                  <a:lnTo>
                    <a:pt x="2597988" y="469"/>
                  </a:lnTo>
                  <a:lnTo>
                    <a:pt x="2596870" y="0"/>
                  </a:lnTo>
                  <a:lnTo>
                    <a:pt x="2594241" y="0"/>
                  </a:lnTo>
                  <a:lnTo>
                    <a:pt x="2593124" y="469"/>
                  </a:lnTo>
                  <a:lnTo>
                    <a:pt x="2591257" y="2336"/>
                  </a:lnTo>
                  <a:lnTo>
                    <a:pt x="2590787" y="3454"/>
                  </a:lnTo>
                  <a:lnTo>
                    <a:pt x="2590787" y="6083"/>
                  </a:lnTo>
                  <a:lnTo>
                    <a:pt x="2591257" y="7200"/>
                  </a:lnTo>
                  <a:lnTo>
                    <a:pt x="2593124" y="9067"/>
                  </a:lnTo>
                  <a:lnTo>
                    <a:pt x="2594241" y="9525"/>
                  </a:lnTo>
                  <a:lnTo>
                    <a:pt x="2596870" y="9525"/>
                  </a:lnTo>
                  <a:lnTo>
                    <a:pt x="2597988" y="9067"/>
                  </a:lnTo>
                  <a:lnTo>
                    <a:pt x="2599855" y="7200"/>
                  </a:lnTo>
                  <a:lnTo>
                    <a:pt x="2600312" y="6083"/>
                  </a:lnTo>
                  <a:lnTo>
                    <a:pt x="2600312" y="3454"/>
                  </a:lnTo>
                  <a:close/>
                </a:path>
                <a:path w="5695950" h="1792604">
                  <a:moveTo>
                    <a:pt x="2647937" y="1786534"/>
                  </a:moveTo>
                  <a:lnTo>
                    <a:pt x="2647480" y="1785416"/>
                  </a:lnTo>
                  <a:lnTo>
                    <a:pt x="2645613" y="1783549"/>
                  </a:lnTo>
                  <a:lnTo>
                    <a:pt x="2644495" y="1783080"/>
                  </a:lnTo>
                  <a:lnTo>
                    <a:pt x="2641866" y="1783080"/>
                  </a:lnTo>
                  <a:lnTo>
                    <a:pt x="2640749" y="1783549"/>
                  </a:lnTo>
                  <a:lnTo>
                    <a:pt x="2638882" y="1785416"/>
                  </a:lnTo>
                  <a:lnTo>
                    <a:pt x="2638412" y="1786534"/>
                  </a:lnTo>
                  <a:lnTo>
                    <a:pt x="2638412" y="1789163"/>
                  </a:lnTo>
                  <a:lnTo>
                    <a:pt x="2638882" y="1790280"/>
                  </a:lnTo>
                  <a:lnTo>
                    <a:pt x="2640749" y="1792147"/>
                  </a:lnTo>
                  <a:lnTo>
                    <a:pt x="2641866" y="1792605"/>
                  </a:lnTo>
                  <a:lnTo>
                    <a:pt x="2644495" y="1792605"/>
                  </a:lnTo>
                  <a:lnTo>
                    <a:pt x="2645613" y="1792147"/>
                  </a:lnTo>
                  <a:lnTo>
                    <a:pt x="2647480" y="1790280"/>
                  </a:lnTo>
                  <a:lnTo>
                    <a:pt x="2647937" y="1789163"/>
                  </a:lnTo>
                  <a:lnTo>
                    <a:pt x="2647937" y="1786534"/>
                  </a:lnTo>
                  <a:close/>
                </a:path>
                <a:path w="5695950" h="1792604">
                  <a:moveTo>
                    <a:pt x="2647937" y="894994"/>
                  </a:moveTo>
                  <a:lnTo>
                    <a:pt x="2647480" y="893876"/>
                  </a:lnTo>
                  <a:lnTo>
                    <a:pt x="2645613" y="892009"/>
                  </a:lnTo>
                  <a:lnTo>
                    <a:pt x="2644495" y="891552"/>
                  </a:lnTo>
                  <a:lnTo>
                    <a:pt x="2641866" y="891552"/>
                  </a:lnTo>
                  <a:lnTo>
                    <a:pt x="2640749" y="892009"/>
                  </a:lnTo>
                  <a:lnTo>
                    <a:pt x="2638882" y="893876"/>
                  </a:lnTo>
                  <a:lnTo>
                    <a:pt x="2638412" y="894994"/>
                  </a:lnTo>
                  <a:lnTo>
                    <a:pt x="2638412" y="897623"/>
                  </a:lnTo>
                  <a:lnTo>
                    <a:pt x="2638882" y="898740"/>
                  </a:lnTo>
                  <a:lnTo>
                    <a:pt x="2640749" y="900607"/>
                  </a:lnTo>
                  <a:lnTo>
                    <a:pt x="2641866" y="901077"/>
                  </a:lnTo>
                  <a:lnTo>
                    <a:pt x="2644495" y="901077"/>
                  </a:lnTo>
                  <a:lnTo>
                    <a:pt x="2645613" y="900607"/>
                  </a:lnTo>
                  <a:lnTo>
                    <a:pt x="2647480" y="898740"/>
                  </a:lnTo>
                  <a:lnTo>
                    <a:pt x="2647937" y="897623"/>
                  </a:lnTo>
                  <a:lnTo>
                    <a:pt x="2647937" y="894994"/>
                  </a:lnTo>
                  <a:close/>
                </a:path>
                <a:path w="5695950" h="1792604">
                  <a:moveTo>
                    <a:pt x="2647937" y="3454"/>
                  </a:moveTo>
                  <a:lnTo>
                    <a:pt x="2647480" y="2336"/>
                  </a:lnTo>
                  <a:lnTo>
                    <a:pt x="2645613" y="469"/>
                  </a:lnTo>
                  <a:lnTo>
                    <a:pt x="2644495" y="0"/>
                  </a:lnTo>
                  <a:lnTo>
                    <a:pt x="2641866" y="0"/>
                  </a:lnTo>
                  <a:lnTo>
                    <a:pt x="2640749" y="469"/>
                  </a:lnTo>
                  <a:lnTo>
                    <a:pt x="2638882" y="2336"/>
                  </a:lnTo>
                  <a:lnTo>
                    <a:pt x="2638412" y="3454"/>
                  </a:lnTo>
                  <a:lnTo>
                    <a:pt x="2638412" y="6083"/>
                  </a:lnTo>
                  <a:lnTo>
                    <a:pt x="2638882" y="7200"/>
                  </a:lnTo>
                  <a:lnTo>
                    <a:pt x="2640749" y="9067"/>
                  </a:lnTo>
                  <a:lnTo>
                    <a:pt x="2641866" y="9525"/>
                  </a:lnTo>
                  <a:lnTo>
                    <a:pt x="2644495" y="9525"/>
                  </a:lnTo>
                  <a:lnTo>
                    <a:pt x="2645613" y="9067"/>
                  </a:lnTo>
                  <a:lnTo>
                    <a:pt x="2647480" y="7200"/>
                  </a:lnTo>
                  <a:lnTo>
                    <a:pt x="2647937" y="6083"/>
                  </a:lnTo>
                  <a:lnTo>
                    <a:pt x="2647937" y="3454"/>
                  </a:lnTo>
                  <a:close/>
                </a:path>
                <a:path w="5695950" h="1792604">
                  <a:moveTo>
                    <a:pt x="2695562" y="1786534"/>
                  </a:moveTo>
                  <a:lnTo>
                    <a:pt x="2695105" y="1785416"/>
                  </a:lnTo>
                  <a:lnTo>
                    <a:pt x="2693238" y="1783549"/>
                  </a:lnTo>
                  <a:lnTo>
                    <a:pt x="2692120" y="1783080"/>
                  </a:lnTo>
                  <a:lnTo>
                    <a:pt x="2689491" y="1783080"/>
                  </a:lnTo>
                  <a:lnTo>
                    <a:pt x="2688374" y="1783549"/>
                  </a:lnTo>
                  <a:lnTo>
                    <a:pt x="2686507" y="1785416"/>
                  </a:lnTo>
                  <a:lnTo>
                    <a:pt x="2686037" y="1786534"/>
                  </a:lnTo>
                  <a:lnTo>
                    <a:pt x="2686037" y="1789163"/>
                  </a:lnTo>
                  <a:lnTo>
                    <a:pt x="2686507" y="1790280"/>
                  </a:lnTo>
                  <a:lnTo>
                    <a:pt x="2688374" y="1792147"/>
                  </a:lnTo>
                  <a:lnTo>
                    <a:pt x="2689491" y="1792605"/>
                  </a:lnTo>
                  <a:lnTo>
                    <a:pt x="2692120" y="1792605"/>
                  </a:lnTo>
                  <a:lnTo>
                    <a:pt x="2693238" y="1792147"/>
                  </a:lnTo>
                  <a:lnTo>
                    <a:pt x="2695105" y="1790280"/>
                  </a:lnTo>
                  <a:lnTo>
                    <a:pt x="2695562" y="1789163"/>
                  </a:lnTo>
                  <a:lnTo>
                    <a:pt x="2695562" y="1786534"/>
                  </a:lnTo>
                  <a:close/>
                </a:path>
                <a:path w="5695950" h="1792604">
                  <a:moveTo>
                    <a:pt x="2695562" y="894994"/>
                  </a:moveTo>
                  <a:lnTo>
                    <a:pt x="2695105" y="893876"/>
                  </a:lnTo>
                  <a:lnTo>
                    <a:pt x="2693238" y="892009"/>
                  </a:lnTo>
                  <a:lnTo>
                    <a:pt x="2692120" y="891552"/>
                  </a:lnTo>
                  <a:lnTo>
                    <a:pt x="2689491" y="891552"/>
                  </a:lnTo>
                  <a:lnTo>
                    <a:pt x="2688374" y="892009"/>
                  </a:lnTo>
                  <a:lnTo>
                    <a:pt x="2686507" y="893876"/>
                  </a:lnTo>
                  <a:lnTo>
                    <a:pt x="2686037" y="894994"/>
                  </a:lnTo>
                  <a:lnTo>
                    <a:pt x="2686037" y="897623"/>
                  </a:lnTo>
                  <a:lnTo>
                    <a:pt x="2686507" y="898740"/>
                  </a:lnTo>
                  <a:lnTo>
                    <a:pt x="2688374" y="900607"/>
                  </a:lnTo>
                  <a:lnTo>
                    <a:pt x="2689491" y="901077"/>
                  </a:lnTo>
                  <a:lnTo>
                    <a:pt x="2692120" y="901077"/>
                  </a:lnTo>
                  <a:lnTo>
                    <a:pt x="2693238" y="900607"/>
                  </a:lnTo>
                  <a:lnTo>
                    <a:pt x="2695105" y="898740"/>
                  </a:lnTo>
                  <a:lnTo>
                    <a:pt x="2695562" y="897623"/>
                  </a:lnTo>
                  <a:lnTo>
                    <a:pt x="2695562" y="894994"/>
                  </a:lnTo>
                  <a:close/>
                </a:path>
                <a:path w="5695950" h="1792604">
                  <a:moveTo>
                    <a:pt x="2695562" y="3454"/>
                  </a:moveTo>
                  <a:lnTo>
                    <a:pt x="2695105" y="2336"/>
                  </a:lnTo>
                  <a:lnTo>
                    <a:pt x="2693238" y="469"/>
                  </a:lnTo>
                  <a:lnTo>
                    <a:pt x="2692120" y="0"/>
                  </a:lnTo>
                  <a:lnTo>
                    <a:pt x="2689491" y="0"/>
                  </a:lnTo>
                  <a:lnTo>
                    <a:pt x="2688374" y="469"/>
                  </a:lnTo>
                  <a:lnTo>
                    <a:pt x="2686507" y="2336"/>
                  </a:lnTo>
                  <a:lnTo>
                    <a:pt x="2686037" y="3454"/>
                  </a:lnTo>
                  <a:lnTo>
                    <a:pt x="2686037" y="6083"/>
                  </a:lnTo>
                  <a:lnTo>
                    <a:pt x="2686507" y="7200"/>
                  </a:lnTo>
                  <a:lnTo>
                    <a:pt x="2688374" y="9067"/>
                  </a:lnTo>
                  <a:lnTo>
                    <a:pt x="2689491" y="9525"/>
                  </a:lnTo>
                  <a:lnTo>
                    <a:pt x="2692120" y="9525"/>
                  </a:lnTo>
                  <a:lnTo>
                    <a:pt x="2693238" y="9067"/>
                  </a:lnTo>
                  <a:lnTo>
                    <a:pt x="2695105" y="7200"/>
                  </a:lnTo>
                  <a:lnTo>
                    <a:pt x="2695562" y="6083"/>
                  </a:lnTo>
                  <a:lnTo>
                    <a:pt x="2695562" y="3454"/>
                  </a:lnTo>
                  <a:close/>
                </a:path>
                <a:path w="5695950" h="1792604">
                  <a:moveTo>
                    <a:pt x="2743187" y="1786534"/>
                  </a:moveTo>
                  <a:lnTo>
                    <a:pt x="2742730" y="1785416"/>
                  </a:lnTo>
                  <a:lnTo>
                    <a:pt x="2740863" y="1783549"/>
                  </a:lnTo>
                  <a:lnTo>
                    <a:pt x="2739745" y="1783080"/>
                  </a:lnTo>
                  <a:lnTo>
                    <a:pt x="2737116" y="1783080"/>
                  </a:lnTo>
                  <a:lnTo>
                    <a:pt x="2735999" y="1783549"/>
                  </a:lnTo>
                  <a:lnTo>
                    <a:pt x="2734132" y="1785416"/>
                  </a:lnTo>
                  <a:lnTo>
                    <a:pt x="2733662" y="1786534"/>
                  </a:lnTo>
                  <a:lnTo>
                    <a:pt x="2733662" y="1789163"/>
                  </a:lnTo>
                  <a:lnTo>
                    <a:pt x="2734132" y="1790280"/>
                  </a:lnTo>
                  <a:lnTo>
                    <a:pt x="2735999" y="1792147"/>
                  </a:lnTo>
                  <a:lnTo>
                    <a:pt x="2737116" y="1792605"/>
                  </a:lnTo>
                  <a:lnTo>
                    <a:pt x="2739745" y="1792605"/>
                  </a:lnTo>
                  <a:lnTo>
                    <a:pt x="2740863" y="1792147"/>
                  </a:lnTo>
                  <a:lnTo>
                    <a:pt x="2742730" y="1790280"/>
                  </a:lnTo>
                  <a:lnTo>
                    <a:pt x="2743187" y="1789163"/>
                  </a:lnTo>
                  <a:lnTo>
                    <a:pt x="2743187" y="1786534"/>
                  </a:lnTo>
                  <a:close/>
                </a:path>
                <a:path w="5695950" h="1792604">
                  <a:moveTo>
                    <a:pt x="2743187" y="894994"/>
                  </a:moveTo>
                  <a:lnTo>
                    <a:pt x="2742730" y="893876"/>
                  </a:lnTo>
                  <a:lnTo>
                    <a:pt x="2740863" y="892009"/>
                  </a:lnTo>
                  <a:lnTo>
                    <a:pt x="2739745" y="891552"/>
                  </a:lnTo>
                  <a:lnTo>
                    <a:pt x="2737116" y="891552"/>
                  </a:lnTo>
                  <a:lnTo>
                    <a:pt x="2735999" y="892009"/>
                  </a:lnTo>
                  <a:lnTo>
                    <a:pt x="2734132" y="893876"/>
                  </a:lnTo>
                  <a:lnTo>
                    <a:pt x="2733662" y="894994"/>
                  </a:lnTo>
                  <a:lnTo>
                    <a:pt x="2733662" y="897623"/>
                  </a:lnTo>
                  <a:lnTo>
                    <a:pt x="2734132" y="898740"/>
                  </a:lnTo>
                  <a:lnTo>
                    <a:pt x="2735999" y="900607"/>
                  </a:lnTo>
                  <a:lnTo>
                    <a:pt x="2737116" y="901077"/>
                  </a:lnTo>
                  <a:lnTo>
                    <a:pt x="2739745" y="901077"/>
                  </a:lnTo>
                  <a:lnTo>
                    <a:pt x="2740863" y="900607"/>
                  </a:lnTo>
                  <a:lnTo>
                    <a:pt x="2742730" y="898740"/>
                  </a:lnTo>
                  <a:lnTo>
                    <a:pt x="2743187" y="897623"/>
                  </a:lnTo>
                  <a:lnTo>
                    <a:pt x="2743187" y="894994"/>
                  </a:lnTo>
                  <a:close/>
                </a:path>
                <a:path w="5695950" h="1792604">
                  <a:moveTo>
                    <a:pt x="2743187" y="3454"/>
                  </a:moveTo>
                  <a:lnTo>
                    <a:pt x="2742730" y="2336"/>
                  </a:lnTo>
                  <a:lnTo>
                    <a:pt x="2740863" y="469"/>
                  </a:lnTo>
                  <a:lnTo>
                    <a:pt x="2739745" y="0"/>
                  </a:lnTo>
                  <a:lnTo>
                    <a:pt x="2737116" y="0"/>
                  </a:lnTo>
                  <a:lnTo>
                    <a:pt x="2735999" y="469"/>
                  </a:lnTo>
                  <a:lnTo>
                    <a:pt x="2734132" y="2336"/>
                  </a:lnTo>
                  <a:lnTo>
                    <a:pt x="2733662" y="3454"/>
                  </a:lnTo>
                  <a:lnTo>
                    <a:pt x="2733662" y="6083"/>
                  </a:lnTo>
                  <a:lnTo>
                    <a:pt x="2734132" y="7200"/>
                  </a:lnTo>
                  <a:lnTo>
                    <a:pt x="2735999" y="9067"/>
                  </a:lnTo>
                  <a:lnTo>
                    <a:pt x="2737116" y="9525"/>
                  </a:lnTo>
                  <a:lnTo>
                    <a:pt x="2739745" y="9525"/>
                  </a:lnTo>
                  <a:lnTo>
                    <a:pt x="2740863" y="9067"/>
                  </a:lnTo>
                  <a:lnTo>
                    <a:pt x="2742730" y="7200"/>
                  </a:lnTo>
                  <a:lnTo>
                    <a:pt x="2743187" y="6083"/>
                  </a:lnTo>
                  <a:lnTo>
                    <a:pt x="2743187" y="3454"/>
                  </a:lnTo>
                  <a:close/>
                </a:path>
                <a:path w="5695950" h="1792604">
                  <a:moveTo>
                    <a:pt x="2790812" y="1786534"/>
                  </a:moveTo>
                  <a:lnTo>
                    <a:pt x="2790355" y="1785416"/>
                  </a:lnTo>
                  <a:lnTo>
                    <a:pt x="2788488" y="1783549"/>
                  </a:lnTo>
                  <a:lnTo>
                    <a:pt x="2787370" y="1783080"/>
                  </a:lnTo>
                  <a:lnTo>
                    <a:pt x="2784741" y="1783080"/>
                  </a:lnTo>
                  <a:lnTo>
                    <a:pt x="2783624" y="1783549"/>
                  </a:lnTo>
                  <a:lnTo>
                    <a:pt x="2781757" y="1785416"/>
                  </a:lnTo>
                  <a:lnTo>
                    <a:pt x="2781287" y="1786534"/>
                  </a:lnTo>
                  <a:lnTo>
                    <a:pt x="2781287" y="1789163"/>
                  </a:lnTo>
                  <a:lnTo>
                    <a:pt x="2781757" y="1790280"/>
                  </a:lnTo>
                  <a:lnTo>
                    <a:pt x="2783624" y="1792147"/>
                  </a:lnTo>
                  <a:lnTo>
                    <a:pt x="2784741" y="1792605"/>
                  </a:lnTo>
                  <a:lnTo>
                    <a:pt x="2787370" y="1792605"/>
                  </a:lnTo>
                  <a:lnTo>
                    <a:pt x="2788488" y="1792147"/>
                  </a:lnTo>
                  <a:lnTo>
                    <a:pt x="2790355" y="1790280"/>
                  </a:lnTo>
                  <a:lnTo>
                    <a:pt x="2790812" y="1789163"/>
                  </a:lnTo>
                  <a:lnTo>
                    <a:pt x="2790812" y="1786534"/>
                  </a:lnTo>
                  <a:close/>
                </a:path>
                <a:path w="5695950" h="1792604">
                  <a:moveTo>
                    <a:pt x="2790812" y="894994"/>
                  </a:moveTo>
                  <a:lnTo>
                    <a:pt x="2790355" y="893876"/>
                  </a:lnTo>
                  <a:lnTo>
                    <a:pt x="2788488" y="892009"/>
                  </a:lnTo>
                  <a:lnTo>
                    <a:pt x="2787370" y="891552"/>
                  </a:lnTo>
                  <a:lnTo>
                    <a:pt x="2784741" y="891552"/>
                  </a:lnTo>
                  <a:lnTo>
                    <a:pt x="2783624" y="892009"/>
                  </a:lnTo>
                  <a:lnTo>
                    <a:pt x="2781757" y="893876"/>
                  </a:lnTo>
                  <a:lnTo>
                    <a:pt x="2781287" y="894994"/>
                  </a:lnTo>
                  <a:lnTo>
                    <a:pt x="2781287" y="897623"/>
                  </a:lnTo>
                  <a:lnTo>
                    <a:pt x="2781757" y="898740"/>
                  </a:lnTo>
                  <a:lnTo>
                    <a:pt x="2783624" y="900607"/>
                  </a:lnTo>
                  <a:lnTo>
                    <a:pt x="2784741" y="901077"/>
                  </a:lnTo>
                  <a:lnTo>
                    <a:pt x="2787370" y="901077"/>
                  </a:lnTo>
                  <a:lnTo>
                    <a:pt x="2788488" y="900607"/>
                  </a:lnTo>
                  <a:lnTo>
                    <a:pt x="2790355" y="898740"/>
                  </a:lnTo>
                  <a:lnTo>
                    <a:pt x="2790812" y="897623"/>
                  </a:lnTo>
                  <a:lnTo>
                    <a:pt x="2790812" y="894994"/>
                  </a:lnTo>
                  <a:close/>
                </a:path>
                <a:path w="5695950" h="1792604">
                  <a:moveTo>
                    <a:pt x="2790812" y="3454"/>
                  </a:moveTo>
                  <a:lnTo>
                    <a:pt x="2790355" y="2336"/>
                  </a:lnTo>
                  <a:lnTo>
                    <a:pt x="2788488" y="469"/>
                  </a:lnTo>
                  <a:lnTo>
                    <a:pt x="2787370" y="0"/>
                  </a:lnTo>
                  <a:lnTo>
                    <a:pt x="2784741" y="0"/>
                  </a:lnTo>
                  <a:lnTo>
                    <a:pt x="2783624" y="469"/>
                  </a:lnTo>
                  <a:lnTo>
                    <a:pt x="2781757" y="2336"/>
                  </a:lnTo>
                  <a:lnTo>
                    <a:pt x="2781287" y="3454"/>
                  </a:lnTo>
                  <a:lnTo>
                    <a:pt x="2781287" y="6083"/>
                  </a:lnTo>
                  <a:lnTo>
                    <a:pt x="2781757" y="7200"/>
                  </a:lnTo>
                  <a:lnTo>
                    <a:pt x="2783624" y="9067"/>
                  </a:lnTo>
                  <a:lnTo>
                    <a:pt x="2784741" y="9525"/>
                  </a:lnTo>
                  <a:lnTo>
                    <a:pt x="2787370" y="9525"/>
                  </a:lnTo>
                  <a:lnTo>
                    <a:pt x="2788488" y="9067"/>
                  </a:lnTo>
                  <a:lnTo>
                    <a:pt x="2790355" y="7200"/>
                  </a:lnTo>
                  <a:lnTo>
                    <a:pt x="2790812" y="6083"/>
                  </a:lnTo>
                  <a:lnTo>
                    <a:pt x="2790812" y="3454"/>
                  </a:lnTo>
                  <a:close/>
                </a:path>
                <a:path w="5695950" h="1792604">
                  <a:moveTo>
                    <a:pt x="2838437" y="1786534"/>
                  </a:moveTo>
                  <a:lnTo>
                    <a:pt x="2837980" y="1785416"/>
                  </a:lnTo>
                  <a:lnTo>
                    <a:pt x="2836113" y="1783549"/>
                  </a:lnTo>
                  <a:lnTo>
                    <a:pt x="2834995" y="1783080"/>
                  </a:lnTo>
                  <a:lnTo>
                    <a:pt x="2832366" y="1783080"/>
                  </a:lnTo>
                  <a:lnTo>
                    <a:pt x="2831249" y="1783549"/>
                  </a:lnTo>
                  <a:lnTo>
                    <a:pt x="2829382" y="1785416"/>
                  </a:lnTo>
                  <a:lnTo>
                    <a:pt x="2828912" y="1786534"/>
                  </a:lnTo>
                  <a:lnTo>
                    <a:pt x="2828912" y="1789163"/>
                  </a:lnTo>
                  <a:lnTo>
                    <a:pt x="2829382" y="1790280"/>
                  </a:lnTo>
                  <a:lnTo>
                    <a:pt x="2831249" y="1792147"/>
                  </a:lnTo>
                  <a:lnTo>
                    <a:pt x="2832366" y="1792605"/>
                  </a:lnTo>
                  <a:lnTo>
                    <a:pt x="2834995" y="1792605"/>
                  </a:lnTo>
                  <a:lnTo>
                    <a:pt x="2836113" y="1792147"/>
                  </a:lnTo>
                  <a:lnTo>
                    <a:pt x="2837980" y="1790280"/>
                  </a:lnTo>
                  <a:lnTo>
                    <a:pt x="2838437" y="1789163"/>
                  </a:lnTo>
                  <a:lnTo>
                    <a:pt x="2838437" y="1786534"/>
                  </a:lnTo>
                  <a:close/>
                </a:path>
                <a:path w="5695950" h="1792604">
                  <a:moveTo>
                    <a:pt x="2838437" y="894994"/>
                  </a:moveTo>
                  <a:lnTo>
                    <a:pt x="2837980" y="893876"/>
                  </a:lnTo>
                  <a:lnTo>
                    <a:pt x="2836113" y="892009"/>
                  </a:lnTo>
                  <a:lnTo>
                    <a:pt x="2834995" y="891552"/>
                  </a:lnTo>
                  <a:lnTo>
                    <a:pt x="2832366" y="891552"/>
                  </a:lnTo>
                  <a:lnTo>
                    <a:pt x="2831249" y="892009"/>
                  </a:lnTo>
                  <a:lnTo>
                    <a:pt x="2829382" y="893876"/>
                  </a:lnTo>
                  <a:lnTo>
                    <a:pt x="2828912" y="894994"/>
                  </a:lnTo>
                  <a:lnTo>
                    <a:pt x="2828912" y="897623"/>
                  </a:lnTo>
                  <a:lnTo>
                    <a:pt x="2829382" y="898740"/>
                  </a:lnTo>
                  <a:lnTo>
                    <a:pt x="2831249" y="900607"/>
                  </a:lnTo>
                  <a:lnTo>
                    <a:pt x="2832366" y="901077"/>
                  </a:lnTo>
                  <a:lnTo>
                    <a:pt x="2834995" y="901077"/>
                  </a:lnTo>
                  <a:lnTo>
                    <a:pt x="2836113" y="900607"/>
                  </a:lnTo>
                  <a:lnTo>
                    <a:pt x="2837980" y="898740"/>
                  </a:lnTo>
                  <a:lnTo>
                    <a:pt x="2838437" y="897623"/>
                  </a:lnTo>
                  <a:lnTo>
                    <a:pt x="2838437" y="894994"/>
                  </a:lnTo>
                  <a:close/>
                </a:path>
                <a:path w="5695950" h="1792604">
                  <a:moveTo>
                    <a:pt x="2838437" y="3454"/>
                  </a:moveTo>
                  <a:lnTo>
                    <a:pt x="2837980" y="2336"/>
                  </a:lnTo>
                  <a:lnTo>
                    <a:pt x="2836113" y="469"/>
                  </a:lnTo>
                  <a:lnTo>
                    <a:pt x="2834995" y="0"/>
                  </a:lnTo>
                  <a:lnTo>
                    <a:pt x="2832366" y="0"/>
                  </a:lnTo>
                  <a:lnTo>
                    <a:pt x="2831249" y="469"/>
                  </a:lnTo>
                  <a:lnTo>
                    <a:pt x="2829382" y="2336"/>
                  </a:lnTo>
                  <a:lnTo>
                    <a:pt x="2828912" y="3454"/>
                  </a:lnTo>
                  <a:lnTo>
                    <a:pt x="2828912" y="6083"/>
                  </a:lnTo>
                  <a:lnTo>
                    <a:pt x="2829382" y="7200"/>
                  </a:lnTo>
                  <a:lnTo>
                    <a:pt x="2831249" y="9067"/>
                  </a:lnTo>
                  <a:lnTo>
                    <a:pt x="2832366" y="9525"/>
                  </a:lnTo>
                  <a:lnTo>
                    <a:pt x="2834995" y="9525"/>
                  </a:lnTo>
                  <a:lnTo>
                    <a:pt x="2836113" y="9067"/>
                  </a:lnTo>
                  <a:lnTo>
                    <a:pt x="2837980" y="7200"/>
                  </a:lnTo>
                  <a:lnTo>
                    <a:pt x="2838437" y="6083"/>
                  </a:lnTo>
                  <a:lnTo>
                    <a:pt x="2838437" y="3454"/>
                  </a:lnTo>
                  <a:close/>
                </a:path>
                <a:path w="5695950" h="1792604">
                  <a:moveTo>
                    <a:pt x="2886062" y="1786534"/>
                  </a:moveTo>
                  <a:lnTo>
                    <a:pt x="2885605" y="1785416"/>
                  </a:lnTo>
                  <a:lnTo>
                    <a:pt x="2883738" y="1783549"/>
                  </a:lnTo>
                  <a:lnTo>
                    <a:pt x="2882620" y="1783080"/>
                  </a:lnTo>
                  <a:lnTo>
                    <a:pt x="2879991" y="1783080"/>
                  </a:lnTo>
                  <a:lnTo>
                    <a:pt x="2878874" y="1783549"/>
                  </a:lnTo>
                  <a:lnTo>
                    <a:pt x="2877007" y="1785416"/>
                  </a:lnTo>
                  <a:lnTo>
                    <a:pt x="2876537" y="1786534"/>
                  </a:lnTo>
                  <a:lnTo>
                    <a:pt x="2876537" y="1789163"/>
                  </a:lnTo>
                  <a:lnTo>
                    <a:pt x="2877007" y="1790280"/>
                  </a:lnTo>
                  <a:lnTo>
                    <a:pt x="2878874" y="1792147"/>
                  </a:lnTo>
                  <a:lnTo>
                    <a:pt x="2879991" y="1792605"/>
                  </a:lnTo>
                  <a:lnTo>
                    <a:pt x="2882620" y="1792605"/>
                  </a:lnTo>
                  <a:lnTo>
                    <a:pt x="2883738" y="1792147"/>
                  </a:lnTo>
                  <a:lnTo>
                    <a:pt x="2885605" y="1790280"/>
                  </a:lnTo>
                  <a:lnTo>
                    <a:pt x="2886062" y="1789163"/>
                  </a:lnTo>
                  <a:lnTo>
                    <a:pt x="2886062" y="1786534"/>
                  </a:lnTo>
                  <a:close/>
                </a:path>
                <a:path w="5695950" h="1792604">
                  <a:moveTo>
                    <a:pt x="2886062" y="894994"/>
                  </a:moveTo>
                  <a:lnTo>
                    <a:pt x="2885605" y="893876"/>
                  </a:lnTo>
                  <a:lnTo>
                    <a:pt x="2883738" y="892009"/>
                  </a:lnTo>
                  <a:lnTo>
                    <a:pt x="2882620" y="891552"/>
                  </a:lnTo>
                  <a:lnTo>
                    <a:pt x="2879991" y="891552"/>
                  </a:lnTo>
                  <a:lnTo>
                    <a:pt x="2878874" y="892009"/>
                  </a:lnTo>
                  <a:lnTo>
                    <a:pt x="2877007" y="893876"/>
                  </a:lnTo>
                  <a:lnTo>
                    <a:pt x="2876537" y="894994"/>
                  </a:lnTo>
                  <a:lnTo>
                    <a:pt x="2876537" y="897623"/>
                  </a:lnTo>
                  <a:lnTo>
                    <a:pt x="2877007" y="898740"/>
                  </a:lnTo>
                  <a:lnTo>
                    <a:pt x="2878874" y="900607"/>
                  </a:lnTo>
                  <a:lnTo>
                    <a:pt x="2879991" y="901077"/>
                  </a:lnTo>
                  <a:lnTo>
                    <a:pt x="2882620" y="901077"/>
                  </a:lnTo>
                  <a:lnTo>
                    <a:pt x="2883738" y="900607"/>
                  </a:lnTo>
                  <a:lnTo>
                    <a:pt x="2885605" y="898740"/>
                  </a:lnTo>
                  <a:lnTo>
                    <a:pt x="2886062" y="897623"/>
                  </a:lnTo>
                  <a:lnTo>
                    <a:pt x="2886062" y="894994"/>
                  </a:lnTo>
                  <a:close/>
                </a:path>
                <a:path w="5695950" h="1792604">
                  <a:moveTo>
                    <a:pt x="2886062" y="3454"/>
                  </a:moveTo>
                  <a:lnTo>
                    <a:pt x="2885605" y="2336"/>
                  </a:lnTo>
                  <a:lnTo>
                    <a:pt x="2883738" y="469"/>
                  </a:lnTo>
                  <a:lnTo>
                    <a:pt x="2882620" y="0"/>
                  </a:lnTo>
                  <a:lnTo>
                    <a:pt x="2879991" y="0"/>
                  </a:lnTo>
                  <a:lnTo>
                    <a:pt x="2878874" y="469"/>
                  </a:lnTo>
                  <a:lnTo>
                    <a:pt x="2877007" y="2336"/>
                  </a:lnTo>
                  <a:lnTo>
                    <a:pt x="2876537" y="3454"/>
                  </a:lnTo>
                  <a:lnTo>
                    <a:pt x="2876537" y="6083"/>
                  </a:lnTo>
                  <a:lnTo>
                    <a:pt x="2877007" y="7200"/>
                  </a:lnTo>
                  <a:lnTo>
                    <a:pt x="2878874" y="9067"/>
                  </a:lnTo>
                  <a:lnTo>
                    <a:pt x="2879991" y="9525"/>
                  </a:lnTo>
                  <a:lnTo>
                    <a:pt x="2882620" y="9525"/>
                  </a:lnTo>
                  <a:lnTo>
                    <a:pt x="2883738" y="9067"/>
                  </a:lnTo>
                  <a:lnTo>
                    <a:pt x="2885605" y="7200"/>
                  </a:lnTo>
                  <a:lnTo>
                    <a:pt x="2886062" y="6083"/>
                  </a:lnTo>
                  <a:lnTo>
                    <a:pt x="2886062" y="3454"/>
                  </a:lnTo>
                  <a:close/>
                </a:path>
                <a:path w="5695950" h="1792604">
                  <a:moveTo>
                    <a:pt x="2933687" y="1786534"/>
                  </a:moveTo>
                  <a:lnTo>
                    <a:pt x="2933230" y="1785416"/>
                  </a:lnTo>
                  <a:lnTo>
                    <a:pt x="2931363" y="1783549"/>
                  </a:lnTo>
                  <a:lnTo>
                    <a:pt x="2930245" y="1783080"/>
                  </a:lnTo>
                  <a:lnTo>
                    <a:pt x="2927616" y="1783080"/>
                  </a:lnTo>
                  <a:lnTo>
                    <a:pt x="2926499" y="1783549"/>
                  </a:lnTo>
                  <a:lnTo>
                    <a:pt x="2924632" y="1785416"/>
                  </a:lnTo>
                  <a:lnTo>
                    <a:pt x="2924162" y="1786534"/>
                  </a:lnTo>
                  <a:lnTo>
                    <a:pt x="2924162" y="1789163"/>
                  </a:lnTo>
                  <a:lnTo>
                    <a:pt x="2924632" y="1790280"/>
                  </a:lnTo>
                  <a:lnTo>
                    <a:pt x="2926499" y="1792147"/>
                  </a:lnTo>
                  <a:lnTo>
                    <a:pt x="2927616" y="1792605"/>
                  </a:lnTo>
                  <a:lnTo>
                    <a:pt x="2930245" y="1792605"/>
                  </a:lnTo>
                  <a:lnTo>
                    <a:pt x="2931363" y="1792147"/>
                  </a:lnTo>
                  <a:lnTo>
                    <a:pt x="2933230" y="1790280"/>
                  </a:lnTo>
                  <a:lnTo>
                    <a:pt x="2933687" y="1789163"/>
                  </a:lnTo>
                  <a:lnTo>
                    <a:pt x="2933687" y="1786534"/>
                  </a:lnTo>
                  <a:close/>
                </a:path>
                <a:path w="5695950" h="1792604">
                  <a:moveTo>
                    <a:pt x="2933687" y="894994"/>
                  </a:moveTo>
                  <a:lnTo>
                    <a:pt x="2933230" y="893876"/>
                  </a:lnTo>
                  <a:lnTo>
                    <a:pt x="2931363" y="892009"/>
                  </a:lnTo>
                  <a:lnTo>
                    <a:pt x="2930245" y="891552"/>
                  </a:lnTo>
                  <a:lnTo>
                    <a:pt x="2927616" y="891552"/>
                  </a:lnTo>
                  <a:lnTo>
                    <a:pt x="2926499" y="892009"/>
                  </a:lnTo>
                  <a:lnTo>
                    <a:pt x="2924632" y="893876"/>
                  </a:lnTo>
                  <a:lnTo>
                    <a:pt x="2924162" y="894994"/>
                  </a:lnTo>
                  <a:lnTo>
                    <a:pt x="2924162" y="897623"/>
                  </a:lnTo>
                  <a:lnTo>
                    <a:pt x="2924632" y="898740"/>
                  </a:lnTo>
                  <a:lnTo>
                    <a:pt x="2926499" y="900607"/>
                  </a:lnTo>
                  <a:lnTo>
                    <a:pt x="2927616" y="901077"/>
                  </a:lnTo>
                  <a:lnTo>
                    <a:pt x="2930245" y="901077"/>
                  </a:lnTo>
                  <a:lnTo>
                    <a:pt x="2931363" y="900607"/>
                  </a:lnTo>
                  <a:lnTo>
                    <a:pt x="2933230" y="898740"/>
                  </a:lnTo>
                  <a:lnTo>
                    <a:pt x="2933687" y="897623"/>
                  </a:lnTo>
                  <a:lnTo>
                    <a:pt x="2933687" y="894994"/>
                  </a:lnTo>
                  <a:close/>
                </a:path>
                <a:path w="5695950" h="1792604">
                  <a:moveTo>
                    <a:pt x="2933687" y="3454"/>
                  </a:moveTo>
                  <a:lnTo>
                    <a:pt x="2933230" y="2336"/>
                  </a:lnTo>
                  <a:lnTo>
                    <a:pt x="2931363" y="469"/>
                  </a:lnTo>
                  <a:lnTo>
                    <a:pt x="2930245" y="0"/>
                  </a:lnTo>
                  <a:lnTo>
                    <a:pt x="2927616" y="0"/>
                  </a:lnTo>
                  <a:lnTo>
                    <a:pt x="2926499" y="469"/>
                  </a:lnTo>
                  <a:lnTo>
                    <a:pt x="2924632" y="2336"/>
                  </a:lnTo>
                  <a:lnTo>
                    <a:pt x="2924162" y="3454"/>
                  </a:lnTo>
                  <a:lnTo>
                    <a:pt x="2924162" y="6083"/>
                  </a:lnTo>
                  <a:lnTo>
                    <a:pt x="2924632" y="7200"/>
                  </a:lnTo>
                  <a:lnTo>
                    <a:pt x="2926499" y="9067"/>
                  </a:lnTo>
                  <a:lnTo>
                    <a:pt x="2927616" y="9525"/>
                  </a:lnTo>
                  <a:lnTo>
                    <a:pt x="2930245" y="9525"/>
                  </a:lnTo>
                  <a:lnTo>
                    <a:pt x="2931363" y="9067"/>
                  </a:lnTo>
                  <a:lnTo>
                    <a:pt x="2933230" y="7200"/>
                  </a:lnTo>
                  <a:lnTo>
                    <a:pt x="2933687" y="6083"/>
                  </a:lnTo>
                  <a:lnTo>
                    <a:pt x="2933687" y="3454"/>
                  </a:lnTo>
                  <a:close/>
                </a:path>
                <a:path w="5695950" h="1792604">
                  <a:moveTo>
                    <a:pt x="2981312" y="1786534"/>
                  </a:moveTo>
                  <a:lnTo>
                    <a:pt x="2980855" y="1785416"/>
                  </a:lnTo>
                  <a:lnTo>
                    <a:pt x="2978988" y="1783549"/>
                  </a:lnTo>
                  <a:lnTo>
                    <a:pt x="2977870" y="1783080"/>
                  </a:lnTo>
                  <a:lnTo>
                    <a:pt x="2975241" y="1783080"/>
                  </a:lnTo>
                  <a:lnTo>
                    <a:pt x="2974124" y="1783549"/>
                  </a:lnTo>
                  <a:lnTo>
                    <a:pt x="2972257" y="1785416"/>
                  </a:lnTo>
                  <a:lnTo>
                    <a:pt x="2971787" y="1786534"/>
                  </a:lnTo>
                  <a:lnTo>
                    <a:pt x="2971787" y="1789163"/>
                  </a:lnTo>
                  <a:lnTo>
                    <a:pt x="2972257" y="1790280"/>
                  </a:lnTo>
                  <a:lnTo>
                    <a:pt x="2974124" y="1792147"/>
                  </a:lnTo>
                  <a:lnTo>
                    <a:pt x="2975241" y="1792605"/>
                  </a:lnTo>
                  <a:lnTo>
                    <a:pt x="2977870" y="1792605"/>
                  </a:lnTo>
                  <a:lnTo>
                    <a:pt x="2978988" y="1792147"/>
                  </a:lnTo>
                  <a:lnTo>
                    <a:pt x="2980855" y="1790280"/>
                  </a:lnTo>
                  <a:lnTo>
                    <a:pt x="2981312" y="1789163"/>
                  </a:lnTo>
                  <a:lnTo>
                    <a:pt x="2981312" y="1786534"/>
                  </a:lnTo>
                  <a:close/>
                </a:path>
                <a:path w="5695950" h="1792604">
                  <a:moveTo>
                    <a:pt x="2981312" y="894994"/>
                  </a:moveTo>
                  <a:lnTo>
                    <a:pt x="2980855" y="893876"/>
                  </a:lnTo>
                  <a:lnTo>
                    <a:pt x="2978988" y="892009"/>
                  </a:lnTo>
                  <a:lnTo>
                    <a:pt x="2977870" y="891552"/>
                  </a:lnTo>
                  <a:lnTo>
                    <a:pt x="2975241" y="891552"/>
                  </a:lnTo>
                  <a:lnTo>
                    <a:pt x="2974124" y="892009"/>
                  </a:lnTo>
                  <a:lnTo>
                    <a:pt x="2972257" y="893876"/>
                  </a:lnTo>
                  <a:lnTo>
                    <a:pt x="2971787" y="894994"/>
                  </a:lnTo>
                  <a:lnTo>
                    <a:pt x="2971787" y="897623"/>
                  </a:lnTo>
                  <a:lnTo>
                    <a:pt x="2972257" y="898740"/>
                  </a:lnTo>
                  <a:lnTo>
                    <a:pt x="2974124" y="900607"/>
                  </a:lnTo>
                  <a:lnTo>
                    <a:pt x="2975241" y="901077"/>
                  </a:lnTo>
                  <a:lnTo>
                    <a:pt x="2977870" y="901077"/>
                  </a:lnTo>
                  <a:lnTo>
                    <a:pt x="2978988" y="900607"/>
                  </a:lnTo>
                  <a:lnTo>
                    <a:pt x="2980855" y="898740"/>
                  </a:lnTo>
                  <a:lnTo>
                    <a:pt x="2981312" y="897623"/>
                  </a:lnTo>
                  <a:lnTo>
                    <a:pt x="2981312" y="894994"/>
                  </a:lnTo>
                  <a:close/>
                </a:path>
                <a:path w="5695950" h="1792604">
                  <a:moveTo>
                    <a:pt x="2981312" y="3454"/>
                  </a:moveTo>
                  <a:lnTo>
                    <a:pt x="2980855" y="2336"/>
                  </a:lnTo>
                  <a:lnTo>
                    <a:pt x="2978988" y="469"/>
                  </a:lnTo>
                  <a:lnTo>
                    <a:pt x="2977870" y="0"/>
                  </a:lnTo>
                  <a:lnTo>
                    <a:pt x="2975241" y="0"/>
                  </a:lnTo>
                  <a:lnTo>
                    <a:pt x="2974124" y="469"/>
                  </a:lnTo>
                  <a:lnTo>
                    <a:pt x="2972257" y="2336"/>
                  </a:lnTo>
                  <a:lnTo>
                    <a:pt x="2971787" y="3454"/>
                  </a:lnTo>
                  <a:lnTo>
                    <a:pt x="2971787" y="6083"/>
                  </a:lnTo>
                  <a:lnTo>
                    <a:pt x="2972257" y="7200"/>
                  </a:lnTo>
                  <a:lnTo>
                    <a:pt x="2974124" y="9067"/>
                  </a:lnTo>
                  <a:lnTo>
                    <a:pt x="2975241" y="9525"/>
                  </a:lnTo>
                  <a:lnTo>
                    <a:pt x="2977870" y="9525"/>
                  </a:lnTo>
                  <a:lnTo>
                    <a:pt x="2978988" y="9067"/>
                  </a:lnTo>
                  <a:lnTo>
                    <a:pt x="2980855" y="7200"/>
                  </a:lnTo>
                  <a:lnTo>
                    <a:pt x="2981312" y="6083"/>
                  </a:lnTo>
                  <a:lnTo>
                    <a:pt x="2981312" y="3454"/>
                  </a:lnTo>
                  <a:close/>
                </a:path>
                <a:path w="5695950" h="1792604">
                  <a:moveTo>
                    <a:pt x="3028937" y="1786534"/>
                  </a:moveTo>
                  <a:lnTo>
                    <a:pt x="3028480" y="1785416"/>
                  </a:lnTo>
                  <a:lnTo>
                    <a:pt x="3026613" y="1783549"/>
                  </a:lnTo>
                  <a:lnTo>
                    <a:pt x="3025495" y="1783080"/>
                  </a:lnTo>
                  <a:lnTo>
                    <a:pt x="3022866" y="1783080"/>
                  </a:lnTo>
                  <a:lnTo>
                    <a:pt x="3021736" y="1783549"/>
                  </a:lnTo>
                  <a:lnTo>
                    <a:pt x="3019882" y="1785416"/>
                  </a:lnTo>
                  <a:lnTo>
                    <a:pt x="3019412" y="1786534"/>
                  </a:lnTo>
                  <a:lnTo>
                    <a:pt x="3019412" y="1789163"/>
                  </a:lnTo>
                  <a:lnTo>
                    <a:pt x="3019882" y="1790280"/>
                  </a:lnTo>
                  <a:lnTo>
                    <a:pt x="3021736" y="1792147"/>
                  </a:lnTo>
                  <a:lnTo>
                    <a:pt x="3022866" y="1792605"/>
                  </a:lnTo>
                  <a:lnTo>
                    <a:pt x="3025495" y="1792605"/>
                  </a:lnTo>
                  <a:lnTo>
                    <a:pt x="3026613" y="1792147"/>
                  </a:lnTo>
                  <a:lnTo>
                    <a:pt x="3028480" y="1790280"/>
                  </a:lnTo>
                  <a:lnTo>
                    <a:pt x="3028937" y="1789163"/>
                  </a:lnTo>
                  <a:lnTo>
                    <a:pt x="3028937" y="1786534"/>
                  </a:lnTo>
                  <a:close/>
                </a:path>
                <a:path w="5695950" h="1792604">
                  <a:moveTo>
                    <a:pt x="3028937" y="894994"/>
                  </a:moveTo>
                  <a:lnTo>
                    <a:pt x="3028480" y="893876"/>
                  </a:lnTo>
                  <a:lnTo>
                    <a:pt x="3026613" y="892009"/>
                  </a:lnTo>
                  <a:lnTo>
                    <a:pt x="3025495" y="891552"/>
                  </a:lnTo>
                  <a:lnTo>
                    <a:pt x="3022866" y="891552"/>
                  </a:lnTo>
                  <a:lnTo>
                    <a:pt x="3021736" y="892009"/>
                  </a:lnTo>
                  <a:lnTo>
                    <a:pt x="3019882" y="893876"/>
                  </a:lnTo>
                  <a:lnTo>
                    <a:pt x="3019412" y="894994"/>
                  </a:lnTo>
                  <a:lnTo>
                    <a:pt x="3019412" y="897623"/>
                  </a:lnTo>
                  <a:lnTo>
                    <a:pt x="3019882" y="898740"/>
                  </a:lnTo>
                  <a:lnTo>
                    <a:pt x="3021736" y="900607"/>
                  </a:lnTo>
                  <a:lnTo>
                    <a:pt x="3022866" y="901077"/>
                  </a:lnTo>
                  <a:lnTo>
                    <a:pt x="3025495" y="901077"/>
                  </a:lnTo>
                  <a:lnTo>
                    <a:pt x="3026613" y="900607"/>
                  </a:lnTo>
                  <a:lnTo>
                    <a:pt x="3028480" y="898740"/>
                  </a:lnTo>
                  <a:lnTo>
                    <a:pt x="3028937" y="897623"/>
                  </a:lnTo>
                  <a:lnTo>
                    <a:pt x="3028937" y="894994"/>
                  </a:lnTo>
                  <a:close/>
                </a:path>
                <a:path w="5695950" h="1792604">
                  <a:moveTo>
                    <a:pt x="3028937" y="3454"/>
                  </a:moveTo>
                  <a:lnTo>
                    <a:pt x="3028480" y="2336"/>
                  </a:lnTo>
                  <a:lnTo>
                    <a:pt x="3026613" y="469"/>
                  </a:lnTo>
                  <a:lnTo>
                    <a:pt x="3025495" y="0"/>
                  </a:lnTo>
                  <a:lnTo>
                    <a:pt x="3022866" y="0"/>
                  </a:lnTo>
                  <a:lnTo>
                    <a:pt x="3021736" y="469"/>
                  </a:lnTo>
                  <a:lnTo>
                    <a:pt x="3019882" y="2336"/>
                  </a:lnTo>
                  <a:lnTo>
                    <a:pt x="3019412" y="3454"/>
                  </a:lnTo>
                  <a:lnTo>
                    <a:pt x="3019412" y="6083"/>
                  </a:lnTo>
                  <a:lnTo>
                    <a:pt x="3019882" y="7200"/>
                  </a:lnTo>
                  <a:lnTo>
                    <a:pt x="3021736" y="9067"/>
                  </a:lnTo>
                  <a:lnTo>
                    <a:pt x="3022866" y="9525"/>
                  </a:lnTo>
                  <a:lnTo>
                    <a:pt x="3025495" y="9525"/>
                  </a:lnTo>
                  <a:lnTo>
                    <a:pt x="3026613" y="9067"/>
                  </a:lnTo>
                  <a:lnTo>
                    <a:pt x="3028480" y="7200"/>
                  </a:lnTo>
                  <a:lnTo>
                    <a:pt x="3028937" y="6083"/>
                  </a:lnTo>
                  <a:lnTo>
                    <a:pt x="3028937" y="3454"/>
                  </a:lnTo>
                  <a:close/>
                </a:path>
                <a:path w="5695950" h="1792604">
                  <a:moveTo>
                    <a:pt x="3076562" y="1786534"/>
                  </a:moveTo>
                  <a:lnTo>
                    <a:pt x="3076105" y="1785416"/>
                  </a:lnTo>
                  <a:lnTo>
                    <a:pt x="3074238" y="1783549"/>
                  </a:lnTo>
                  <a:lnTo>
                    <a:pt x="3073120" y="1783080"/>
                  </a:lnTo>
                  <a:lnTo>
                    <a:pt x="3070491" y="1783080"/>
                  </a:lnTo>
                  <a:lnTo>
                    <a:pt x="3069374" y="1783549"/>
                  </a:lnTo>
                  <a:lnTo>
                    <a:pt x="3067507" y="1785416"/>
                  </a:lnTo>
                  <a:lnTo>
                    <a:pt x="3067037" y="1786534"/>
                  </a:lnTo>
                  <a:lnTo>
                    <a:pt x="3067037" y="1789163"/>
                  </a:lnTo>
                  <a:lnTo>
                    <a:pt x="3067507" y="1790280"/>
                  </a:lnTo>
                  <a:lnTo>
                    <a:pt x="3069374" y="1792147"/>
                  </a:lnTo>
                  <a:lnTo>
                    <a:pt x="3070491" y="1792605"/>
                  </a:lnTo>
                  <a:lnTo>
                    <a:pt x="3073120" y="1792605"/>
                  </a:lnTo>
                  <a:lnTo>
                    <a:pt x="3074238" y="1792147"/>
                  </a:lnTo>
                  <a:lnTo>
                    <a:pt x="3076105" y="1790280"/>
                  </a:lnTo>
                  <a:lnTo>
                    <a:pt x="3076562" y="1789163"/>
                  </a:lnTo>
                  <a:lnTo>
                    <a:pt x="3076562" y="1786534"/>
                  </a:lnTo>
                  <a:close/>
                </a:path>
                <a:path w="5695950" h="1792604">
                  <a:moveTo>
                    <a:pt x="3076562" y="894994"/>
                  </a:moveTo>
                  <a:lnTo>
                    <a:pt x="3076105" y="893876"/>
                  </a:lnTo>
                  <a:lnTo>
                    <a:pt x="3074238" y="892009"/>
                  </a:lnTo>
                  <a:lnTo>
                    <a:pt x="3073120" y="891552"/>
                  </a:lnTo>
                  <a:lnTo>
                    <a:pt x="3070491" y="891552"/>
                  </a:lnTo>
                  <a:lnTo>
                    <a:pt x="3069374" y="892009"/>
                  </a:lnTo>
                  <a:lnTo>
                    <a:pt x="3067507" y="893876"/>
                  </a:lnTo>
                  <a:lnTo>
                    <a:pt x="3067037" y="894994"/>
                  </a:lnTo>
                  <a:lnTo>
                    <a:pt x="3067037" y="897623"/>
                  </a:lnTo>
                  <a:lnTo>
                    <a:pt x="3067507" y="898740"/>
                  </a:lnTo>
                  <a:lnTo>
                    <a:pt x="3069374" y="900607"/>
                  </a:lnTo>
                  <a:lnTo>
                    <a:pt x="3070491" y="901077"/>
                  </a:lnTo>
                  <a:lnTo>
                    <a:pt x="3073120" y="901077"/>
                  </a:lnTo>
                  <a:lnTo>
                    <a:pt x="3074238" y="900607"/>
                  </a:lnTo>
                  <a:lnTo>
                    <a:pt x="3076105" y="898740"/>
                  </a:lnTo>
                  <a:lnTo>
                    <a:pt x="3076562" y="897623"/>
                  </a:lnTo>
                  <a:lnTo>
                    <a:pt x="3076562" y="894994"/>
                  </a:lnTo>
                  <a:close/>
                </a:path>
                <a:path w="5695950" h="1792604">
                  <a:moveTo>
                    <a:pt x="3076562" y="3454"/>
                  </a:moveTo>
                  <a:lnTo>
                    <a:pt x="3076105" y="2336"/>
                  </a:lnTo>
                  <a:lnTo>
                    <a:pt x="3074238" y="469"/>
                  </a:lnTo>
                  <a:lnTo>
                    <a:pt x="3073120" y="0"/>
                  </a:lnTo>
                  <a:lnTo>
                    <a:pt x="3070491" y="0"/>
                  </a:lnTo>
                  <a:lnTo>
                    <a:pt x="3069374" y="469"/>
                  </a:lnTo>
                  <a:lnTo>
                    <a:pt x="3067507" y="2336"/>
                  </a:lnTo>
                  <a:lnTo>
                    <a:pt x="3067037" y="3454"/>
                  </a:lnTo>
                  <a:lnTo>
                    <a:pt x="3067037" y="6083"/>
                  </a:lnTo>
                  <a:lnTo>
                    <a:pt x="3067507" y="7200"/>
                  </a:lnTo>
                  <a:lnTo>
                    <a:pt x="3069374" y="9067"/>
                  </a:lnTo>
                  <a:lnTo>
                    <a:pt x="3070491" y="9525"/>
                  </a:lnTo>
                  <a:lnTo>
                    <a:pt x="3073120" y="9525"/>
                  </a:lnTo>
                  <a:lnTo>
                    <a:pt x="3074238" y="9067"/>
                  </a:lnTo>
                  <a:lnTo>
                    <a:pt x="3076105" y="7200"/>
                  </a:lnTo>
                  <a:lnTo>
                    <a:pt x="3076562" y="6083"/>
                  </a:lnTo>
                  <a:lnTo>
                    <a:pt x="3076562" y="3454"/>
                  </a:lnTo>
                  <a:close/>
                </a:path>
                <a:path w="5695950" h="1792604">
                  <a:moveTo>
                    <a:pt x="3124187" y="1786534"/>
                  </a:moveTo>
                  <a:lnTo>
                    <a:pt x="3123730" y="1785416"/>
                  </a:lnTo>
                  <a:lnTo>
                    <a:pt x="3121863" y="1783549"/>
                  </a:lnTo>
                  <a:lnTo>
                    <a:pt x="3120745" y="1783080"/>
                  </a:lnTo>
                  <a:lnTo>
                    <a:pt x="3118116" y="1783080"/>
                  </a:lnTo>
                  <a:lnTo>
                    <a:pt x="3116999" y="1783549"/>
                  </a:lnTo>
                  <a:lnTo>
                    <a:pt x="3115132" y="1785416"/>
                  </a:lnTo>
                  <a:lnTo>
                    <a:pt x="3114662" y="1786534"/>
                  </a:lnTo>
                  <a:lnTo>
                    <a:pt x="3114662" y="1789163"/>
                  </a:lnTo>
                  <a:lnTo>
                    <a:pt x="3115132" y="1790280"/>
                  </a:lnTo>
                  <a:lnTo>
                    <a:pt x="3116999" y="1792147"/>
                  </a:lnTo>
                  <a:lnTo>
                    <a:pt x="3118116" y="1792605"/>
                  </a:lnTo>
                  <a:lnTo>
                    <a:pt x="3120745" y="1792605"/>
                  </a:lnTo>
                  <a:lnTo>
                    <a:pt x="3121863" y="1792147"/>
                  </a:lnTo>
                  <a:lnTo>
                    <a:pt x="3123730" y="1790280"/>
                  </a:lnTo>
                  <a:lnTo>
                    <a:pt x="3124187" y="1789163"/>
                  </a:lnTo>
                  <a:lnTo>
                    <a:pt x="3124187" y="1786534"/>
                  </a:lnTo>
                  <a:close/>
                </a:path>
                <a:path w="5695950" h="1792604">
                  <a:moveTo>
                    <a:pt x="3124187" y="894994"/>
                  </a:moveTo>
                  <a:lnTo>
                    <a:pt x="3123730" y="893876"/>
                  </a:lnTo>
                  <a:lnTo>
                    <a:pt x="3121863" y="892009"/>
                  </a:lnTo>
                  <a:lnTo>
                    <a:pt x="3120745" y="891552"/>
                  </a:lnTo>
                  <a:lnTo>
                    <a:pt x="3118116" y="891552"/>
                  </a:lnTo>
                  <a:lnTo>
                    <a:pt x="3116999" y="892009"/>
                  </a:lnTo>
                  <a:lnTo>
                    <a:pt x="3115132" y="893876"/>
                  </a:lnTo>
                  <a:lnTo>
                    <a:pt x="3114662" y="894994"/>
                  </a:lnTo>
                  <a:lnTo>
                    <a:pt x="3114662" y="897623"/>
                  </a:lnTo>
                  <a:lnTo>
                    <a:pt x="3115132" y="898740"/>
                  </a:lnTo>
                  <a:lnTo>
                    <a:pt x="3116999" y="900607"/>
                  </a:lnTo>
                  <a:lnTo>
                    <a:pt x="3118116" y="901077"/>
                  </a:lnTo>
                  <a:lnTo>
                    <a:pt x="3120745" y="901077"/>
                  </a:lnTo>
                  <a:lnTo>
                    <a:pt x="3121863" y="900607"/>
                  </a:lnTo>
                  <a:lnTo>
                    <a:pt x="3123730" y="898740"/>
                  </a:lnTo>
                  <a:lnTo>
                    <a:pt x="3124187" y="897623"/>
                  </a:lnTo>
                  <a:lnTo>
                    <a:pt x="3124187" y="894994"/>
                  </a:lnTo>
                  <a:close/>
                </a:path>
                <a:path w="5695950" h="1792604">
                  <a:moveTo>
                    <a:pt x="3124187" y="3454"/>
                  </a:moveTo>
                  <a:lnTo>
                    <a:pt x="3123730" y="2336"/>
                  </a:lnTo>
                  <a:lnTo>
                    <a:pt x="3121863" y="469"/>
                  </a:lnTo>
                  <a:lnTo>
                    <a:pt x="3120745" y="0"/>
                  </a:lnTo>
                  <a:lnTo>
                    <a:pt x="3118116" y="0"/>
                  </a:lnTo>
                  <a:lnTo>
                    <a:pt x="3116999" y="469"/>
                  </a:lnTo>
                  <a:lnTo>
                    <a:pt x="3115132" y="2336"/>
                  </a:lnTo>
                  <a:lnTo>
                    <a:pt x="3114662" y="3454"/>
                  </a:lnTo>
                  <a:lnTo>
                    <a:pt x="3114662" y="6083"/>
                  </a:lnTo>
                  <a:lnTo>
                    <a:pt x="3115132" y="7200"/>
                  </a:lnTo>
                  <a:lnTo>
                    <a:pt x="3116999" y="9067"/>
                  </a:lnTo>
                  <a:lnTo>
                    <a:pt x="3118116" y="9525"/>
                  </a:lnTo>
                  <a:lnTo>
                    <a:pt x="3120745" y="9525"/>
                  </a:lnTo>
                  <a:lnTo>
                    <a:pt x="3121863" y="9067"/>
                  </a:lnTo>
                  <a:lnTo>
                    <a:pt x="3123730" y="7200"/>
                  </a:lnTo>
                  <a:lnTo>
                    <a:pt x="3124187" y="6083"/>
                  </a:lnTo>
                  <a:lnTo>
                    <a:pt x="3124187" y="3454"/>
                  </a:lnTo>
                  <a:close/>
                </a:path>
                <a:path w="5695950" h="1792604">
                  <a:moveTo>
                    <a:pt x="3171812" y="1786534"/>
                  </a:moveTo>
                  <a:lnTo>
                    <a:pt x="3171355" y="1785416"/>
                  </a:lnTo>
                  <a:lnTo>
                    <a:pt x="3169488" y="1783549"/>
                  </a:lnTo>
                  <a:lnTo>
                    <a:pt x="3168370" y="1783080"/>
                  </a:lnTo>
                  <a:lnTo>
                    <a:pt x="3165741" y="1783080"/>
                  </a:lnTo>
                  <a:lnTo>
                    <a:pt x="3164624" y="1783549"/>
                  </a:lnTo>
                  <a:lnTo>
                    <a:pt x="3162757" y="1785416"/>
                  </a:lnTo>
                  <a:lnTo>
                    <a:pt x="3162287" y="1786534"/>
                  </a:lnTo>
                  <a:lnTo>
                    <a:pt x="3162287" y="1789163"/>
                  </a:lnTo>
                  <a:lnTo>
                    <a:pt x="3162757" y="1790280"/>
                  </a:lnTo>
                  <a:lnTo>
                    <a:pt x="3164624" y="1792147"/>
                  </a:lnTo>
                  <a:lnTo>
                    <a:pt x="3165741" y="1792605"/>
                  </a:lnTo>
                  <a:lnTo>
                    <a:pt x="3168370" y="1792605"/>
                  </a:lnTo>
                  <a:lnTo>
                    <a:pt x="3169488" y="1792147"/>
                  </a:lnTo>
                  <a:lnTo>
                    <a:pt x="3171355" y="1790280"/>
                  </a:lnTo>
                  <a:lnTo>
                    <a:pt x="3171812" y="1789163"/>
                  </a:lnTo>
                  <a:lnTo>
                    <a:pt x="3171812" y="1786534"/>
                  </a:lnTo>
                  <a:close/>
                </a:path>
                <a:path w="5695950" h="1792604">
                  <a:moveTo>
                    <a:pt x="3171812" y="894994"/>
                  </a:moveTo>
                  <a:lnTo>
                    <a:pt x="3171355" y="893876"/>
                  </a:lnTo>
                  <a:lnTo>
                    <a:pt x="3169488" y="892009"/>
                  </a:lnTo>
                  <a:lnTo>
                    <a:pt x="3168370" y="891552"/>
                  </a:lnTo>
                  <a:lnTo>
                    <a:pt x="3165741" y="891552"/>
                  </a:lnTo>
                  <a:lnTo>
                    <a:pt x="3164624" y="892009"/>
                  </a:lnTo>
                  <a:lnTo>
                    <a:pt x="3162757" y="893876"/>
                  </a:lnTo>
                  <a:lnTo>
                    <a:pt x="3162287" y="894994"/>
                  </a:lnTo>
                  <a:lnTo>
                    <a:pt x="3162287" y="897623"/>
                  </a:lnTo>
                  <a:lnTo>
                    <a:pt x="3162757" y="898740"/>
                  </a:lnTo>
                  <a:lnTo>
                    <a:pt x="3164624" y="900607"/>
                  </a:lnTo>
                  <a:lnTo>
                    <a:pt x="3165741" y="901077"/>
                  </a:lnTo>
                  <a:lnTo>
                    <a:pt x="3168370" y="901077"/>
                  </a:lnTo>
                  <a:lnTo>
                    <a:pt x="3169488" y="900607"/>
                  </a:lnTo>
                  <a:lnTo>
                    <a:pt x="3171355" y="898740"/>
                  </a:lnTo>
                  <a:lnTo>
                    <a:pt x="3171812" y="897623"/>
                  </a:lnTo>
                  <a:lnTo>
                    <a:pt x="3171812" y="894994"/>
                  </a:lnTo>
                  <a:close/>
                </a:path>
                <a:path w="5695950" h="1792604">
                  <a:moveTo>
                    <a:pt x="3171812" y="3454"/>
                  </a:moveTo>
                  <a:lnTo>
                    <a:pt x="3171355" y="2336"/>
                  </a:lnTo>
                  <a:lnTo>
                    <a:pt x="3169488" y="469"/>
                  </a:lnTo>
                  <a:lnTo>
                    <a:pt x="3168370" y="0"/>
                  </a:lnTo>
                  <a:lnTo>
                    <a:pt x="3165741" y="0"/>
                  </a:lnTo>
                  <a:lnTo>
                    <a:pt x="3164624" y="469"/>
                  </a:lnTo>
                  <a:lnTo>
                    <a:pt x="3162757" y="2336"/>
                  </a:lnTo>
                  <a:lnTo>
                    <a:pt x="3162287" y="3454"/>
                  </a:lnTo>
                  <a:lnTo>
                    <a:pt x="3162287" y="6083"/>
                  </a:lnTo>
                  <a:lnTo>
                    <a:pt x="3162757" y="7200"/>
                  </a:lnTo>
                  <a:lnTo>
                    <a:pt x="3164624" y="9067"/>
                  </a:lnTo>
                  <a:lnTo>
                    <a:pt x="3165741" y="9525"/>
                  </a:lnTo>
                  <a:lnTo>
                    <a:pt x="3168370" y="9525"/>
                  </a:lnTo>
                  <a:lnTo>
                    <a:pt x="3169488" y="9067"/>
                  </a:lnTo>
                  <a:lnTo>
                    <a:pt x="3171355" y="7200"/>
                  </a:lnTo>
                  <a:lnTo>
                    <a:pt x="3171812" y="6083"/>
                  </a:lnTo>
                  <a:lnTo>
                    <a:pt x="3171812" y="3454"/>
                  </a:lnTo>
                  <a:close/>
                </a:path>
                <a:path w="5695950" h="1792604">
                  <a:moveTo>
                    <a:pt x="3219437" y="1786534"/>
                  </a:moveTo>
                  <a:lnTo>
                    <a:pt x="3218980" y="1785416"/>
                  </a:lnTo>
                  <a:lnTo>
                    <a:pt x="3217113" y="1783549"/>
                  </a:lnTo>
                  <a:lnTo>
                    <a:pt x="3215995" y="1783080"/>
                  </a:lnTo>
                  <a:lnTo>
                    <a:pt x="3213366" y="1783080"/>
                  </a:lnTo>
                  <a:lnTo>
                    <a:pt x="3212249" y="1783549"/>
                  </a:lnTo>
                  <a:lnTo>
                    <a:pt x="3210382" y="1785416"/>
                  </a:lnTo>
                  <a:lnTo>
                    <a:pt x="3209912" y="1786534"/>
                  </a:lnTo>
                  <a:lnTo>
                    <a:pt x="3209912" y="1789163"/>
                  </a:lnTo>
                  <a:lnTo>
                    <a:pt x="3210382" y="1790280"/>
                  </a:lnTo>
                  <a:lnTo>
                    <a:pt x="3212249" y="1792147"/>
                  </a:lnTo>
                  <a:lnTo>
                    <a:pt x="3213366" y="1792605"/>
                  </a:lnTo>
                  <a:lnTo>
                    <a:pt x="3215995" y="1792605"/>
                  </a:lnTo>
                  <a:lnTo>
                    <a:pt x="3217113" y="1792147"/>
                  </a:lnTo>
                  <a:lnTo>
                    <a:pt x="3218980" y="1790280"/>
                  </a:lnTo>
                  <a:lnTo>
                    <a:pt x="3219437" y="1789163"/>
                  </a:lnTo>
                  <a:lnTo>
                    <a:pt x="3219437" y="1786534"/>
                  </a:lnTo>
                  <a:close/>
                </a:path>
                <a:path w="5695950" h="1792604">
                  <a:moveTo>
                    <a:pt x="3219437" y="894994"/>
                  </a:moveTo>
                  <a:lnTo>
                    <a:pt x="3218980" y="893876"/>
                  </a:lnTo>
                  <a:lnTo>
                    <a:pt x="3217113" y="892009"/>
                  </a:lnTo>
                  <a:lnTo>
                    <a:pt x="3215995" y="891552"/>
                  </a:lnTo>
                  <a:lnTo>
                    <a:pt x="3213366" y="891552"/>
                  </a:lnTo>
                  <a:lnTo>
                    <a:pt x="3212249" y="892009"/>
                  </a:lnTo>
                  <a:lnTo>
                    <a:pt x="3210382" y="893876"/>
                  </a:lnTo>
                  <a:lnTo>
                    <a:pt x="3209912" y="894994"/>
                  </a:lnTo>
                  <a:lnTo>
                    <a:pt x="3209912" y="897623"/>
                  </a:lnTo>
                  <a:lnTo>
                    <a:pt x="3210382" y="898740"/>
                  </a:lnTo>
                  <a:lnTo>
                    <a:pt x="3212249" y="900607"/>
                  </a:lnTo>
                  <a:lnTo>
                    <a:pt x="3213366" y="901077"/>
                  </a:lnTo>
                  <a:lnTo>
                    <a:pt x="3215995" y="901077"/>
                  </a:lnTo>
                  <a:lnTo>
                    <a:pt x="3217113" y="900607"/>
                  </a:lnTo>
                  <a:lnTo>
                    <a:pt x="3218980" y="898740"/>
                  </a:lnTo>
                  <a:lnTo>
                    <a:pt x="3219437" y="897623"/>
                  </a:lnTo>
                  <a:lnTo>
                    <a:pt x="3219437" y="894994"/>
                  </a:lnTo>
                  <a:close/>
                </a:path>
                <a:path w="5695950" h="1792604">
                  <a:moveTo>
                    <a:pt x="3219437" y="3454"/>
                  </a:moveTo>
                  <a:lnTo>
                    <a:pt x="3218980" y="2336"/>
                  </a:lnTo>
                  <a:lnTo>
                    <a:pt x="3217113" y="469"/>
                  </a:lnTo>
                  <a:lnTo>
                    <a:pt x="3215995" y="0"/>
                  </a:lnTo>
                  <a:lnTo>
                    <a:pt x="3213366" y="0"/>
                  </a:lnTo>
                  <a:lnTo>
                    <a:pt x="3212249" y="469"/>
                  </a:lnTo>
                  <a:lnTo>
                    <a:pt x="3210382" y="2336"/>
                  </a:lnTo>
                  <a:lnTo>
                    <a:pt x="3209912" y="3454"/>
                  </a:lnTo>
                  <a:lnTo>
                    <a:pt x="3209912" y="6083"/>
                  </a:lnTo>
                  <a:lnTo>
                    <a:pt x="3210382" y="7200"/>
                  </a:lnTo>
                  <a:lnTo>
                    <a:pt x="3212249" y="9067"/>
                  </a:lnTo>
                  <a:lnTo>
                    <a:pt x="3213366" y="9525"/>
                  </a:lnTo>
                  <a:lnTo>
                    <a:pt x="3215995" y="9525"/>
                  </a:lnTo>
                  <a:lnTo>
                    <a:pt x="3217113" y="9067"/>
                  </a:lnTo>
                  <a:lnTo>
                    <a:pt x="3218980" y="7200"/>
                  </a:lnTo>
                  <a:lnTo>
                    <a:pt x="3219437" y="6083"/>
                  </a:lnTo>
                  <a:lnTo>
                    <a:pt x="3219437" y="3454"/>
                  </a:lnTo>
                  <a:close/>
                </a:path>
                <a:path w="5695950" h="1792604">
                  <a:moveTo>
                    <a:pt x="3267062" y="1786534"/>
                  </a:moveTo>
                  <a:lnTo>
                    <a:pt x="3266605" y="1785416"/>
                  </a:lnTo>
                  <a:lnTo>
                    <a:pt x="3264738" y="1783549"/>
                  </a:lnTo>
                  <a:lnTo>
                    <a:pt x="3263620" y="1783080"/>
                  </a:lnTo>
                  <a:lnTo>
                    <a:pt x="3260991" y="1783080"/>
                  </a:lnTo>
                  <a:lnTo>
                    <a:pt x="3259861" y="1783549"/>
                  </a:lnTo>
                  <a:lnTo>
                    <a:pt x="3258007" y="1785416"/>
                  </a:lnTo>
                  <a:lnTo>
                    <a:pt x="3257537" y="1786534"/>
                  </a:lnTo>
                  <a:lnTo>
                    <a:pt x="3257537" y="1789163"/>
                  </a:lnTo>
                  <a:lnTo>
                    <a:pt x="3258007" y="1790280"/>
                  </a:lnTo>
                  <a:lnTo>
                    <a:pt x="3259861" y="1792147"/>
                  </a:lnTo>
                  <a:lnTo>
                    <a:pt x="3260991" y="1792605"/>
                  </a:lnTo>
                  <a:lnTo>
                    <a:pt x="3263620" y="1792605"/>
                  </a:lnTo>
                  <a:lnTo>
                    <a:pt x="3264738" y="1792147"/>
                  </a:lnTo>
                  <a:lnTo>
                    <a:pt x="3266605" y="1790280"/>
                  </a:lnTo>
                  <a:lnTo>
                    <a:pt x="3267062" y="1789163"/>
                  </a:lnTo>
                  <a:lnTo>
                    <a:pt x="3267062" y="1786534"/>
                  </a:lnTo>
                  <a:close/>
                </a:path>
                <a:path w="5695950" h="1792604">
                  <a:moveTo>
                    <a:pt x="3267062" y="894994"/>
                  </a:moveTo>
                  <a:lnTo>
                    <a:pt x="3266605" y="893876"/>
                  </a:lnTo>
                  <a:lnTo>
                    <a:pt x="3264738" y="892009"/>
                  </a:lnTo>
                  <a:lnTo>
                    <a:pt x="3263620" y="891552"/>
                  </a:lnTo>
                  <a:lnTo>
                    <a:pt x="3260991" y="891552"/>
                  </a:lnTo>
                  <a:lnTo>
                    <a:pt x="3259861" y="892009"/>
                  </a:lnTo>
                  <a:lnTo>
                    <a:pt x="3258007" y="893876"/>
                  </a:lnTo>
                  <a:lnTo>
                    <a:pt x="3257537" y="894994"/>
                  </a:lnTo>
                  <a:lnTo>
                    <a:pt x="3257537" y="897623"/>
                  </a:lnTo>
                  <a:lnTo>
                    <a:pt x="3258007" y="898740"/>
                  </a:lnTo>
                  <a:lnTo>
                    <a:pt x="3259861" y="900607"/>
                  </a:lnTo>
                  <a:lnTo>
                    <a:pt x="3260991" y="901077"/>
                  </a:lnTo>
                  <a:lnTo>
                    <a:pt x="3263620" y="901077"/>
                  </a:lnTo>
                  <a:lnTo>
                    <a:pt x="3264738" y="900607"/>
                  </a:lnTo>
                  <a:lnTo>
                    <a:pt x="3266605" y="898740"/>
                  </a:lnTo>
                  <a:lnTo>
                    <a:pt x="3267062" y="897623"/>
                  </a:lnTo>
                  <a:lnTo>
                    <a:pt x="3267062" y="894994"/>
                  </a:lnTo>
                  <a:close/>
                </a:path>
                <a:path w="5695950" h="1792604">
                  <a:moveTo>
                    <a:pt x="3267062" y="3454"/>
                  </a:moveTo>
                  <a:lnTo>
                    <a:pt x="3266605" y="2336"/>
                  </a:lnTo>
                  <a:lnTo>
                    <a:pt x="3264738" y="469"/>
                  </a:lnTo>
                  <a:lnTo>
                    <a:pt x="3263620" y="0"/>
                  </a:lnTo>
                  <a:lnTo>
                    <a:pt x="3260991" y="0"/>
                  </a:lnTo>
                  <a:lnTo>
                    <a:pt x="3259861" y="469"/>
                  </a:lnTo>
                  <a:lnTo>
                    <a:pt x="3258007" y="2336"/>
                  </a:lnTo>
                  <a:lnTo>
                    <a:pt x="3257537" y="3454"/>
                  </a:lnTo>
                  <a:lnTo>
                    <a:pt x="3257537" y="6083"/>
                  </a:lnTo>
                  <a:lnTo>
                    <a:pt x="3258007" y="7200"/>
                  </a:lnTo>
                  <a:lnTo>
                    <a:pt x="3259861" y="9067"/>
                  </a:lnTo>
                  <a:lnTo>
                    <a:pt x="3260991" y="9525"/>
                  </a:lnTo>
                  <a:lnTo>
                    <a:pt x="3263620" y="9525"/>
                  </a:lnTo>
                  <a:lnTo>
                    <a:pt x="3264738" y="9067"/>
                  </a:lnTo>
                  <a:lnTo>
                    <a:pt x="3266605" y="7200"/>
                  </a:lnTo>
                  <a:lnTo>
                    <a:pt x="3267062" y="6083"/>
                  </a:lnTo>
                  <a:lnTo>
                    <a:pt x="3267062" y="3454"/>
                  </a:lnTo>
                  <a:close/>
                </a:path>
                <a:path w="5695950" h="1792604">
                  <a:moveTo>
                    <a:pt x="3314687" y="1786534"/>
                  </a:moveTo>
                  <a:lnTo>
                    <a:pt x="3314230" y="1785416"/>
                  </a:lnTo>
                  <a:lnTo>
                    <a:pt x="3312363" y="1783549"/>
                  </a:lnTo>
                  <a:lnTo>
                    <a:pt x="3311245" y="1783080"/>
                  </a:lnTo>
                  <a:lnTo>
                    <a:pt x="3308616" y="1783080"/>
                  </a:lnTo>
                  <a:lnTo>
                    <a:pt x="3307499" y="1783549"/>
                  </a:lnTo>
                  <a:lnTo>
                    <a:pt x="3305632" y="1785416"/>
                  </a:lnTo>
                  <a:lnTo>
                    <a:pt x="3305162" y="1786534"/>
                  </a:lnTo>
                  <a:lnTo>
                    <a:pt x="3305162" y="1789163"/>
                  </a:lnTo>
                  <a:lnTo>
                    <a:pt x="3305632" y="1790280"/>
                  </a:lnTo>
                  <a:lnTo>
                    <a:pt x="3307499" y="1792147"/>
                  </a:lnTo>
                  <a:lnTo>
                    <a:pt x="3308616" y="1792605"/>
                  </a:lnTo>
                  <a:lnTo>
                    <a:pt x="3311245" y="1792605"/>
                  </a:lnTo>
                  <a:lnTo>
                    <a:pt x="3312363" y="1792147"/>
                  </a:lnTo>
                  <a:lnTo>
                    <a:pt x="3314230" y="1790280"/>
                  </a:lnTo>
                  <a:lnTo>
                    <a:pt x="3314687" y="1789163"/>
                  </a:lnTo>
                  <a:lnTo>
                    <a:pt x="3314687" y="1786534"/>
                  </a:lnTo>
                  <a:close/>
                </a:path>
                <a:path w="5695950" h="1792604">
                  <a:moveTo>
                    <a:pt x="3314687" y="894994"/>
                  </a:moveTo>
                  <a:lnTo>
                    <a:pt x="3314230" y="893876"/>
                  </a:lnTo>
                  <a:lnTo>
                    <a:pt x="3312363" y="892009"/>
                  </a:lnTo>
                  <a:lnTo>
                    <a:pt x="3311245" y="891552"/>
                  </a:lnTo>
                  <a:lnTo>
                    <a:pt x="3308616" y="891552"/>
                  </a:lnTo>
                  <a:lnTo>
                    <a:pt x="3307499" y="892009"/>
                  </a:lnTo>
                  <a:lnTo>
                    <a:pt x="3305632" y="893876"/>
                  </a:lnTo>
                  <a:lnTo>
                    <a:pt x="3305162" y="894994"/>
                  </a:lnTo>
                  <a:lnTo>
                    <a:pt x="3305162" y="897623"/>
                  </a:lnTo>
                  <a:lnTo>
                    <a:pt x="3305632" y="898740"/>
                  </a:lnTo>
                  <a:lnTo>
                    <a:pt x="3307499" y="900607"/>
                  </a:lnTo>
                  <a:lnTo>
                    <a:pt x="3308616" y="901077"/>
                  </a:lnTo>
                  <a:lnTo>
                    <a:pt x="3311245" y="901077"/>
                  </a:lnTo>
                  <a:lnTo>
                    <a:pt x="3312363" y="900607"/>
                  </a:lnTo>
                  <a:lnTo>
                    <a:pt x="3314230" y="898740"/>
                  </a:lnTo>
                  <a:lnTo>
                    <a:pt x="3314687" y="897623"/>
                  </a:lnTo>
                  <a:lnTo>
                    <a:pt x="3314687" y="894994"/>
                  </a:lnTo>
                  <a:close/>
                </a:path>
                <a:path w="5695950" h="1792604">
                  <a:moveTo>
                    <a:pt x="3314687" y="3454"/>
                  </a:moveTo>
                  <a:lnTo>
                    <a:pt x="3314230" y="2336"/>
                  </a:lnTo>
                  <a:lnTo>
                    <a:pt x="3312363" y="469"/>
                  </a:lnTo>
                  <a:lnTo>
                    <a:pt x="3311245" y="0"/>
                  </a:lnTo>
                  <a:lnTo>
                    <a:pt x="3308616" y="0"/>
                  </a:lnTo>
                  <a:lnTo>
                    <a:pt x="3307499" y="469"/>
                  </a:lnTo>
                  <a:lnTo>
                    <a:pt x="3305632" y="2336"/>
                  </a:lnTo>
                  <a:lnTo>
                    <a:pt x="3305162" y="3454"/>
                  </a:lnTo>
                  <a:lnTo>
                    <a:pt x="3305162" y="6083"/>
                  </a:lnTo>
                  <a:lnTo>
                    <a:pt x="3305632" y="7200"/>
                  </a:lnTo>
                  <a:lnTo>
                    <a:pt x="3307499" y="9067"/>
                  </a:lnTo>
                  <a:lnTo>
                    <a:pt x="3308616" y="9525"/>
                  </a:lnTo>
                  <a:lnTo>
                    <a:pt x="3311245" y="9525"/>
                  </a:lnTo>
                  <a:lnTo>
                    <a:pt x="3312363" y="9067"/>
                  </a:lnTo>
                  <a:lnTo>
                    <a:pt x="3314230" y="7200"/>
                  </a:lnTo>
                  <a:lnTo>
                    <a:pt x="3314687" y="6083"/>
                  </a:lnTo>
                  <a:lnTo>
                    <a:pt x="3314687" y="3454"/>
                  </a:lnTo>
                  <a:close/>
                </a:path>
                <a:path w="5695950" h="1792604">
                  <a:moveTo>
                    <a:pt x="3362312" y="1786534"/>
                  </a:moveTo>
                  <a:lnTo>
                    <a:pt x="3361855" y="1785416"/>
                  </a:lnTo>
                  <a:lnTo>
                    <a:pt x="3359988" y="1783549"/>
                  </a:lnTo>
                  <a:lnTo>
                    <a:pt x="3358870" y="1783080"/>
                  </a:lnTo>
                  <a:lnTo>
                    <a:pt x="3356241" y="1783080"/>
                  </a:lnTo>
                  <a:lnTo>
                    <a:pt x="3355124" y="1783549"/>
                  </a:lnTo>
                  <a:lnTo>
                    <a:pt x="3353257" y="1785416"/>
                  </a:lnTo>
                  <a:lnTo>
                    <a:pt x="3352787" y="1786534"/>
                  </a:lnTo>
                  <a:lnTo>
                    <a:pt x="3352787" y="1789163"/>
                  </a:lnTo>
                  <a:lnTo>
                    <a:pt x="3353257" y="1790280"/>
                  </a:lnTo>
                  <a:lnTo>
                    <a:pt x="3355124" y="1792147"/>
                  </a:lnTo>
                  <a:lnTo>
                    <a:pt x="3356241" y="1792605"/>
                  </a:lnTo>
                  <a:lnTo>
                    <a:pt x="3358870" y="1792605"/>
                  </a:lnTo>
                  <a:lnTo>
                    <a:pt x="3359988" y="1792147"/>
                  </a:lnTo>
                  <a:lnTo>
                    <a:pt x="3361855" y="1790280"/>
                  </a:lnTo>
                  <a:lnTo>
                    <a:pt x="3362312" y="1789163"/>
                  </a:lnTo>
                  <a:lnTo>
                    <a:pt x="3362312" y="1786534"/>
                  </a:lnTo>
                  <a:close/>
                </a:path>
                <a:path w="5695950" h="1792604">
                  <a:moveTo>
                    <a:pt x="3362312" y="894994"/>
                  </a:moveTo>
                  <a:lnTo>
                    <a:pt x="3361855" y="893876"/>
                  </a:lnTo>
                  <a:lnTo>
                    <a:pt x="3359988" y="892009"/>
                  </a:lnTo>
                  <a:lnTo>
                    <a:pt x="3358870" y="891552"/>
                  </a:lnTo>
                  <a:lnTo>
                    <a:pt x="3356241" y="891552"/>
                  </a:lnTo>
                  <a:lnTo>
                    <a:pt x="3355124" y="892009"/>
                  </a:lnTo>
                  <a:lnTo>
                    <a:pt x="3353257" y="893876"/>
                  </a:lnTo>
                  <a:lnTo>
                    <a:pt x="3352787" y="894994"/>
                  </a:lnTo>
                  <a:lnTo>
                    <a:pt x="3352787" y="897623"/>
                  </a:lnTo>
                  <a:lnTo>
                    <a:pt x="3353257" y="898740"/>
                  </a:lnTo>
                  <a:lnTo>
                    <a:pt x="3355124" y="900607"/>
                  </a:lnTo>
                  <a:lnTo>
                    <a:pt x="3356241" y="901077"/>
                  </a:lnTo>
                  <a:lnTo>
                    <a:pt x="3358870" y="901077"/>
                  </a:lnTo>
                  <a:lnTo>
                    <a:pt x="3359988" y="900607"/>
                  </a:lnTo>
                  <a:lnTo>
                    <a:pt x="3361855" y="898740"/>
                  </a:lnTo>
                  <a:lnTo>
                    <a:pt x="3362312" y="897623"/>
                  </a:lnTo>
                  <a:lnTo>
                    <a:pt x="3362312" y="894994"/>
                  </a:lnTo>
                  <a:close/>
                </a:path>
                <a:path w="5695950" h="1792604">
                  <a:moveTo>
                    <a:pt x="3362312" y="3454"/>
                  </a:moveTo>
                  <a:lnTo>
                    <a:pt x="3361855" y="2336"/>
                  </a:lnTo>
                  <a:lnTo>
                    <a:pt x="3359988" y="469"/>
                  </a:lnTo>
                  <a:lnTo>
                    <a:pt x="3358870" y="0"/>
                  </a:lnTo>
                  <a:lnTo>
                    <a:pt x="3356241" y="0"/>
                  </a:lnTo>
                  <a:lnTo>
                    <a:pt x="3355124" y="469"/>
                  </a:lnTo>
                  <a:lnTo>
                    <a:pt x="3353257" y="2336"/>
                  </a:lnTo>
                  <a:lnTo>
                    <a:pt x="3352787" y="3454"/>
                  </a:lnTo>
                  <a:lnTo>
                    <a:pt x="3352787" y="6083"/>
                  </a:lnTo>
                  <a:lnTo>
                    <a:pt x="3353257" y="7200"/>
                  </a:lnTo>
                  <a:lnTo>
                    <a:pt x="3355124" y="9067"/>
                  </a:lnTo>
                  <a:lnTo>
                    <a:pt x="3356241" y="9525"/>
                  </a:lnTo>
                  <a:lnTo>
                    <a:pt x="3358870" y="9525"/>
                  </a:lnTo>
                  <a:lnTo>
                    <a:pt x="3359988" y="9067"/>
                  </a:lnTo>
                  <a:lnTo>
                    <a:pt x="3361855" y="7200"/>
                  </a:lnTo>
                  <a:lnTo>
                    <a:pt x="3362312" y="6083"/>
                  </a:lnTo>
                  <a:lnTo>
                    <a:pt x="3362312" y="3454"/>
                  </a:lnTo>
                  <a:close/>
                </a:path>
                <a:path w="5695950" h="1792604">
                  <a:moveTo>
                    <a:pt x="3409937" y="1786534"/>
                  </a:moveTo>
                  <a:lnTo>
                    <a:pt x="3409480" y="1785416"/>
                  </a:lnTo>
                  <a:lnTo>
                    <a:pt x="3407613" y="1783549"/>
                  </a:lnTo>
                  <a:lnTo>
                    <a:pt x="3406495" y="1783080"/>
                  </a:lnTo>
                  <a:lnTo>
                    <a:pt x="3403866" y="1783080"/>
                  </a:lnTo>
                  <a:lnTo>
                    <a:pt x="3402749" y="1783549"/>
                  </a:lnTo>
                  <a:lnTo>
                    <a:pt x="3400882" y="1785416"/>
                  </a:lnTo>
                  <a:lnTo>
                    <a:pt x="3400412" y="1786534"/>
                  </a:lnTo>
                  <a:lnTo>
                    <a:pt x="3400412" y="1789163"/>
                  </a:lnTo>
                  <a:lnTo>
                    <a:pt x="3400882" y="1790280"/>
                  </a:lnTo>
                  <a:lnTo>
                    <a:pt x="3402749" y="1792147"/>
                  </a:lnTo>
                  <a:lnTo>
                    <a:pt x="3403866" y="1792605"/>
                  </a:lnTo>
                  <a:lnTo>
                    <a:pt x="3406495" y="1792605"/>
                  </a:lnTo>
                  <a:lnTo>
                    <a:pt x="3407613" y="1792147"/>
                  </a:lnTo>
                  <a:lnTo>
                    <a:pt x="3409480" y="1790280"/>
                  </a:lnTo>
                  <a:lnTo>
                    <a:pt x="3409937" y="1789163"/>
                  </a:lnTo>
                  <a:lnTo>
                    <a:pt x="3409937" y="1786534"/>
                  </a:lnTo>
                  <a:close/>
                </a:path>
                <a:path w="5695950" h="1792604">
                  <a:moveTo>
                    <a:pt x="3409937" y="894994"/>
                  </a:moveTo>
                  <a:lnTo>
                    <a:pt x="3409480" y="893876"/>
                  </a:lnTo>
                  <a:lnTo>
                    <a:pt x="3407613" y="892009"/>
                  </a:lnTo>
                  <a:lnTo>
                    <a:pt x="3406495" y="891552"/>
                  </a:lnTo>
                  <a:lnTo>
                    <a:pt x="3403866" y="891552"/>
                  </a:lnTo>
                  <a:lnTo>
                    <a:pt x="3402749" y="892009"/>
                  </a:lnTo>
                  <a:lnTo>
                    <a:pt x="3400882" y="893876"/>
                  </a:lnTo>
                  <a:lnTo>
                    <a:pt x="3400412" y="894994"/>
                  </a:lnTo>
                  <a:lnTo>
                    <a:pt x="3400412" y="897623"/>
                  </a:lnTo>
                  <a:lnTo>
                    <a:pt x="3400882" y="898740"/>
                  </a:lnTo>
                  <a:lnTo>
                    <a:pt x="3402749" y="900607"/>
                  </a:lnTo>
                  <a:lnTo>
                    <a:pt x="3403866" y="901077"/>
                  </a:lnTo>
                  <a:lnTo>
                    <a:pt x="3406495" y="901077"/>
                  </a:lnTo>
                  <a:lnTo>
                    <a:pt x="3407613" y="900607"/>
                  </a:lnTo>
                  <a:lnTo>
                    <a:pt x="3409480" y="898740"/>
                  </a:lnTo>
                  <a:lnTo>
                    <a:pt x="3409937" y="897623"/>
                  </a:lnTo>
                  <a:lnTo>
                    <a:pt x="3409937" y="894994"/>
                  </a:lnTo>
                  <a:close/>
                </a:path>
                <a:path w="5695950" h="1792604">
                  <a:moveTo>
                    <a:pt x="3409937" y="3454"/>
                  </a:moveTo>
                  <a:lnTo>
                    <a:pt x="3409480" y="2336"/>
                  </a:lnTo>
                  <a:lnTo>
                    <a:pt x="3407613" y="469"/>
                  </a:lnTo>
                  <a:lnTo>
                    <a:pt x="3406495" y="0"/>
                  </a:lnTo>
                  <a:lnTo>
                    <a:pt x="3403866" y="0"/>
                  </a:lnTo>
                  <a:lnTo>
                    <a:pt x="3402749" y="469"/>
                  </a:lnTo>
                  <a:lnTo>
                    <a:pt x="3400882" y="2336"/>
                  </a:lnTo>
                  <a:lnTo>
                    <a:pt x="3400412" y="3454"/>
                  </a:lnTo>
                  <a:lnTo>
                    <a:pt x="3400412" y="6083"/>
                  </a:lnTo>
                  <a:lnTo>
                    <a:pt x="3400882" y="7200"/>
                  </a:lnTo>
                  <a:lnTo>
                    <a:pt x="3402749" y="9067"/>
                  </a:lnTo>
                  <a:lnTo>
                    <a:pt x="3403866" y="9525"/>
                  </a:lnTo>
                  <a:lnTo>
                    <a:pt x="3406495" y="9525"/>
                  </a:lnTo>
                  <a:lnTo>
                    <a:pt x="3407613" y="9067"/>
                  </a:lnTo>
                  <a:lnTo>
                    <a:pt x="3409480" y="7200"/>
                  </a:lnTo>
                  <a:lnTo>
                    <a:pt x="3409937" y="6083"/>
                  </a:lnTo>
                  <a:lnTo>
                    <a:pt x="3409937" y="3454"/>
                  </a:lnTo>
                  <a:close/>
                </a:path>
                <a:path w="5695950" h="1792604">
                  <a:moveTo>
                    <a:pt x="3457562" y="1786534"/>
                  </a:moveTo>
                  <a:lnTo>
                    <a:pt x="3457105" y="1785416"/>
                  </a:lnTo>
                  <a:lnTo>
                    <a:pt x="3455238" y="1783549"/>
                  </a:lnTo>
                  <a:lnTo>
                    <a:pt x="3454120" y="1783080"/>
                  </a:lnTo>
                  <a:lnTo>
                    <a:pt x="3451491" y="1783080"/>
                  </a:lnTo>
                  <a:lnTo>
                    <a:pt x="3450361" y="1783549"/>
                  </a:lnTo>
                  <a:lnTo>
                    <a:pt x="3448507" y="1785416"/>
                  </a:lnTo>
                  <a:lnTo>
                    <a:pt x="3448037" y="1786534"/>
                  </a:lnTo>
                  <a:lnTo>
                    <a:pt x="3448037" y="1789163"/>
                  </a:lnTo>
                  <a:lnTo>
                    <a:pt x="3448507" y="1790280"/>
                  </a:lnTo>
                  <a:lnTo>
                    <a:pt x="3450361" y="1792147"/>
                  </a:lnTo>
                  <a:lnTo>
                    <a:pt x="3451491" y="1792605"/>
                  </a:lnTo>
                  <a:lnTo>
                    <a:pt x="3454120" y="1792605"/>
                  </a:lnTo>
                  <a:lnTo>
                    <a:pt x="3455238" y="1792147"/>
                  </a:lnTo>
                  <a:lnTo>
                    <a:pt x="3457105" y="1790280"/>
                  </a:lnTo>
                  <a:lnTo>
                    <a:pt x="3457562" y="1789163"/>
                  </a:lnTo>
                  <a:lnTo>
                    <a:pt x="3457562" y="1786534"/>
                  </a:lnTo>
                  <a:close/>
                </a:path>
                <a:path w="5695950" h="1792604">
                  <a:moveTo>
                    <a:pt x="3457562" y="894994"/>
                  </a:moveTo>
                  <a:lnTo>
                    <a:pt x="3457105" y="893876"/>
                  </a:lnTo>
                  <a:lnTo>
                    <a:pt x="3455238" y="892009"/>
                  </a:lnTo>
                  <a:lnTo>
                    <a:pt x="3454120" y="891552"/>
                  </a:lnTo>
                  <a:lnTo>
                    <a:pt x="3451491" y="891552"/>
                  </a:lnTo>
                  <a:lnTo>
                    <a:pt x="3450361" y="892009"/>
                  </a:lnTo>
                  <a:lnTo>
                    <a:pt x="3448507" y="893876"/>
                  </a:lnTo>
                  <a:lnTo>
                    <a:pt x="3448037" y="894994"/>
                  </a:lnTo>
                  <a:lnTo>
                    <a:pt x="3448037" y="897623"/>
                  </a:lnTo>
                  <a:lnTo>
                    <a:pt x="3448507" y="898740"/>
                  </a:lnTo>
                  <a:lnTo>
                    <a:pt x="3450361" y="900607"/>
                  </a:lnTo>
                  <a:lnTo>
                    <a:pt x="3451491" y="901077"/>
                  </a:lnTo>
                  <a:lnTo>
                    <a:pt x="3454120" y="901077"/>
                  </a:lnTo>
                  <a:lnTo>
                    <a:pt x="3455238" y="900607"/>
                  </a:lnTo>
                  <a:lnTo>
                    <a:pt x="3457105" y="898740"/>
                  </a:lnTo>
                  <a:lnTo>
                    <a:pt x="3457562" y="897623"/>
                  </a:lnTo>
                  <a:lnTo>
                    <a:pt x="3457562" y="894994"/>
                  </a:lnTo>
                  <a:close/>
                </a:path>
                <a:path w="5695950" h="1792604">
                  <a:moveTo>
                    <a:pt x="3457562" y="3454"/>
                  </a:moveTo>
                  <a:lnTo>
                    <a:pt x="3457105" y="2336"/>
                  </a:lnTo>
                  <a:lnTo>
                    <a:pt x="3455238" y="469"/>
                  </a:lnTo>
                  <a:lnTo>
                    <a:pt x="3454120" y="0"/>
                  </a:lnTo>
                  <a:lnTo>
                    <a:pt x="3451491" y="0"/>
                  </a:lnTo>
                  <a:lnTo>
                    <a:pt x="3450361" y="469"/>
                  </a:lnTo>
                  <a:lnTo>
                    <a:pt x="3448507" y="2336"/>
                  </a:lnTo>
                  <a:lnTo>
                    <a:pt x="3448037" y="3454"/>
                  </a:lnTo>
                  <a:lnTo>
                    <a:pt x="3448037" y="6083"/>
                  </a:lnTo>
                  <a:lnTo>
                    <a:pt x="3448507" y="7200"/>
                  </a:lnTo>
                  <a:lnTo>
                    <a:pt x="3450361" y="9067"/>
                  </a:lnTo>
                  <a:lnTo>
                    <a:pt x="3451491" y="9525"/>
                  </a:lnTo>
                  <a:lnTo>
                    <a:pt x="3454120" y="9525"/>
                  </a:lnTo>
                  <a:lnTo>
                    <a:pt x="3455238" y="9067"/>
                  </a:lnTo>
                  <a:lnTo>
                    <a:pt x="3457105" y="7200"/>
                  </a:lnTo>
                  <a:lnTo>
                    <a:pt x="3457562" y="6083"/>
                  </a:lnTo>
                  <a:lnTo>
                    <a:pt x="3457562" y="3454"/>
                  </a:lnTo>
                  <a:close/>
                </a:path>
                <a:path w="5695950" h="1792604">
                  <a:moveTo>
                    <a:pt x="3505187" y="1786534"/>
                  </a:moveTo>
                  <a:lnTo>
                    <a:pt x="3504730" y="1785416"/>
                  </a:lnTo>
                  <a:lnTo>
                    <a:pt x="3502863" y="1783549"/>
                  </a:lnTo>
                  <a:lnTo>
                    <a:pt x="3501745" y="1783080"/>
                  </a:lnTo>
                  <a:lnTo>
                    <a:pt x="3499116" y="1783080"/>
                  </a:lnTo>
                  <a:lnTo>
                    <a:pt x="3497986" y="1783549"/>
                  </a:lnTo>
                  <a:lnTo>
                    <a:pt x="3496132" y="1785416"/>
                  </a:lnTo>
                  <a:lnTo>
                    <a:pt x="3495662" y="1786534"/>
                  </a:lnTo>
                  <a:lnTo>
                    <a:pt x="3495662" y="1789163"/>
                  </a:lnTo>
                  <a:lnTo>
                    <a:pt x="3496132" y="1790280"/>
                  </a:lnTo>
                  <a:lnTo>
                    <a:pt x="3497986" y="1792147"/>
                  </a:lnTo>
                  <a:lnTo>
                    <a:pt x="3499116" y="1792605"/>
                  </a:lnTo>
                  <a:lnTo>
                    <a:pt x="3501745" y="1792605"/>
                  </a:lnTo>
                  <a:lnTo>
                    <a:pt x="3502863" y="1792147"/>
                  </a:lnTo>
                  <a:lnTo>
                    <a:pt x="3504730" y="1790280"/>
                  </a:lnTo>
                  <a:lnTo>
                    <a:pt x="3505187" y="1789163"/>
                  </a:lnTo>
                  <a:lnTo>
                    <a:pt x="3505187" y="1786534"/>
                  </a:lnTo>
                  <a:close/>
                </a:path>
                <a:path w="5695950" h="1792604">
                  <a:moveTo>
                    <a:pt x="3505187" y="894994"/>
                  </a:moveTo>
                  <a:lnTo>
                    <a:pt x="3504730" y="893876"/>
                  </a:lnTo>
                  <a:lnTo>
                    <a:pt x="3502863" y="892009"/>
                  </a:lnTo>
                  <a:lnTo>
                    <a:pt x="3501745" y="891552"/>
                  </a:lnTo>
                  <a:lnTo>
                    <a:pt x="3499116" y="891552"/>
                  </a:lnTo>
                  <a:lnTo>
                    <a:pt x="3497986" y="892009"/>
                  </a:lnTo>
                  <a:lnTo>
                    <a:pt x="3496132" y="893876"/>
                  </a:lnTo>
                  <a:lnTo>
                    <a:pt x="3495662" y="894994"/>
                  </a:lnTo>
                  <a:lnTo>
                    <a:pt x="3495662" y="897623"/>
                  </a:lnTo>
                  <a:lnTo>
                    <a:pt x="3496132" y="898740"/>
                  </a:lnTo>
                  <a:lnTo>
                    <a:pt x="3497986" y="900607"/>
                  </a:lnTo>
                  <a:lnTo>
                    <a:pt x="3499116" y="901077"/>
                  </a:lnTo>
                  <a:lnTo>
                    <a:pt x="3501745" y="901077"/>
                  </a:lnTo>
                  <a:lnTo>
                    <a:pt x="3502863" y="900607"/>
                  </a:lnTo>
                  <a:lnTo>
                    <a:pt x="3504730" y="898740"/>
                  </a:lnTo>
                  <a:lnTo>
                    <a:pt x="3505187" y="897623"/>
                  </a:lnTo>
                  <a:lnTo>
                    <a:pt x="3505187" y="894994"/>
                  </a:lnTo>
                  <a:close/>
                </a:path>
                <a:path w="5695950" h="1792604">
                  <a:moveTo>
                    <a:pt x="3505187" y="3454"/>
                  </a:moveTo>
                  <a:lnTo>
                    <a:pt x="3504730" y="2336"/>
                  </a:lnTo>
                  <a:lnTo>
                    <a:pt x="3502863" y="469"/>
                  </a:lnTo>
                  <a:lnTo>
                    <a:pt x="3501745" y="0"/>
                  </a:lnTo>
                  <a:lnTo>
                    <a:pt x="3499116" y="0"/>
                  </a:lnTo>
                  <a:lnTo>
                    <a:pt x="3497986" y="469"/>
                  </a:lnTo>
                  <a:lnTo>
                    <a:pt x="3496132" y="2336"/>
                  </a:lnTo>
                  <a:lnTo>
                    <a:pt x="3495662" y="3454"/>
                  </a:lnTo>
                  <a:lnTo>
                    <a:pt x="3495662" y="6083"/>
                  </a:lnTo>
                  <a:lnTo>
                    <a:pt x="3496132" y="7200"/>
                  </a:lnTo>
                  <a:lnTo>
                    <a:pt x="3497986" y="9067"/>
                  </a:lnTo>
                  <a:lnTo>
                    <a:pt x="3499116" y="9525"/>
                  </a:lnTo>
                  <a:lnTo>
                    <a:pt x="3501745" y="9525"/>
                  </a:lnTo>
                  <a:lnTo>
                    <a:pt x="3502863" y="9067"/>
                  </a:lnTo>
                  <a:lnTo>
                    <a:pt x="3504730" y="7200"/>
                  </a:lnTo>
                  <a:lnTo>
                    <a:pt x="3505187" y="6083"/>
                  </a:lnTo>
                  <a:lnTo>
                    <a:pt x="3505187" y="3454"/>
                  </a:lnTo>
                  <a:close/>
                </a:path>
                <a:path w="5695950" h="1792604">
                  <a:moveTo>
                    <a:pt x="3552812" y="1786534"/>
                  </a:moveTo>
                  <a:lnTo>
                    <a:pt x="3552355" y="1785416"/>
                  </a:lnTo>
                  <a:lnTo>
                    <a:pt x="3550488" y="1783549"/>
                  </a:lnTo>
                  <a:lnTo>
                    <a:pt x="3549370" y="1783080"/>
                  </a:lnTo>
                  <a:lnTo>
                    <a:pt x="3546741" y="1783080"/>
                  </a:lnTo>
                  <a:lnTo>
                    <a:pt x="3545624" y="1783549"/>
                  </a:lnTo>
                  <a:lnTo>
                    <a:pt x="3543757" y="1785416"/>
                  </a:lnTo>
                  <a:lnTo>
                    <a:pt x="3543287" y="1786534"/>
                  </a:lnTo>
                  <a:lnTo>
                    <a:pt x="3543287" y="1789163"/>
                  </a:lnTo>
                  <a:lnTo>
                    <a:pt x="3543757" y="1790280"/>
                  </a:lnTo>
                  <a:lnTo>
                    <a:pt x="3545624" y="1792147"/>
                  </a:lnTo>
                  <a:lnTo>
                    <a:pt x="3546741" y="1792605"/>
                  </a:lnTo>
                  <a:lnTo>
                    <a:pt x="3549370" y="1792605"/>
                  </a:lnTo>
                  <a:lnTo>
                    <a:pt x="3550488" y="1792147"/>
                  </a:lnTo>
                  <a:lnTo>
                    <a:pt x="3552355" y="1790280"/>
                  </a:lnTo>
                  <a:lnTo>
                    <a:pt x="3552812" y="1789163"/>
                  </a:lnTo>
                  <a:lnTo>
                    <a:pt x="3552812" y="1786534"/>
                  </a:lnTo>
                  <a:close/>
                </a:path>
                <a:path w="5695950" h="1792604">
                  <a:moveTo>
                    <a:pt x="3552812" y="894994"/>
                  </a:moveTo>
                  <a:lnTo>
                    <a:pt x="3552355" y="893876"/>
                  </a:lnTo>
                  <a:lnTo>
                    <a:pt x="3550488" y="892009"/>
                  </a:lnTo>
                  <a:lnTo>
                    <a:pt x="3549370" y="891552"/>
                  </a:lnTo>
                  <a:lnTo>
                    <a:pt x="3546741" y="891552"/>
                  </a:lnTo>
                  <a:lnTo>
                    <a:pt x="3545624" y="892009"/>
                  </a:lnTo>
                  <a:lnTo>
                    <a:pt x="3543757" y="893876"/>
                  </a:lnTo>
                  <a:lnTo>
                    <a:pt x="3543287" y="894994"/>
                  </a:lnTo>
                  <a:lnTo>
                    <a:pt x="3543287" y="897623"/>
                  </a:lnTo>
                  <a:lnTo>
                    <a:pt x="3543757" y="898740"/>
                  </a:lnTo>
                  <a:lnTo>
                    <a:pt x="3545624" y="900607"/>
                  </a:lnTo>
                  <a:lnTo>
                    <a:pt x="3546741" y="901077"/>
                  </a:lnTo>
                  <a:lnTo>
                    <a:pt x="3549370" y="901077"/>
                  </a:lnTo>
                  <a:lnTo>
                    <a:pt x="3550488" y="900607"/>
                  </a:lnTo>
                  <a:lnTo>
                    <a:pt x="3552355" y="898740"/>
                  </a:lnTo>
                  <a:lnTo>
                    <a:pt x="3552812" y="897623"/>
                  </a:lnTo>
                  <a:lnTo>
                    <a:pt x="3552812" y="894994"/>
                  </a:lnTo>
                  <a:close/>
                </a:path>
                <a:path w="5695950" h="1792604">
                  <a:moveTo>
                    <a:pt x="3552812" y="3454"/>
                  </a:moveTo>
                  <a:lnTo>
                    <a:pt x="3552355" y="2336"/>
                  </a:lnTo>
                  <a:lnTo>
                    <a:pt x="3550488" y="469"/>
                  </a:lnTo>
                  <a:lnTo>
                    <a:pt x="3549370" y="0"/>
                  </a:lnTo>
                  <a:lnTo>
                    <a:pt x="3546741" y="0"/>
                  </a:lnTo>
                  <a:lnTo>
                    <a:pt x="3545624" y="469"/>
                  </a:lnTo>
                  <a:lnTo>
                    <a:pt x="3543757" y="2336"/>
                  </a:lnTo>
                  <a:lnTo>
                    <a:pt x="3543287" y="3454"/>
                  </a:lnTo>
                  <a:lnTo>
                    <a:pt x="3543287" y="6083"/>
                  </a:lnTo>
                  <a:lnTo>
                    <a:pt x="3543757" y="7200"/>
                  </a:lnTo>
                  <a:lnTo>
                    <a:pt x="3545624" y="9067"/>
                  </a:lnTo>
                  <a:lnTo>
                    <a:pt x="3546741" y="9525"/>
                  </a:lnTo>
                  <a:lnTo>
                    <a:pt x="3549370" y="9525"/>
                  </a:lnTo>
                  <a:lnTo>
                    <a:pt x="3550488" y="9067"/>
                  </a:lnTo>
                  <a:lnTo>
                    <a:pt x="3552355" y="7200"/>
                  </a:lnTo>
                  <a:lnTo>
                    <a:pt x="3552812" y="6083"/>
                  </a:lnTo>
                  <a:lnTo>
                    <a:pt x="3552812" y="3454"/>
                  </a:lnTo>
                  <a:close/>
                </a:path>
                <a:path w="5695950" h="1792604">
                  <a:moveTo>
                    <a:pt x="3600437" y="1786534"/>
                  </a:moveTo>
                  <a:lnTo>
                    <a:pt x="3599980" y="1785416"/>
                  </a:lnTo>
                  <a:lnTo>
                    <a:pt x="3598113" y="1783549"/>
                  </a:lnTo>
                  <a:lnTo>
                    <a:pt x="3596995" y="1783080"/>
                  </a:lnTo>
                  <a:lnTo>
                    <a:pt x="3594366" y="1783080"/>
                  </a:lnTo>
                  <a:lnTo>
                    <a:pt x="3593249" y="1783549"/>
                  </a:lnTo>
                  <a:lnTo>
                    <a:pt x="3591382" y="1785416"/>
                  </a:lnTo>
                  <a:lnTo>
                    <a:pt x="3590912" y="1786534"/>
                  </a:lnTo>
                  <a:lnTo>
                    <a:pt x="3590912" y="1789163"/>
                  </a:lnTo>
                  <a:lnTo>
                    <a:pt x="3591382" y="1790280"/>
                  </a:lnTo>
                  <a:lnTo>
                    <a:pt x="3593249" y="1792147"/>
                  </a:lnTo>
                  <a:lnTo>
                    <a:pt x="3594366" y="1792605"/>
                  </a:lnTo>
                  <a:lnTo>
                    <a:pt x="3596995" y="1792605"/>
                  </a:lnTo>
                  <a:lnTo>
                    <a:pt x="3598113" y="1792147"/>
                  </a:lnTo>
                  <a:lnTo>
                    <a:pt x="3599980" y="1790280"/>
                  </a:lnTo>
                  <a:lnTo>
                    <a:pt x="3600437" y="1789163"/>
                  </a:lnTo>
                  <a:lnTo>
                    <a:pt x="3600437" y="1786534"/>
                  </a:lnTo>
                  <a:close/>
                </a:path>
                <a:path w="5695950" h="1792604">
                  <a:moveTo>
                    <a:pt x="3600437" y="894994"/>
                  </a:moveTo>
                  <a:lnTo>
                    <a:pt x="3599980" y="893876"/>
                  </a:lnTo>
                  <a:lnTo>
                    <a:pt x="3598113" y="892009"/>
                  </a:lnTo>
                  <a:lnTo>
                    <a:pt x="3596995" y="891552"/>
                  </a:lnTo>
                  <a:lnTo>
                    <a:pt x="3594366" y="891552"/>
                  </a:lnTo>
                  <a:lnTo>
                    <a:pt x="3593249" y="892009"/>
                  </a:lnTo>
                  <a:lnTo>
                    <a:pt x="3591382" y="893876"/>
                  </a:lnTo>
                  <a:lnTo>
                    <a:pt x="3590912" y="894994"/>
                  </a:lnTo>
                  <a:lnTo>
                    <a:pt x="3590912" y="897623"/>
                  </a:lnTo>
                  <a:lnTo>
                    <a:pt x="3591382" y="898740"/>
                  </a:lnTo>
                  <a:lnTo>
                    <a:pt x="3593249" y="900607"/>
                  </a:lnTo>
                  <a:lnTo>
                    <a:pt x="3594366" y="901077"/>
                  </a:lnTo>
                  <a:lnTo>
                    <a:pt x="3596995" y="901077"/>
                  </a:lnTo>
                  <a:lnTo>
                    <a:pt x="3598113" y="900607"/>
                  </a:lnTo>
                  <a:lnTo>
                    <a:pt x="3599980" y="898740"/>
                  </a:lnTo>
                  <a:lnTo>
                    <a:pt x="3600437" y="897623"/>
                  </a:lnTo>
                  <a:lnTo>
                    <a:pt x="3600437" y="894994"/>
                  </a:lnTo>
                  <a:close/>
                </a:path>
                <a:path w="5695950" h="1792604">
                  <a:moveTo>
                    <a:pt x="3600437" y="3454"/>
                  </a:moveTo>
                  <a:lnTo>
                    <a:pt x="3599980" y="2336"/>
                  </a:lnTo>
                  <a:lnTo>
                    <a:pt x="3598113" y="469"/>
                  </a:lnTo>
                  <a:lnTo>
                    <a:pt x="3596995" y="0"/>
                  </a:lnTo>
                  <a:lnTo>
                    <a:pt x="3594366" y="0"/>
                  </a:lnTo>
                  <a:lnTo>
                    <a:pt x="3593249" y="469"/>
                  </a:lnTo>
                  <a:lnTo>
                    <a:pt x="3591382" y="2336"/>
                  </a:lnTo>
                  <a:lnTo>
                    <a:pt x="3590912" y="3454"/>
                  </a:lnTo>
                  <a:lnTo>
                    <a:pt x="3590912" y="6083"/>
                  </a:lnTo>
                  <a:lnTo>
                    <a:pt x="3591382" y="7200"/>
                  </a:lnTo>
                  <a:lnTo>
                    <a:pt x="3593249" y="9067"/>
                  </a:lnTo>
                  <a:lnTo>
                    <a:pt x="3594366" y="9525"/>
                  </a:lnTo>
                  <a:lnTo>
                    <a:pt x="3596995" y="9525"/>
                  </a:lnTo>
                  <a:lnTo>
                    <a:pt x="3598113" y="9067"/>
                  </a:lnTo>
                  <a:lnTo>
                    <a:pt x="3599980" y="7200"/>
                  </a:lnTo>
                  <a:lnTo>
                    <a:pt x="3600437" y="6083"/>
                  </a:lnTo>
                  <a:lnTo>
                    <a:pt x="3600437" y="3454"/>
                  </a:lnTo>
                  <a:close/>
                </a:path>
                <a:path w="5695950" h="1792604">
                  <a:moveTo>
                    <a:pt x="3648062" y="1786534"/>
                  </a:moveTo>
                  <a:lnTo>
                    <a:pt x="3647605" y="1785416"/>
                  </a:lnTo>
                  <a:lnTo>
                    <a:pt x="3645738" y="1783549"/>
                  </a:lnTo>
                  <a:lnTo>
                    <a:pt x="3644620" y="1783080"/>
                  </a:lnTo>
                  <a:lnTo>
                    <a:pt x="3641991" y="1783080"/>
                  </a:lnTo>
                  <a:lnTo>
                    <a:pt x="3640874" y="1783549"/>
                  </a:lnTo>
                  <a:lnTo>
                    <a:pt x="3639007" y="1785416"/>
                  </a:lnTo>
                  <a:lnTo>
                    <a:pt x="3638537" y="1786534"/>
                  </a:lnTo>
                  <a:lnTo>
                    <a:pt x="3638537" y="1789163"/>
                  </a:lnTo>
                  <a:lnTo>
                    <a:pt x="3639007" y="1790280"/>
                  </a:lnTo>
                  <a:lnTo>
                    <a:pt x="3640874" y="1792147"/>
                  </a:lnTo>
                  <a:lnTo>
                    <a:pt x="3641991" y="1792605"/>
                  </a:lnTo>
                  <a:lnTo>
                    <a:pt x="3644620" y="1792605"/>
                  </a:lnTo>
                  <a:lnTo>
                    <a:pt x="3645738" y="1792147"/>
                  </a:lnTo>
                  <a:lnTo>
                    <a:pt x="3647605" y="1790280"/>
                  </a:lnTo>
                  <a:lnTo>
                    <a:pt x="3648062" y="1789163"/>
                  </a:lnTo>
                  <a:lnTo>
                    <a:pt x="3648062" y="1786534"/>
                  </a:lnTo>
                  <a:close/>
                </a:path>
                <a:path w="5695950" h="1792604">
                  <a:moveTo>
                    <a:pt x="3648062" y="894994"/>
                  </a:moveTo>
                  <a:lnTo>
                    <a:pt x="3647605" y="893876"/>
                  </a:lnTo>
                  <a:lnTo>
                    <a:pt x="3645738" y="892009"/>
                  </a:lnTo>
                  <a:lnTo>
                    <a:pt x="3644620" y="891552"/>
                  </a:lnTo>
                  <a:lnTo>
                    <a:pt x="3641991" y="891552"/>
                  </a:lnTo>
                  <a:lnTo>
                    <a:pt x="3640874" y="892009"/>
                  </a:lnTo>
                  <a:lnTo>
                    <a:pt x="3639007" y="893876"/>
                  </a:lnTo>
                  <a:lnTo>
                    <a:pt x="3638537" y="894994"/>
                  </a:lnTo>
                  <a:lnTo>
                    <a:pt x="3638537" y="897623"/>
                  </a:lnTo>
                  <a:lnTo>
                    <a:pt x="3639007" y="898740"/>
                  </a:lnTo>
                  <a:lnTo>
                    <a:pt x="3640874" y="900607"/>
                  </a:lnTo>
                  <a:lnTo>
                    <a:pt x="3641991" y="901077"/>
                  </a:lnTo>
                  <a:lnTo>
                    <a:pt x="3644620" y="901077"/>
                  </a:lnTo>
                  <a:lnTo>
                    <a:pt x="3645738" y="900607"/>
                  </a:lnTo>
                  <a:lnTo>
                    <a:pt x="3647605" y="898740"/>
                  </a:lnTo>
                  <a:lnTo>
                    <a:pt x="3648062" y="897623"/>
                  </a:lnTo>
                  <a:lnTo>
                    <a:pt x="3648062" y="894994"/>
                  </a:lnTo>
                  <a:close/>
                </a:path>
                <a:path w="5695950" h="1792604">
                  <a:moveTo>
                    <a:pt x="3648062" y="3454"/>
                  </a:moveTo>
                  <a:lnTo>
                    <a:pt x="3647605" y="2336"/>
                  </a:lnTo>
                  <a:lnTo>
                    <a:pt x="3645738" y="469"/>
                  </a:lnTo>
                  <a:lnTo>
                    <a:pt x="3644620" y="0"/>
                  </a:lnTo>
                  <a:lnTo>
                    <a:pt x="3641991" y="0"/>
                  </a:lnTo>
                  <a:lnTo>
                    <a:pt x="3640874" y="469"/>
                  </a:lnTo>
                  <a:lnTo>
                    <a:pt x="3639007" y="2336"/>
                  </a:lnTo>
                  <a:lnTo>
                    <a:pt x="3638537" y="3454"/>
                  </a:lnTo>
                  <a:lnTo>
                    <a:pt x="3638537" y="6083"/>
                  </a:lnTo>
                  <a:lnTo>
                    <a:pt x="3639007" y="7200"/>
                  </a:lnTo>
                  <a:lnTo>
                    <a:pt x="3640874" y="9067"/>
                  </a:lnTo>
                  <a:lnTo>
                    <a:pt x="3641991" y="9525"/>
                  </a:lnTo>
                  <a:lnTo>
                    <a:pt x="3644620" y="9525"/>
                  </a:lnTo>
                  <a:lnTo>
                    <a:pt x="3645738" y="9067"/>
                  </a:lnTo>
                  <a:lnTo>
                    <a:pt x="3647605" y="7200"/>
                  </a:lnTo>
                  <a:lnTo>
                    <a:pt x="3648062" y="6083"/>
                  </a:lnTo>
                  <a:lnTo>
                    <a:pt x="3648062" y="3454"/>
                  </a:lnTo>
                  <a:close/>
                </a:path>
                <a:path w="5695950" h="1792604">
                  <a:moveTo>
                    <a:pt x="3695687" y="1786534"/>
                  </a:moveTo>
                  <a:lnTo>
                    <a:pt x="3695230" y="1785416"/>
                  </a:lnTo>
                  <a:lnTo>
                    <a:pt x="3693363" y="1783549"/>
                  </a:lnTo>
                  <a:lnTo>
                    <a:pt x="3692245" y="1783080"/>
                  </a:lnTo>
                  <a:lnTo>
                    <a:pt x="3689616" y="1783080"/>
                  </a:lnTo>
                  <a:lnTo>
                    <a:pt x="3688499" y="1783549"/>
                  </a:lnTo>
                  <a:lnTo>
                    <a:pt x="3686632" y="1785416"/>
                  </a:lnTo>
                  <a:lnTo>
                    <a:pt x="3686162" y="1786534"/>
                  </a:lnTo>
                  <a:lnTo>
                    <a:pt x="3686162" y="1789163"/>
                  </a:lnTo>
                  <a:lnTo>
                    <a:pt x="3686632" y="1790280"/>
                  </a:lnTo>
                  <a:lnTo>
                    <a:pt x="3688499" y="1792147"/>
                  </a:lnTo>
                  <a:lnTo>
                    <a:pt x="3689616" y="1792605"/>
                  </a:lnTo>
                  <a:lnTo>
                    <a:pt x="3692245" y="1792605"/>
                  </a:lnTo>
                  <a:lnTo>
                    <a:pt x="3693363" y="1792147"/>
                  </a:lnTo>
                  <a:lnTo>
                    <a:pt x="3695230" y="1790280"/>
                  </a:lnTo>
                  <a:lnTo>
                    <a:pt x="3695687" y="1789163"/>
                  </a:lnTo>
                  <a:lnTo>
                    <a:pt x="3695687" y="1786534"/>
                  </a:lnTo>
                  <a:close/>
                </a:path>
                <a:path w="5695950" h="1792604">
                  <a:moveTo>
                    <a:pt x="3695687" y="894994"/>
                  </a:moveTo>
                  <a:lnTo>
                    <a:pt x="3695230" y="893876"/>
                  </a:lnTo>
                  <a:lnTo>
                    <a:pt x="3693363" y="892009"/>
                  </a:lnTo>
                  <a:lnTo>
                    <a:pt x="3692245" y="891552"/>
                  </a:lnTo>
                  <a:lnTo>
                    <a:pt x="3689616" y="891552"/>
                  </a:lnTo>
                  <a:lnTo>
                    <a:pt x="3688499" y="892009"/>
                  </a:lnTo>
                  <a:lnTo>
                    <a:pt x="3686632" y="893876"/>
                  </a:lnTo>
                  <a:lnTo>
                    <a:pt x="3686162" y="894994"/>
                  </a:lnTo>
                  <a:lnTo>
                    <a:pt x="3686162" y="897623"/>
                  </a:lnTo>
                  <a:lnTo>
                    <a:pt x="3686632" y="898740"/>
                  </a:lnTo>
                  <a:lnTo>
                    <a:pt x="3688499" y="900607"/>
                  </a:lnTo>
                  <a:lnTo>
                    <a:pt x="3689616" y="901077"/>
                  </a:lnTo>
                  <a:lnTo>
                    <a:pt x="3692245" y="901077"/>
                  </a:lnTo>
                  <a:lnTo>
                    <a:pt x="3693363" y="900607"/>
                  </a:lnTo>
                  <a:lnTo>
                    <a:pt x="3695230" y="898740"/>
                  </a:lnTo>
                  <a:lnTo>
                    <a:pt x="3695687" y="897623"/>
                  </a:lnTo>
                  <a:lnTo>
                    <a:pt x="3695687" y="894994"/>
                  </a:lnTo>
                  <a:close/>
                </a:path>
                <a:path w="5695950" h="1792604">
                  <a:moveTo>
                    <a:pt x="3695687" y="3454"/>
                  </a:moveTo>
                  <a:lnTo>
                    <a:pt x="3695230" y="2336"/>
                  </a:lnTo>
                  <a:lnTo>
                    <a:pt x="3693363" y="469"/>
                  </a:lnTo>
                  <a:lnTo>
                    <a:pt x="3692245" y="0"/>
                  </a:lnTo>
                  <a:lnTo>
                    <a:pt x="3689616" y="0"/>
                  </a:lnTo>
                  <a:lnTo>
                    <a:pt x="3688499" y="469"/>
                  </a:lnTo>
                  <a:lnTo>
                    <a:pt x="3686632" y="2336"/>
                  </a:lnTo>
                  <a:lnTo>
                    <a:pt x="3686162" y="3454"/>
                  </a:lnTo>
                  <a:lnTo>
                    <a:pt x="3686162" y="6083"/>
                  </a:lnTo>
                  <a:lnTo>
                    <a:pt x="3686632" y="7200"/>
                  </a:lnTo>
                  <a:lnTo>
                    <a:pt x="3688499" y="9067"/>
                  </a:lnTo>
                  <a:lnTo>
                    <a:pt x="3689616" y="9525"/>
                  </a:lnTo>
                  <a:lnTo>
                    <a:pt x="3692245" y="9525"/>
                  </a:lnTo>
                  <a:lnTo>
                    <a:pt x="3693363" y="9067"/>
                  </a:lnTo>
                  <a:lnTo>
                    <a:pt x="3695230" y="7200"/>
                  </a:lnTo>
                  <a:lnTo>
                    <a:pt x="3695687" y="6083"/>
                  </a:lnTo>
                  <a:lnTo>
                    <a:pt x="3695687" y="3454"/>
                  </a:lnTo>
                  <a:close/>
                </a:path>
                <a:path w="5695950" h="1792604">
                  <a:moveTo>
                    <a:pt x="3743312" y="1786534"/>
                  </a:moveTo>
                  <a:lnTo>
                    <a:pt x="3742855" y="1785416"/>
                  </a:lnTo>
                  <a:lnTo>
                    <a:pt x="3740988" y="1783549"/>
                  </a:lnTo>
                  <a:lnTo>
                    <a:pt x="3739870" y="1783080"/>
                  </a:lnTo>
                  <a:lnTo>
                    <a:pt x="3737241" y="1783080"/>
                  </a:lnTo>
                  <a:lnTo>
                    <a:pt x="3736124" y="1783549"/>
                  </a:lnTo>
                  <a:lnTo>
                    <a:pt x="3734257" y="1785416"/>
                  </a:lnTo>
                  <a:lnTo>
                    <a:pt x="3733787" y="1786534"/>
                  </a:lnTo>
                  <a:lnTo>
                    <a:pt x="3733787" y="1789163"/>
                  </a:lnTo>
                  <a:lnTo>
                    <a:pt x="3734257" y="1790280"/>
                  </a:lnTo>
                  <a:lnTo>
                    <a:pt x="3736124" y="1792147"/>
                  </a:lnTo>
                  <a:lnTo>
                    <a:pt x="3737241" y="1792605"/>
                  </a:lnTo>
                  <a:lnTo>
                    <a:pt x="3739870" y="1792605"/>
                  </a:lnTo>
                  <a:lnTo>
                    <a:pt x="3740988" y="1792147"/>
                  </a:lnTo>
                  <a:lnTo>
                    <a:pt x="3742855" y="1790280"/>
                  </a:lnTo>
                  <a:lnTo>
                    <a:pt x="3743312" y="1789163"/>
                  </a:lnTo>
                  <a:lnTo>
                    <a:pt x="3743312" y="1786534"/>
                  </a:lnTo>
                  <a:close/>
                </a:path>
                <a:path w="5695950" h="1792604">
                  <a:moveTo>
                    <a:pt x="3743312" y="894994"/>
                  </a:moveTo>
                  <a:lnTo>
                    <a:pt x="3742855" y="893876"/>
                  </a:lnTo>
                  <a:lnTo>
                    <a:pt x="3740988" y="892009"/>
                  </a:lnTo>
                  <a:lnTo>
                    <a:pt x="3739870" y="891552"/>
                  </a:lnTo>
                  <a:lnTo>
                    <a:pt x="3737241" y="891552"/>
                  </a:lnTo>
                  <a:lnTo>
                    <a:pt x="3736124" y="892009"/>
                  </a:lnTo>
                  <a:lnTo>
                    <a:pt x="3734257" y="893876"/>
                  </a:lnTo>
                  <a:lnTo>
                    <a:pt x="3733787" y="894994"/>
                  </a:lnTo>
                  <a:lnTo>
                    <a:pt x="3733787" y="897623"/>
                  </a:lnTo>
                  <a:lnTo>
                    <a:pt x="3734257" y="898740"/>
                  </a:lnTo>
                  <a:lnTo>
                    <a:pt x="3736124" y="900607"/>
                  </a:lnTo>
                  <a:lnTo>
                    <a:pt x="3737241" y="901077"/>
                  </a:lnTo>
                  <a:lnTo>
                    <a:pt x="3739870" y="901077"/>
                  </a:lnTo>
                  <a:lnTo>
                    <a:pt x="3740988" y="900607"/>
                  </a:lnTo>
                  <a:lnTo>
                    <a:pt x="3742855" y="898740"/>
                  </a:lnTo>
                  <a:lnTo>
                    <a:pt x="3743312" y="897623"/>
                  </a:lnTo>
                  <a:lnTo>
                    <a:pt x="3743312" y="894994"/>
                  </a:lnTo>
                  <a:close/>
                </a:path>
                <a:path w="5695950" h="1792604">
                  <a:moveTo>
                    <a:pt x="3743312" y="3454"/>
                  </a:moveTo>
                  <a:lnTo>
                    <a:pt x="3742855" y="2336"/>
                  </a:lnTo>
                  <a:lnTo>
                    <a:pt x="3740988" y="469"/>
                  </a:lnTo>
                  <a:lnTo>
                    <a:pt x="3739870" y="0"/>
                  </a:lnTo>
                  <a:lnTo>
                    <a:pt x="3737241" y="0"/>
                  </a:lnTo>
                  <a:lnTo>
                    <a:pt x="3736124" y="469"/>
                  </a:lnTo>
                  <a:lnTo>
                    <a:pt x="3734257" y="2336"/>
                  </a:lnTo>
                  <a:lnTo>
                    <a:pt x="3733787" y="3454"/>
                  </a:lnTo>
                  <a:lnTo>
                    <a:pt x="3733787" y="6083"/>
                  </a:lnTo>
                  <a:lnTo>
                    <a:pt x="3734257" y="7200"/>
                  </a:lnTo>
                  <a:lnTo>
                    <a:pt x="3736124" y="9067"/>
                  </a:lnTo>
                  <a:lnTo>
                    <a:pt x="3737241" y="9525"/>
                  </a:lnTo>
                  <a:lnTo>
                    <a:pt x="3739870" y="9525"/>
                  </a:lnTo>
                  <a:lnTo>
                    <a:pt x="3740988" y="9067"/>
                  </a:lnTo>
                  <a:lnTo>
                    <a:pt x="3742855" y="7200"/>
                  </a:lnTo>
                  <a:lnTo>
                    <a:pt x="3743312" y="6083"/>
                  </a:lnTo>
                  <a:lnTo>
                    <a:pt x="3743312" y="3454"/>
                  </a:lnTo>
                  <a:close/>
                </a:path>
                <a:path w="5695950" h="1792604">
                  <a:moveTo>
                    <a:pt x="3790937" y="1786534"/>
                  </a:moveTo>
                  <a:lnTo>
                    <a:pt x="3790480" y="1785416"/>
                  </a:lnTo>
                  <a:lnTo>
                    <a:pt x="3788613" y="1783549"/>
                  </a:lnTo>
                  <a:lnTo>
                    <a:pt x="3787495" y="1783080"/>
                  </a:lnTo>
                  <a:lnTo>
                    <a:pt x="3784866" y="1783080"/>
                  </a:lnTo>
                  <a:lnTo>
                    <a:pt x="3783749" y="1783549"/>
                  </a:lnTo>
                  <a:lnTo>
                    <a:pt x="3781882" y="1785416"/>
                  </a:lnTo>
                  <a:lnTo>
                    <a:pt x="3781412" y="1786534"/>
                  </a:lnTo>
                  <a:lnTo>
                    <a:pt x="3781412" y="1789163"/>
                  </a:lnTo>
                  <a:lnTo>
                    <a:pt x="3781882" y="1790280"/>
                  </a:lnTo>
                  <a:lnTo>
                    <a:pt x="3783749" y="1792147"/>
                  </a:lnTo>
                  <a:lnTo>
                    <a:pt x="3784866" y="1792605"/>
                  </a:lnTo>
                  <a:lnTo>
                    <a:pt x="3787495" y="1792605"/>
                  </a:lnTo>
                  <a:lnTo>
                    <a:pt x="3788613" y="1792147"/>
                  </a:lnTo>
                  <a:lnTo>
                    <a:pt x="3790480" y="1790280"/>
                  </a:lnTo>
                  <a:lnTo>
                    <a:pt x="3790937" y="1789163"/>
                  </a:lnTo>
                  <a:lnTo>
                    <a:pt x="3790937" y="1786534"/>
                  </a:lnTo>
                  <a:close/>
                </a:path>
                <a:path w="5695950" h="1792604">
                  <a:moveTo>
                    <a:pt x="3790937" y="894994"/>
                  </a:moveTo>
                  <a:lnTo>
                    <a:pt x="3790480" y="893876"/>
                  </a:lnTo>
                  <a:lnTo>
                    <a:pt x="3788613" y="892009"/>
                  </a:lnTo>
                  <a:lnTo>
                    <a:pt x="3787495" y="891552"/>
                  </a:lnTo>
                  <a:lnTo>
                    <a:pt x="3784866" y="891552"/>
                  </a:lnTo>
                  <a:lnTo>
                    <a:pt x="3783749" y="892009"/>
                  </a:lnTo>
                  <a:lnTo>
                    <a:pt x="3781882" y="893876"/>
                  </a:lnTo>
                  <a:lnTo>
                    <a:pt x="3781412" y="894994"/>
                  </a:lnTo>
                  <a:lnTo>
                    <a:pt x="3781412" y="897623"/>
                  </a:lnTo>
                  <a:lnTo>
                    <a:pt x="3781882" y="898740"/>
                  </a:lnTo>
                  <a:lnTo>
                    <a:pt x="3783749" y="900607"/>
                  </a:lnTo>
                  <a:lnTo>
                    <a:pt x="3784866" y="901077"/>
                  </a:lnTo>
                  <a:lnTo>
                    <a:pt x="3787495" y="901077"/>
                  </a:lnTo>
                  <a:lnTo>
                    <a:pt x="3788613" y="900607"/>
                  </a:lnTo>
                  <a:lnTo>
                    <a:pt x="3790480" y="898740"/>
                  </a:lnTo>
                  <a:lnTo>
                    <a:pt x="3790937" y="897623"/>
                  </a:lnTo>
                  <a:lnTo>
                    <a:pt x="3790937" y="894994"/>
                  </a:lnTo>
                  <a:close/>
                </a:path>
                <a:path w="5695950" h="1792604">
                  <a:moveTo>
                    <a:pt x="3790937" y="3454"/>
                  </a:moveTo>
                  <a:lnTo>
                    <a:pt x="3790480" y="2336"/>
                  </a:lnTo>
                  <a:lnTo>
                    <a:pt x="3788613" y="469"/>
                  </a:lnTo>
                  <a:lnTo>
                    <a:pt x="3787495" y="0"/>
                  </a:lnTo>
                  <a:lnTo>
                    <a:pt x="3784866" y="0"/>
                  </a:lnTo>
                  <a:lnTo>
                    <a:pt x="3783749" y="469"/>
                  </a:lnTo>
                  <a:lnTo>
                    <a:pt x="3781882" y="2336"/>
                  </a:lnTo>
                  <a:lnTo>
                    <a:pt x="3781412" y="3454"/>
                  </a:lnTo>
                  <a:lnTo>
                    <a:pt x="3781412" y="6083"/>
                  </a:lnTo>
                  <a:lnTo>
                    <a:pt x="3781882" y="7200"/>
                  </a:lnTo>
                  <a:lnTo>
                    <a:pt x="3783749" y="9067"/>
                  </a:lnTo>
                  <a:lnTo>
                    <a:pt x="3784866" y="9525"/>
                  </a:lnTo>
                  <a:lnTo>
                    <a:pt x="3787495" y="9525"/>
                  </a:lnTo>
                  <a:lnTo>
                    <a:pt x="3788613" y="9067"/>
                  </a:lnTo>
                  <a:lnTo>
                    <a:pt x="3790480" y="7200"/>
                  </a:lnTo>
                  <a:lnTo>
                    <a:pt x="3790937" y="6083"/>
                  </a:lnTo>
                  <a:lnTo>
                    <a:pt x="3790937" y="3454"/>
                  </a:lnTo>
                  <a:close/>
                </a:path>
                <a:path w="5695950" h="1792604">
                  <a:moveTo>
                    <a:pt x="3838562" y="1786534"/>
                  </a:moveTo>
                  <a:lnTo>
                    <a:pt x="3838105" y="1785416"/>
                  </a:lnTo>
                  <a:lnTo>
                    <a:pt x="3836238" y="1783549"/>
                  </a:lnTo>
                  <a:lnTo>
                    <a:pt x="3835120" y="1783080"/>
                  </a:lnTo>
                  <a:lnTo>
                    <a:pt x="3832491" y="1783080"/>
                  </a:lnTo>
                  <a:lnTo>
                    <a:pt x="3831374" y="1783549"/>
                  </a:lnTo>
                  <a:lnTo>
                    <a:pt x="3829507" y="1785416"/>
                  </a:lnTo>
                  <a:lnTo>
                    <a:pt x="3829037" y="1786534"/>
                  </a:lnTo>
                  <a:lnTo>
                    <a:pt x="3829037" y="1789163"/>
                  </a:lnTo>
                  <a:lnTo>
                    <a:pt x="3829507" y="1790280"/>
                  </a:lnTo>
                  <a:lnTo>
                    <a:pt x="3831374" y="1792147"/>
                  </a:lnTo>
                  <a:lnTo>
                    <a:pt x="3832491" y="1792605"/>
                  </a:lnTo>
                  <a:lnTo>
                    <a:pt x="3835120" y="1792605"/>
                  </a:lnTo>
                  <a:lnTo>
                    <a:pt x="3836238" y="1792147"/>
                  </a:lnTo>
                  <a:lnTo>
                    <a:pt x="3838105" y="1790280"/>
                  </a:lnTo>
                  <a:lnTo>
                    <a:pt x="3838562" y="1789163"/>
                  </a:lnTo>
                  <a:lnTo>
                    <a:pt x="3838562" y="1786534"/>
                  </a:lnTo>
                  <a:close/>
                </a:path>
                <a:path w="5695950" h="1792604">
                  <a:moveTo>
                    <a:pt x="3838562" y="894994"/>
                  </a:moveTo>
                  <a:lnTo>
                    <a:pt x="3838105" y="893876"/>
                  </a:lnTo>
                  <a:lnTo>
                    <a:pt x="3836238" y="892009"/>
                  </a:lnTo>
                  <a:lnTo>
                    <a:pt x="3835120" y="891552"/>
                  </a:lnTo>
                  <a:lnTo>
                    <a:pt x="3832491" y="891552"/>
                  </a:lnTo>
                  <a:lnTo>
                    <a:pt x="3831374" y="892009"/>
                  </a:lnTo>
                  <a:lnTo>
                    <a:pt x="3829507" y="893876"/>
                  </a:lnTo>
                  <a:lnTo>
                    <a:pt x="3829037" y="894994"/>
                  </a:lnTo>
                  <a:lnTo>
                    <a:pt x="3829037" y="897623"/>
                  </a:lnTo>
                  <a:lnTo>
                    <a:pt x="3829507" y="898740"/>
                  </a:lnTo>
                  <a:lnTo>
                    <a:pt x="3831374" y="900607"/>
                  </a:lnTo>
                  <a:lnTo>
                    <a:pt x="3832491" y="901077"/>
                  </a:lnTo>
                  <a:lnTo>
                    <a:pt x="3835120" y="901077"/>
                  </a:lnTo>
                  <a:lnTo>
                    <a:pt x="3836238" y="900607"/>
                  </a:lnTo>
                  <a:lnTo>
                    <a:pt x="3838105" y="898740"/>
                  </a:lnTo>
                  <a:lnTo>
                    <a:pt x="3838562" y="897623"/>
                  </a:lnTo>
                  <a:lnTo>
                    <a:pt x="3838562" y="894994"/>
                  </a:lnTo>
                  <a:close/>
                </a:path>
                <a:path w="5695950" h="1792604">
                  <a:moveTo>
                    <a:pt x="3838562" y="3454"/>
                  </a:moveTo>
                  <a:lnTo>
                    <a:pt x="3838105" y="2336"/>
                  </a:lnTo>
                  <a:lnTo>
                    <a:pt x="3836238" y="469"/>
                  </a:lnTo>
                  <a:lnTo>
                    <a:pt x="3835120" y="0"/>
                  </a:lnTo>
                  <a:lnTo>
                    <a:pt x="3832491" y="0"/>
                  </a:lnTo>
                  <a:lnTo>
                    <a:pt x="3831374" y="469"/>
                  </a:lnTo>
                  <a:lnTo>
                    <a:pt x="3829507" y="2336"/>
                  </a:lnTo>
                  <a:lnTo>
                    <a:pt x="3829037" y="3454"/>
                  </a:lnTo>
                  <a:lnTo>
                    <a:pt x="3829037" y="6083"/>
                  </a:lnTo>
                  <a:lnTo>
                    <a:pt x="3829507" y="7200"/>
                  </a:lnTo>
                  <a:lnTo>
                    <a:pt x="3831374" y="9067"/>
                  </a:lnTo>
                  <a:lnTo>
                    <a:pt x="3832491" y="9525"/>
                  </a:lnTo>
                  <a:lnTo>
                    <a:pt x="3835120" y="9525"/>
                  </a:lnTo>
                  <a:lnTo>
                    <a:pt x="3836238" y="9067"/>
                  </a:lnTo>
                  <a:lnTo>
                    <a:pt x="3838105" y="7200"/>
                  </a:lnTo>
                  <a:lnTo>
                    <a:pt x="3838562" y="6083"/>
                  </a:lnTo>
                  <a:lnTo>
                    <a:pt x="3838562" y="3454"/>
                  </a:lnTo>
                  <a:close/>
                </a:path>
                <a:path w="5695950" h="1792604">
                  <a:moveTo>
                    <a:pt x="3886187" y="1786534"/>
                  </a:moveTo>
                  <a:lnTo>
                    <a:pt x="3885730" y="1785416"/>
                  </a:lnTo>
                  <a:lnTo>
                    <a:pt x="3883863" y="1783549"/>
                  </a:lnTo>
                  <a:lnTo>
                    <a:pt x="3882745" y="1783080"/>
                  </a:lnTo>
                  <a:lnTo>
                    <a:pt x="3880116" y="1783080"/>
                  </a:lnTo>
                  <a:lnTo>
                    <a:pt x="3878999" y="1783549"/>
                  </a:lnTo>
                  <a:lnTo>
                    <a:pt x="3877132" y="1785416"/>
                  </a:lnTo>
                  <a:lnTo>
                    <a:pt x="3876662" y="1786534"/>
                  </a:lnTo>
                  <a:lnTo>
                    <a:pt x="3876662" y="1789163"/>
                  </a:lnTo>
                  <a:lnTo>
                    <a:pt x="3877132" y="1790280"/>
                  </a:lnTo>
                  <a:lnTo>
                    <a:pt x="3878999" y="1792147"/>
                  </a:lnTo>
                  <a:lnTo>
                    <a:pt x="3880116" y="1792605"/>
                  </a:lnTo>
                  <a:lnTo>
                    <a:pt x="3882745" y="1792605"/>
                  </a:lnTo>
                  <a:lnTo>
                    <a:pt x="3883863" y="1792147"/>
                  </a:lnTo>
                  <a:lnTo>
                    <a:pt x="3885730" y="1790280"/>
                  </a:lnTo>
                  <a:lnTo>
                    <a:pt x="3886187" y="1789163"/>
                  </a:lnTo>
                  <a:lnTo>
                    <a:pt x="3886187" y="1786534"/>
                  </a:lnTo>
                  <a:close/>
                </a:path>
                <a:path w="5695950" h="1792604">
                  <a:moveTo>
                    <a:pt x="3886187" y="894994"/>
                  </a:moveTo>
                  <a:lnTo>
                    <a:pt x="3885730" y="893876"/>
                  </a:lnTo>
                  <a:lnTo>
                    <a:pt x="3883863" y="892009"/>
                  </a:lnTo>
                  <a:lnTo>
                    <a:pt x="3882745" y="891552"/>
                  </a:lnTo>
                  <a:lnTo>
                    <a:pt x="3880116" y="891552"/>
                  </a:lnTo>
                  <a:lnTo>
                    <a:pt x="3878999" y="892009"/>
                  </a:lnTo>
                  <a:lnTo>
                    <a:pt x="3877132" y="893876"/>
                  </a:lnTo>
                  <a:lnTo>
                    <a:pt x="3876662" y="894994"/>
                  </a:lnTo>
                  <a:lnTo>
                    <a:pt x="3876662" y="897623"/>
                  </a:lnTo>
                  <a:lnTo>
                    <a:pt x="3877132" y="898740"/>
                  </a:lnTo>
                  <a:lnTo>
                    <a:pt x="3878999" y="900607"/>
                  </a:lnTo>
                  <a:lnTo>
                    <a:pt x="3880116" y="901077"/>
                  </a:lnTo>
                  <a:lnTo>
                    <a:pt x="3882745" y="901077"/>
                  </a:lnTo>
                  <a:lnTo>
                    <a:pt x="3883863" y="900607"/>
                  </a:lnTo>
                  <a:lnTo>
                    <a:pt x="3885730" y="898740"/>
                  </a:lnTo>
                  <a:lnTo>
                    <a:pt x="3886187" y="897623"/>
                  </a:lnTo>
                  <a:lnTo>
                    <a:pt x="3886187" y="894994"/>
                  </a:lnTo>
                  <a:close/>
                </a:path>
                <a:path w="5695950" h="1792604">
                  <a:moveTo>
                    <a:pt x="3886187" y="3454"/>
                  </a:moveTo>
                  <a:lnTo>
                    <a:pt x="3885730" y="2336"/>
                  </a:lnTo>
                  <a:lnTo>
                    <a:pt x="3883863" y="469"/>
                  </a:lnTo>
                  <a:lnTo>
                    <a:pt x="3882745" y="0"/>
                  </a:lnTo>
                  <a:lnTo>
                    <a:pt x="3880116" y="0"/>
                  </a:lnTo>
                  <a:lnTo>
                    <a:pt x="3878999" y="469"/>
                  </a:lnTo>
                  <a:lnTo>
                    <a:pt x="3877132" y="2336"/>
                  </a:lnTo>
                  <a:lnTo>
                    <a:pt x="3876662" y="3454"/>
                  </a:lnTo>
                  <a:lnTo>
                    <a:pt x="3876662" y="6083"/>
                  </a:lnTo>
                  <a:lnTo>
                    <a:pt x="3877132" y="7200"/>
                  </a:lnTo>
                  <a:lnTo>
                    <a:pt x="3878999" y="9067"/>
                  </a:lnTo>
                  <a:lnTo>
                    <a:pt x="3880116" y="9525"/>
                  </a:lnTo>
                  <a:lnTo>
                    <a:pt x="3882745" y="9525"/>
                  </a:lnTo>
                  <a:lnTo>
                    <a:pt x="3883863" y="9067"/>
                  </a:lnTo>
                  <a:lnTo>
                    <a:pt x="3885730" y="7200"/>
                  </a:lnTo>
                  <a:lnTo>
                    <a:pt x="3886187" y="6083"/>
                  </a:lnTo>
                  <a:lnTo>
                    <a:pt x="3886187" y="3454"/>
                  </a:lnTo>
                  <a:close/>
                </a:path>
                <a:path w="5695950" h="1792604">
                  <a:moveTo>
                    <a:pt x="3933812" y="1786534"/>
                  </a:moveTo>
                  <a:lnTo>
                    <a:pt x="3933355" y="1785416"/>
                  </a:lnTo>
                  <a:lnTo>
                    <a:pt x="3931488" y="1783549"/>
                  </a:lnTo>
                  <a:lnTo>
                    <a:pt x="3930370" y="1783080"/>
                  </a:lnTo>
                  <a:lnTo>
                    <a:pt x="3927741" y="1783080"/>
                  </a:lnTo>
                  <a:lnTo>
                    <a:pt x="3926624" y="1783549"/>
                  </a:lnTo>
                  <a:lnTo>
                    <a:pt x="3924757" y="1785416"/>
                  </a:lnTo>
                  <a:lnTo>
                    <a:pt x="3924287" y="1786534"/>
                  </a:lnTo>
                  <a:lnTo>
                    <a:pt x="3924287" y="1789163"/>
                  </a:lnTo>
                  <a:lnTo>
                    <a:pt x="3924757" y="1790280"/>
                  </a:lnTo>
                  <a:lnTo>
                    <a:pt x="3926624" y="1792147"/>
                  </a:lnTo>
                  <a:lnTo>
                    <a:pt x="3927741" y="1792605"/>
                  </a:lnTo>
                  <a:lnTo>
                    <a:pt x="3930370" y="1792605"/>
                  </a:lnTo>
                  <a:lnTo>
                    <a:pt x="3931488" y="1792147"/>
                  </a:lnTo>
                  <a:lnTo>
                    <a:pt x="3933355" y="1790280"/>
                  </a:lnTo>
                  <a:lnTo>
                    <a:pt x="3933812" y="1789163"/>
                  </a:lnTo>
                  <a:lnTo>
                    <a:pt x="3933812" y="1786534"/>
                  </a:lnTo>
                  <a:close/>
                </a:path>
                <a:path w="5695950" h="1792604">
                  <a:moveTo>
                    <a:pt x="3933812" y="894994"/>
                  </a:moveTo>
                  <a:lnTo>
                    <a:pt x="3933355" y="893876"/>
                  </a:lnTo>
                  <a:lnTo>
                    <a:pt x="3931488" y="892009"/>
                  </a:lnTo>
                  <a:lnTo>
                    <a:pt x="3930370" y="891552"/>
                  </a:lnTo>
                  <a:lnTo>
                    <a:pt x="3927741" y="891552"/>
                  </a:lnTo>
                  <a:lnTo>
                    <a:pt x="3926624" y="892009"/>
                  </a:lnTo>
                  <a:lnTo>
                    <a:pt x="3924757" y="893876"/>
                  </a:lnTo>
                  <a:lnTo>
                    <a:pt x="3924287" y="894994"/>
                  </a:lnTo>
                  <a:lnTo>
                    <a:pt x="3924287" y="897623"/>
                  </a:lnTo>
                  <a:lnTo>
                    <a:pt x="3924757" y="898740"/>
                  </a:lnTo>
                  <a:lnTo>
                    <a:pt x="3926624" y="900607"/>
                  </a:lnTo>
                  <a:lnTo>
                    <a:pt x="3927741" y="901077"/>
                  </a:lnTo>
                  <a:lnTo>
                    <a:pt x="3930370" y="901077"/>
                  </a:lnTo>
                  <a:lnTo>
                    <a:pt x="3931488" y="900607"/>
                  </a:lnTo>
                  <a:lnTo>
                    <a:pt x="3933355" y="898740"/>
                  </a:lnTo>
                  <a:lnTo>
                    <a:pt x="3933812" y="897623"/>
                  </a:lnTo>
                  <a:lnTo>
                    <a:pt x="3933812" y="894994"/>
                  </a:lnTo>
                  <a:close/>
                </a:path>
                <a:path w="5695950" h="1792604">
                  <a:moveTo>
                    <a:pt x="3933812" y="3454"/>
                  </a:moveTo>
                  <a:lnTo>
                    <a:pt x="3933355" y="2336"/>
                  </a:lnTo>
                  <a:lnTo>
                    <a:pt x="3931488" y="469"/>
                  </a:lnTo>
                  <a:lnTo>
                    <a:pt x="3930370" y="0"/>
                  </a:lnTo>
                  <a:lnTo>
                    <a:pt x="3927741" y="0"/>
                  </a:lnTo>
                  <a:lnTo>
                    <a:pt x="3926624" y="469"/>
                  </a:lnTo>
                  <a:lnTo>
                    <a:pt x="3924757" y="2336"/>
                  </a:lnTo>
                  <a:lnTo>
                    <a:pt x="3924287" y="3454"/>
                  </a:lnTo>
                  <a:lnTo>
                    <a:pt x="3924287" y="6083"/>
                  </a:lnTo>
                  <a:lnTo>
                    <a:pt x="3924757" y="7200"/>
                  </a:lnTo>
                  <a:lnTo>
                    <a:pt x="3926624" y="9067"/>
                  </a:lnTo>
                  <a:lnTo>
                    <a:pt x="3927741" y="9525"/>
                  </a:lnTo>
                  <a:lnTo>
                    <a:pt x="3930370" y="9525"/>
                  </a:lnTo>
                  <a:lnTo>
                    <a:pt x="3931488" y="9067"/>
                  </a:lnTo>
                  <a:lnTo>
                    <a:pt x="3933355" y="7200"/>
                  </a:lnTo>
                  <a:lnTo>
                    <a:pt x="3933812" y="6083"/>
                  </a:lnTo>
                  <a:lnTo>
                    <a:pt x="3933812" y="3454"/>
                  </a:lnTo>
                  <a:close/>
                </a:path>
                <a:path w="5695950" h="1792604">
                  <a:moveTo>
                    <a:pt x="3981437" y="1786534"/>
                  </a:moveTo>
                  <a:lnTo>
                    <a:pt x="3980980" y="1785416"/>
                  </a:lnTo>
                  <a:lnTo>
                    <a:pt x="3979113" y="1783549"/>
                  </a:lnTo>
                  <a:lnTo>
                    <a:pt x="3977995" y="1783080"/>
                  </a:lnTo>
                  <a:lnTo>
                    <a:pt x="3975366" y="1783080"/>
                  </a:lnTo>
                  <a:lnTo>
                    <a:pt x="3974249" y="1783549"/>
                  </a:lnTo>
                  <a:lnTo>
                    <a:pt x="3972382" y="1785416"/>
                  </a:lnTo>
                  <a:lnTo>
                    <a:pt x="3971912" y="1786534"/>
                  </a:lnTo>
                  <a:lnTo>
                    <a:pt x="3971912" y="1789163"/>
                  </a:lnTo>
                  <a:lnTo>
                    <a:pt x="3972382" y="1790280"/>
                  </a:lnTo>
                  <a:lnTo>
                    <a:pt x="3974249" y="1792147"/>
                  </a:lnTo>
                  <a:lnTo>
                    <a:pt x="3975366" y="1792605"/>
                  </a:lnTo>
                  <a:lnTo>
                    <a:pt x="3977995" y="1792605"/>
                  </a:lnTo>
                  <a:lnTo>
                    <a:pt x="3979113" y="1792147"/>
                  </a:lnTo>
                  <a:lnTo>
                    <a:pt x="3980980" y="1790280"/>
                  </a:lnTo>
                  <a:lnTo>
                    <a:pt x="3981437" y="1789163"/>
                  </a:lnTo>
                  <a:lnTo>
                    <a:pt x="3981437" y="1786534"/>
                  </a:lnTo>
                  <a:close/>
                </a:path>
                <a:path w="5695950" h="1792604">
                  <a:moveTo>
                    <a:pt x="3981437" y="894994"/>
                  </a:moveTo>
                  <a:lnTo>
                    <a:pt x="3980980" y="893876"/>
                  </a:lnTo>
                  <a:lnTo>
                    <a:pt x="3979113" y="892009"/>
                  </a:lnTo>
                  <a:lnTo>
                    <a:pt x="3977995" y="891552"/>
                  </a:lnTo>
                  <a:lnTo>
                    <a:pt x="3975366" y="891552"/>
                  </a:lnTo>
                  <a:lnTo>
                    <a:pt x="3974249" y="892009"/>
                  </a:lnTo>
                  <a:lnTo>
                    <a:pt x="3972382" y="893876"/>
                  </a:lnTo>
                  <a:lnTo>
                    <a:pt x="3971912" y="894994"/>
                  </a:lnTo>
                  <a:lnTo>
                    <a:pt x="3971912" y="897623"/>
                  </a:lnTo>
                  <a:lnTo>
                    <a:pt x="3972382" y="898740"/>
                  </a:lnTo>
                  <a:lnTo>
                    <a:pt x="3974249" y="900607"/>
                  </a:lnTo>
                  <a:lnTo>
                    <a:pt x="3975366" y="901077"/>
                  </a:lnTo>
                  <a:lnTo>
                    <a:pt x="3977995" y="901077"/>
                  </a:lnTo>
                  <a:lnTo>
                    <a:pt x="3979113" y="900607"/>
                  </a:lnTo>
                  <a:lnTo>
                    <a:pt x="3980980" y="898740"/>
                  </a:lnTo>
                  <a:lnTo>
                    <a:pt x="3981437" y="897623"/>
                  </a:lnTo>
                  <a:lnTo>
                    <a:pt x="3981437" y="894994"/>
                  </a:lnTo>
                  <a:close/>
                </a:path>
                <a:path w="5695950" h="1792604">
                  <a:moveTo>
                    <a:pt x="3981437" y="3454"/>
                  </a:moveTo>
                  <a:lnTo>
                    <a:pt x="3980980" y="2336"/>
                  </a:lnTo>
                  <a:lnTo>
                    <a:pt x="3979113" y="469"/>
                  </a:lnTo>
                  <a:lnTo>
                    <a:pt x="3977995" y="0"/>
                  </a:lnTo>
                  <a:lnTo>
                    <a:pt x="3975366" y="0"/>
                  </a:lnTo>
                  <a:lnTo>
                    <a:pt x="3974249" y="469"/>
                  </a:lnTo>
                  <a:lnTo>
                    <a:pt x="3972382" y="2336"/>
                  </a:lnTo>
                  <a:lnTo>
                    <a:pt x="3971912" y="3454"/>
                  </a:lnTo>
                  <a:lnTo>
                    <a:pt x="3971912" y="6083"/>
                  </a:lnTo>
                  <a:lnTo>
                    <a:pt x="3972382" y="7200"/>
                  </a:lnTo>
                  <a:lnTo>
                    <a:pt x="3974249" y="9067"/>
                  </a:lnTo>
                  <a:lnTo>
                    <a:pt x="3975366" y="9525"/>
                  </a:lnTo>
                  <a:lnTo>
                    <a:pt x="3977995" y="9525"/>
                  </a:lnTo>
                  <a:lnTo>
                    <a:pt x="3979113" y="9067"/>
                  </a:lnTo>
                  <a:lnTo>
                    <a:pt x="3980980" y="7200"/>
                  </a:lnTo>
                  <a:lnTo>
                    <a:pt x="3981437" y="6083"/>
                  </a:lnTo>
                  <a:lnTo>
                    <a:pt x="3981437" y="3454"/>
                  </a:lnTo>
                  <a:close/>
                </a:path>
                <a:path w="5695950" h="1792604">
                  <a:moveTo>
                    <a:pt x="4029062" y="1786534"/>
                  </a:moveTo>
                  <a:lnTo>
                    <a:pt x="4028605" y="1785416"/>
                  </a:lnTo>
                  <a:lnTo>
                    <a:pt x="4026738" y="1783549"/>
                  </a:lnTo>
                  <a:lnTo>
                    <a:pt x="4025620" y="1783080"/>
                  </a:lnTo>
                  <a:lnTo>
                    <a:pt x="4022991" y="1783080"/>
                  </a:lnTo>
                  <a:lnTo>
                    <a:pt x="4021861" y="1783549"/>
                  </a:lnTo>
                  <a:lnTo>
                    <a:pt x="4020007" y="1785416"/>
                  </a:lnTo>
                  <a:lnTo>
                    <a:pt x="4019537" y="1786534"/>
                  </a:lnTo>
                  <a:lnTo>
                    <a:pt x="4019537" y="1789163"/>
                  </a:lnTo>
                  <a:lnTo>
                    <a:pt x="4020007" y="1790280"/>
                  </a:lnTo>
                  <a:lnTo>
                    <a:pt x="4021861" y="1792147"/>
                  </a:lnTo>
                  <a:lnTo>
                    <a:pt x="4022991" y="1792605"/>
                  </a:lnTo>
                  <a:lnTo>
                    <a:pt x="4025620" y="1792605"/>
                  </a:lnTo>
                  <a:lnTo>
                    <a:pt x="4026738" y="1792147"/>
                  </a:lnTo>
                  <a:lnTo>
                    <a:pt x="4028605" y="1790280"/>
                  </a:lnTo>
                  <a:lnTo>
                    <a:pt x="4029062" y="1789163"/>
                  </a:lnTo>
                  <a:lnTo>
                    <a:pt x="4029062" y="1786534"/>
                  </a:lnTo>
                  <a:close/>
                </a:path>
                <a:path w="5695950" h="1792604">
                  <a:moveTo>
                    <a:pt x="4029062" y="894994"/>
                  </a:moveTo>
                  <a:lnTo>
                    <a:pt x="4028605" y="893876"/>
                  </a:lnTo>
                  <a:lnTo>
                    <a:pt x="4026738" y="892009"/>
                  </a:lnTo>
                  <a:lnTo>
                    <a:pt x="4025620" y="891552"/>
                  </a:lnTo>
                  <a:lnTo>
                    <a:pt x="4022991" y="891552"/>
                  </a:lnTo>
                  <a:lnTo>
                    <a:pt x="4021861" y="892009"/>
                  </a:lnTo>
                  <a:lnTo>
                    <a:pt x="4020007" y="893876"/>
                  </a:lnTo>
                  <a:lnTo>
                    <a:pt x="4019537" y="894994"/>
                  </a:lnTo>
                  <a:lnTo>
                    <a:pt x="4019537" y="897623"/>
                  </a:lnTo>
                  <a:lnTo>
                    <a:pt x="4020007" y="898740"/>
                  </a:lnTo>
                  <a:lnTo>
                    <a:pt x="4021861" y="900607"/>
                  </a:lnTo>
                  <a:lnTo>
                    <a:pt x="4022991" y="901077"/>
                  </a:lnTo>
                  <a:lnTo>
                    <a:pt x="4025620" y="901077"/>
                  </a:lnTo>
                  <a:lnTo>
                    <a:pt x="4026738" y="900607"/>
                  </a:lnTo>
                  <a:lnTo>
                    <a:pt x="4028605" y="898740"/>
                  </a:lnTo>
                  <a:lnTo>
                    <a:pt x="4029062" y="897623"/>
                  </a:lnTo>
                  <a:lnTo>
                    <a:pt x="4029062" y="894994"/>
                  </a:lnTo>
                  <a:close/>
                </a:path>
                <a:path w="5695950" h="1792604">
                  <a:moveTo>
                    <a:pt x="4029062" y="3454"/>
                  </a:moveTo>
                  <a:lnTo>
                    <a:pt x="4028605" y="2336"/>
                  </a:lnTo>
                  <a:lnTo>
                    <a:pt x="4026738" y="469"/>
                  </a:lnTo>
                  <a:lnTo>
                    <a:pt x="4025620" y="0"/>
                  </a:lnTo>
                  <a:lnTo>
                    <a:pt x="4022991" y="0"/>
                  </a:lnTo>
                  <a:lnTo>
                    <a:pt x="4021861" y="469"/>
                  </a:lnTo>
                  <a:lnTo>
                    <a:pt x="4020007" y="2336"/>
                  </a:lnTo>
                  <a:lnTo>
                    <a:pt x="4019537" y="3454"/>
                  </a:lnTo>
                  <a:lnTo>
                    <a:pt x="4019537" y="6083"/>
                  </a:lnTo>
                  <a:lnTo>
                    <a:pt x="4020007" y="7200"/>
                  </a:lnTo>
                  <a:lnTo>
                    <a:pt x="4021861" y="9067"/>
                  </a:lnTo>
                  <a:lnTo>
                    <a:pt x="4022991" y="9525"/>
                  </a:lnTo>
                  <a:lnTo>
                    <a:pt x="4025620" y="9525"/>
                  </a:lnTo>
                  <a:lnTo>
                    <a:pt x="4026738" y="9067"/>
                  </a:lnTo>
                  <a:lnTo>
                    <a:pt x="4028605" y="7200"/>
                  </a:lnTo>
                  <a:lnTo>
                    <a:pt x="4029062" y="6083"/>
                  </a:lnTo>
                  <a:lnTo>
                    <a:pt x="4029062" y="3454"/>
                  </a:lnTo>
                  <a:close/>
                </a:path>
                <a:path w="5695950" h="1792604">
                  <a:moveTo>
                    <a:pt x="4076687" y="1786534"/>
                  </a:moveTo>
                  <a:lnTo>
                    <a:pt x="4076230" y="1785416"/>
                  </a:lnTo>
                  <a:lnTo>
                    <a:pt x="4074363" y="1783549"/>
                  </a:lnTo>
                  <a:lnTo>
                    <a:pt x="4073245" y="1783080"/>
                  </a:lnTo>
                  <a:lnTo>
                    <a:pt x="4070616" y="1783080"/>
                  </a:lnTo>
                  <a:lnTo>
                    <a:pt x="4069499" y="1783549"/>
                  </a:lnTo>
                  <a:lnTo>
                    <a:pt x="4067632" y="1785416"/>
                  </a:lnTo>
                  <a:lnTo>
                    <a:pt x="4067162" y="1786534"/>
                  </a:lnTo>
                  <a:lnTo>
                    <a:pt x="4067162" y="1789163"/>
                  </a:lnTo>
                  <a:lnTo>
                    <a:pt x="4067632" y="1790280"/>
                  </a:lnTo>
                  <a:lnTo>
                    <a:pt x="4069499" y="1792147"/>
                  </a:lnTo>
                  <a:lnTo>
                    <a:pt x="4070616" y="1792605"/>
                  </a:lnTo>
                  <a:lnTo>
                    <a:pt x="4073245" y="1792605"/>
                  </a:lnTo>
                  <a:lnTo>
                    <a:pt x="4074363" y="1792147"/>
                  </a:lnTo>
                  <a:lnTo>
                    <a:pt x="4076230" y="1790280"/>
                  </a:lnTo>
                  <a:lnTo>
                    <a:pt x="4076687" y="1789163"/>
                  </a:lnTo>
                  <a:lnTo>
                    <a:pt x="4076687" y="1786534"/>
                  </a:lnTo>
                  <a:close/>
                </a:path>
                <a:path w="5695950" h="1792604">
                  <a:moveTo>
                    <a:pt x="4076687" y="894994"/>
                  </a:moveTo>
                  <a:lnTo>
                    <a:pt x="4076230" y="893876"/>
                  </a:lnTo>
                  <a:lnTo>
                    <a:pt x="4074363" y="892009"/>
                  </a:lnTo>
                  <a:lnTo>
                    <a:pt x="4073245" y="891552"/>
                  </a:lnTo>
                  <a:lnTo>
                    <a:pt x="4070616" y="891552"/>
                  </a:lnTo>
                  <a:lnTo>
                    <a:pt x="4069499" y="892009"/>
                  </a:lnTo>
                  <a:lnTo>
                    <a:pt x="4067632" y="893876"/>
                  </a:lnTo>
                  <a:lnTo>
                    <a:pt x="4067162" y="894994"/>
                  </a:lnTo>
                  <a:lnTo>
                    <a:pt x="4067162" y="897623"/>
                  </a:lnTo>
                  <a:lnTo>
                    <a:pt x="4067632" y="898740"/>
                  </a:lnTo>
                  <a:lnTo>
                    <a:pt x="4069499" y="900607"/>
                  </a:lnTo>
                  <a:lnTo>
                    <a:pt x="4070616" y="901077"/>
                  </a:lnTo>
                  <a:lnTo>
                    <a:pt x="4073245" y="901077"/>
                  </a:lnTo>
                  <a:lnTo>
                    <a:pt x="4074363" y="900607"/>
                  </a:lnTo>
                  <a:lnTo>
                    <a:pt x="4076230" y="898740"/>
                  </a:lnTo>
                  <a:lnTo>
                    <a:pt x="4076687" y="897623"/>
                  </a:lnTo>
                  <a:lnTo>
                    <a:pt x="4076687" y="894994"/>
                  </a:lnTo>
                  <a:close/>
                </a:path>
                <a:path w="5695950" h="1792604">
                  <a:moveTo>
                    <a:pt x="4076687" y="3454"/>
                  </a:moveTo>
                  <a:lnTo>
                    <a:pt x="4076230" y="2336"/>
                  </a:lnTo>
                  <a:lnTo>
                    <a:pt x="4074363" y="469"/>
                  </a:lnTo>
                  <a:lnTo>
                    <a:pt x="4073245" y="0"/>
                  </a:lnTo>
                  <a:lnTo>
                    <a:pt x="4070616" y="0"/>
                  </a:lnTo>
                  <a:lnTo>
                    <a:pt x="4069499" y="469"/>
                  </a:lnTo>
                  <a:lnTo>
                    <a:pt x="4067632" y="2336"/>
                  </a:lnTo>
                  <a:lnTo>
                    <a:pt x="4067162" y="3454"/>
                  </a:lnTo>
                  <a:lnTo>
                    <a:pt x="4067162" y="6083"/>
                  </a:lnTo>
                  <a:lnTo>
                    <a:pt x="4067632" y="7200"/>
                  </a:lnTo>
                  <a:lnTo>
                    <a:pt x="4069499" y="9067"/>
                  </a:lnTo>
                  <a:lnTo>
                    <a:pt x="4070616" y="9525"/>
                  </a:lnTo>
                  <a:lnTo>
                    <a:pt x="4073245" y="9525"/>
                  </a:lnTo>
                  <a:lnTo>
                    <a:pt x="4074363" y="9067"/>
                  </a:lnTo>
                  <a:lnTo>
                    <a:pt x="4076230" y="7200"/>
                  </a:lnTo>
                  <a:lnTo>
                    <a:pt x="4076687" y="6083"/>
                  </a:lnTo>
                  <a:lnTo>
                    <a:pt x="4076687" y="3454"/>
                  </a:lnTo>
                  <a:close/>
                </a:path>
                <a:path w="5695950" h="1792604">
                  <a:moveTo>
                    <a:pt x="4124312" y="1786534"/>
                  </a:moveTo>
                  <a:lnTo>
                    <a:pt x="4123855" y="1785416"/>
                  </a:lnTo>
                  <a:lnTo>
                    <a:pt x="4121988" y="1783549"/>
                  </a:lnTo>
                  <a:lnTo>
                    <a:pt x="4120870" y="1783080"/>
                  </a:lnTo>
                  <a:lnTo>
                    <a:pt x="4118241" y="1783080"/>
                  </a:lnTo>
                  <a:lnTo>
                    <a:pt x="4117124" y="1783549"/>
                  </a:lnTo>
                  <a:lnTo>
                    <a:pt x="4115257" y="1785416"/>
                  </a:lnTo>
                  <a:lnTo>
                    <a:pt x="4114787" y="1786534"/>
                  </a:lnTo>
                  <a:lnTo>
                    <a:pt x="4114787" y="1789163"/>
                  </a:lnTo>
                  <a:lnTo>
                    <a:pt x="4115257" y="1790280"/>
                  </a:lnTo>
                  <a:lnTo>
                    <a:pt x="4117124" y="1792147"/>
                  </a:lnTo>
                  <a:lnTo>
                    <a:pt x="4118241" y="1792605"/>
                  </a:lnTo>
                  <a:lnTo>
                    <a:pt x="4120870" y="1792605"/>
                  </a:lnTo>
                  <a:lnTo>
                    <a:pt x="4121988" y="1792147"/>
                  </a:lnTo>
                  <a:lnTo>
                    <a:pt x="4123855" y="1790280"/>
                  </a:lnTo>
                  <a:lnTo>
                    <a:pt x="4124312" y="1789163"/>
                  </a:lnTo>
                  <a:lnTo>
                    <a:pt x="4124312" y="1786534"/>
                  </a:lnTo>
                  <a:close/>
                </a:path>
                <a:path w="5695950" h="1792604">
                  <a:moveTo>
                    <a:pt x="4124312" y="894994"/>
                  </a:moveTo>
                  <a:lnTo>
                    <a:pt x="4123855" y="893876"/>
                  </a:lnTo>
                  <a:lnTo>
                    <a:pt x="4121988" y="892009"/>
                  </a:lnTo>
                  <a:lnTo>
                    <a:pt x="4120870" y="891552"/>
                  </a:lnTo>
                  <a:lnTo>
                    <a:pt x="4118241" y="891552"/>
                  </a:lnTo>
                  <a:lnTo>
                    <a:pt x="4117124" y="892009"/>
                  </a:lnTo>
                  <a:lnTo>
                    <a:pt x="4115257" y="893876"/>
                  </a:lnTo>
                  <a:lnTo>
                    <a:pt x="4114787" y="894994"/>
                  </a:lnTo>
                  <a:lnTo>
                    <a:pt x="4114787" y="897623"/>
                  </a:lnTo>
                  <a:lnTo>
                    <a:pt x="4115257" y="898740"/>
                  </a:lnTo>
                  <a:lnTo>
                    <a:pt x="4117124" y="900607"/>
                  </a:lnTo>
                  <a:lnTo>
                    <a:pt x="4118241" y="901077"/>
                  </a:lnTo>
                  <a:lnTo>
                    <a:pt x="4120870" y="901077"/>
                  </a:lnTo>
                  <a:lnTo>
                    <a:pt x="4121988" y="900607"/>
                  </a:lnTo>
                  <a:lnTo>
                    <a:pt x="4123855" y="898740"/>
                  </a:lnTo>
                  <a:lnTo>
                    <a:pt x="4124312" y="897623"/>
                  </a:lnTo>
                  <a:lnTo>
                    <a:pt x="4124312" y="894994"/>
                  </a:lnTo>
                  <a:close/>
                </a:path>
                <a:path w="5695950" h="1792604">
                  <a:moveTo>
                    <a:pt x="4124312" y="3454"/>
                  </a:moveTo>
                  <a:lnTo>
                    <a:pt x="4123855" y="2336"/>
                  </a:lnTo>
                  <a:lnTo>
                    <a:pt x="4121988" y="469"/>
                  </a:lnTo>
                  <a:lnTo>
                    <a:pt x="4120870" y="0"/>
                  </a:lnTo>
                  <a:lnTo>
                    <a:pt x="4118241" y="0"/>
                  </a:lnTo>
                  <a:lnTo>
                    <a:pt x="4117124" y="469"/>
                  </a:lnTo>
                  <a:lnTo>
                    <a:pt x="4115257" y="2336"/>
                  </a:lnTo>
                  <a:lnTo>
                    <a:pt x="4114787" y="3454"/>
                  </a:lnTo>
                  <a:lnTo>
                    <a:pt x="4114787" y="6083"/>
                  </a:lnTo>
                  <a:lnTo>
                    <a:pt x="4115257" y="7200"/>
                  </a:lnTo>
                  <a:lnTo>
                    <a:pt x="4117124" y="9067"/>
                  </a:lnTo>
                  <a:lnTo>
                    <a:pt x="4118241" y="9525"/>
                  </a:lnTo>
                  <a:lnTo>
                    <a:pt x="4120870" y="9525"/>
                  </a:lnTo>
                  <a:lnTo>
                    <a:pt x="4121988" y="9067"/>
                  </a:lnTo>
                  <a:lnTo>
                    <a:pt x="4123855" y="7200"/>
                  </a:lnTo>
                  <a:lnTo>
                    <a:pt x="4124312" y="6083"/>
                  </a:lnTo>
                  <a:lnTo>
                    <a:pt x="4124312" y="3454"/>
                  </a:lnTo>
                  <a:close/>
                </a:path>
                <a:path w="5695950" h="1792604">
                  <a:moveTo>
                    <a:pt x="4171937" y="1786534"/>
                  </a:moveTo>
                  <a:lnTo>
                    <a:pt x="4171480" y="1785416"/>
                  </a:lnTo>
                  <a:lnTo>
                    <a:pt x="4169613" y="1783549"/>
                  </a:lnTo>
                  <a:lnTo>
                    <a:pt x="4168495" y="1783080"/>
                  </a:lnTo>
                  <a:lnTo>
                    <a:pt x="4165866" y="1783080"/>
                  </a:lnTo>
                  <a:lnTo>
                    <a:pt x="4164749" y="1783549"/>
                  </a:lnTo>
                  <a:lnTo>
                    <a:pt x="4162882" y="1785416"/>
                  </a:lnTo>
                  <a:lnTo>
                    <a:pt x="4162412" y="1786534"/>
                  </a:lnTo>
                  <a:lnTo>
                    <a:pt x="4162412" y="1789163"/>
                  </a:lnTo>
                  <a:lnTo>
                    <a:pt x="4162882" y="1790280"/>
                  </a:lnTo>
                  <a:lnTo>
                    <a:pt x="4164749" y="1792147"/>
                  </a:lnTo>
                  <a:lnTo>
                    <a:pt x="4165866" y="1792605"/>
                  </a:lnTo>
                  <a:lnTo>
                    <a:pt x="4168495" y="1792605"/>
                  </a:lnTo>
                  <a:lnTo>
                    <a:pt x="4169613" y="1792147"/>
                  </a:lnTo>
                  <a:lnTo>
                    <a:pt x="4171480" y="1790280"/>
                  </a:lnTo>
                  <a:lnTo>
                    <a:pt x="4171937" y="1789163"/>
                  </a:lnTo>
                  <a:lnTo>
                    <a:pt x="4171937" y="1786534"/>
                  </a:lnTo>
                  <a:close/>
                </a:path>
                <a:path w="5695950" h="1792604">
                  <a:moveTo>
                    <a:pt x="4171937" y="894994"/>
                  </a:moveTo>
                  <a:lnTo>
                    <a:pt x="4171480" y="893876"/>
                  </a:lnTo>
                  <a:lnTo>
                    <a:pt x="4169613" y="892009"/>
                  </a:lnTo>
                  <a:lnTo>
                    <a:pt x="4168495" y="891552"/>
                  </a:lnTo>
                  <a:lnTo>
                    <a:pt x="4165866" y="891552"/>
                  </a:lnTo>
                  <a:lnTo>
                    <a:pt x="4164749" y="892009"/>
                  </a:lnTo>
                  <a:lnTo>
                    <a:pt x="4162882" y="893876"/>
                  </a:lnTo>
                  <a:lnTo>
                    <a:pt x="4162412" y="894994"/>
                  </a:lnTo>
                  <a:lnTo>
                    <a:pt x="4162412" y="897623"/>
                  </a:lnTo>
                  <a:lnTo>
                    <a:pt x="4162882" y="898740"/>
                  </a:lnTo>
                  <a:lnTo>
                    <a:pt x="4164749" y="900607"/>
                  </a:lnTo>
                  <a:lnTo>
                    <a:pt x="4165866" y="901077"/>
                  </a:lnTo>
                  <a:lnTo>
                    <a:pt x="4168495" y="901077"/>
                  </a:lnTo>
                  <a:lnTo>
                    <a:pt x="4169613" y="900607"/>
                  </a:lnTo>
                  <a:lnTo>
                    <a:pt x="4171480" y="898740"/>
                  </a:lnTo>
                  <a:lnTo>
                    <a:pt x="4171937" y="897623"/>
                  </a:lnTo>
                  <a:lnTo>
                    <a:pt x="4171937" y="894994"/>
                  </a:lnTo>
                  <a:close/>
                </a:path>
                <a:path w="5695950" h="1792604">
                  <a:moveTo>
                    <a:pt x="4171937" y="3454"/>
                  </a:moveTo>
                  <a:lnTo>
                    <a:pt x="4171480" y="2336"/>
                  </a:lnTo>
                  <a:lnTo>
                    <a:pt x="4169613" y="469"/>
                  </a:lnTo>
                  <a:lnTo>
                    <a:pt x="4168495" y="0"/>
                  </a:lnTo>
                  <a:lnTo>
                    <a:pt x="4165866" y="0"/>
                  </a:lnTo>
                  <a:lnTo>
                    <a:pt x="4164749" y="469"/>
                  </a:lnTo>
                  <a:lnTo>
                    <a:pt x="4162882" y="2336"/>
                  </a:lnTo>
                  <a:lnTo>
                    <a:pt x="4162412" y="3454"/>
                  </a:lnTo>
                  <a:lnTo>
                    <a:pt x="4162412" y="6083"/>
                  </a:lnTo>
                  <a:lnTo>
                    <a:pt x="4162882" y="7200"/>
                  </a:lnTo>
                  <a:lnTo>
                    <a:pt x="4164749" y="9067"/>
                  </a:lnTo>
                  <a:lnTo>
                    <a:pt x="4165866" y="9525"/>
                  </a:lnTo>
                  <a:lnTo>
                    <a:pt x="4168495" y="9525"/>
                  </a:lnTo>
                  <a:lnTo>
                    <a:pt x="4169613" y="9067"/>
                  </a:lnTo>
                  <a:lnTo>
                    <a:pt x="4171480" y="7200"/>
                  </a:lnTo>
                  <a:lnTo>
                    <a:pt x="4171937" y="6083"/>
                  </a:lnTo>
                  <a:lnTo>
                    <a:pt x="4171937" y="3454"/>
                  </a:lnTo>
                  <a:close/>
                </a:path>
                <a:path w="5695950" h="1792604">
                  <a:moveTo>
                    <a:pt x="4219562" y="1786534"/>
                  </a:moveTo>
                  <a:lnTo>
                    <a:pt x="4219105" y="1785416"/>
                  </a:lnTo>
                  <a:lnTo>
                    <a:pt x="4217238" y="1783549"/>
                  </a:lnTo>
                  <a:lnTo>
                    <a:pt x="4216120" y="1783080"/>
                  </a:lnTo>
                  <a:lnTo>
                    <a:pt x="4213491" y="1783080"/>
                  </a:lnTo>
                  <a:lnTo>
                    <a:pt x="4212374" y="1783549"/>
                  </a:lnTo>
                  <a:lnTo>
                    <a:pt x="4210507" y="1785416"/>
                  </a:lnTo>
                  <a:lnTo>
                    <a:pt x="4210037" y="1786534"/>
                  </a:lnTo>
                  <a:lnTo>
                    <a:pt x="4210037" y="1789163"/>
                  </a:lnTo>
                  <a:lnTo>
                    <a:pt x="4210507" y="1790280"/>
                  </a:lnTo>
                  <a:lnTo>
                    <a:pt x="4212374" y="1792147"/>
                  </a:lnTo>
                  <a:lnTo>
                    <a:pt x="4213491" y="1792605"/>
                  </a:lnTo>
                  <a:lnTo>
                    <a:pt x="4216120" y="1792605"/>
                  </a:lnTo>
                  <a:lnTo>
                    <a:pt x="4217238" y="1792147"/>
                  </a:lnTo>
                  <a:lnTo>
                    <a:pt x="4219105" y="1790280"/>
                  </a:lnTo>
                  <a:lnTo>
                    <a:pt x="4219562" y="1789163"/>
                  </a:lnTo>
                  <a:lnTo>
                    <a:pt x="4219562" y="1786534"/>
                  </a:lnTo>
                  <a:close/>
                </a:path>
                <a:path w="5695950" h="1792604">
                  <a:moveTo>
                    <a:pt x="4219562" y="894994"/>
                  </a:moveTo>
                  <a:lnTo>
                    <a:pt x="4219105" y="893876"/>
                  </a:lnTo>
                  <a:lnTo>
                    <a:pt x="4217238" y="892009"/>
                  </a:lnTo>
                  <a:lnTo>
                    <a:pt x="4216120" y="891552"/>
                  </a:lnTo>
                  <a:lnTo>
                    <a:pt x="4213491" y="891552"/>
                  </a:lnTo>
                  <a:lnTo>
                    <a:pt x="4212374" y="892009"/>
                  </a:lnTo>
                  <a:lnTo>
                    <a:pt x="4210507" y="893876"/>
                  </a:lnTo>
                  <a:lnTo>
                    <a:pt x="4210037" y="894994"/>
                  </a:lnTo>
                  <a:lnTo>
                    <a:pt x="4210037" y="897623"/>
                  </a:lnTo>
                  <a:lnTo>
                    <a:pt x="4210507" y="898740"/>
                  </a:lnTo>
                  <a:lnTo>
                    <a:pt x="4212374" y="900607"/>
                  </a:lnTo>
                  <a:lnTo>
                    <a:pt x="4213491" y="901077"/>
                  </a:lnTo>
                  <a:lnTo>
                    <a:pt x="4216120" y="901077"/>
                  </a:lnTo>
                  <a:lnTo>
                    <a:pt x="4217238" y="900607"/>
                  </a:lnTo>
                  <a:lnTo>
                    <a:pt x="4219105" y="898740"/>
                  </a:lnTo>
                  <a:lnTo>
                    <a:pt x="4219562" y="897623"/>
                  </a:lnTo>
                  <a:lnTo>
                    <a:pt x="4219562" y="894994"/>
                  </a:lnTo>
                  <a:close/>
                </a:path>
                <a:path w="5695950" h="1792604">
                  <a:moveTo>
                    <a:pt x="4219562" y="3454"/>
                  </a:moveTo>
                  <a:lnTo>
                    <a:pt x="4219105" y="2336"/>
                  </a:lnTo>
                  <a:lnTo>
                    <a:pt x="4217238" y="469"/>
                  </a:lnTo>
                  <a:lnTo>
                    <a:pt x="4216120" y="0"/>
                  </a:lnTo>
                  <a:lnTo>
                    <a:pt x="4213491" y="0"/>
                  </a:lnTo>
                  <a:lnTo>
                    <a:pt x="4212374" y="469"/>
                  </a:lnTo>
                  <a:lnTo>
                    <a:pt x="4210507" y="2336"/>
                  </a:lnTo>
                  <a:lnTo>
                    <a:pt x="4210037" y="3454"/>
                  </a:lnTo>
                  <a:lnTo>
                    <a:pt x="4210037" y="6083"/>
                  </a:lnTo>
                  <a:lnTo>
                    <a:pt x="4210507" y="7200"/>
                  </a:lnTo>
                  <a:lnTo>
                    <a:pt x="4212374" y="9067"/>
                  </a:lnTo>
                  <a:lnTo>
                    <a:pt x="4213491" y="9525"/>
                  </a:lnTo>
                  <a:lnTo>
                    <a:pt x="4216120" y="9525"/>
                  </a:lnTo>
                  <a:lnTo>
                    <a:pt x="4217238" y="9067"/>
                  </a:lnTo>
                  <a:lnTo>
                    <a:pt x="4219105" y="7200"/>
                  </a:lnTo>
                  <a:lnTo>
                    <a:pt x="4219562" y="6083"/>
                  </a:lnTo>
                  <a:lnTo>
                    <a:pt x="4219562" y="3454"/>
                  </a:lnTo>
                  <a:close/>
                </a:path>
                <a:path w="5695950" h="1792604">
                  <a:moveTo>
                    <a:pt x="4267187" y="1786534"/>
                  </a:moveTo>
                  <a:lnTo>
                    <a:pt x="4266730" y="1785416"/>
                  </a:lnTo>
                  <a:lnTo>
                    <a:pt x="4264863" y="1783549"/>
                  </a:lnTo>
                  <a:lnTo>
                    <a:pt x="4263745" y="1783080"/>
                  </a:lnTo>
                  <a:lnTo>
                    <a:pt x="4261116" y="1783080"/>
                  </a:lnTo>
                  <a:lnTo>
                    <a:pt x="4259999" y="1783549"/>
                  </a:lnTo>
                  <a:lnTo>
                    <a:pt x="4258132" y="1785416"/>
                  </a:lnTo>
                  <a:lnTo>
                    <a:pt x="4257662" y="1786534"/>
                  </a:lnTo>
                  <a:lnTo>
                    <a:pt x="4257662" y="1789163"/>
                  </a:lnTo>
                  <a:lnTo>
                    <a:pt x="4258132" y="1790280"/>
                  </a:lnTo>
                  <a:lnTo>
                    <a:pt x="4259999" y="1792147"/>
                  </a:lnTo>
                  <a:lnTo>
                    <a:pt x="4261116" y="1792605"/>
                  </a:lnTo>
                  <a:lnTo>
                    <a:pt x="4263745" y="1792605"/>
                  </a:lnTo>
                  <a:lnTo>
                    <a:pt x="4264863" y="1792147"/>
                  </a:lnTo>
                  <a:lnTo>
                    <a:pt x="4266730" y="1790280"/>
                  </a:lnTo>
                  <a:lnTo>
                    <a:pt x="4267187" y="1789163"/>
                  </a:lnTo>
                  <a:lnTo>
                    <a:pt x="4267187" y="1786534"/>
                  </a:lnTo>
                  <a:close/>
                </a:path>
                <a:path w="5695950" h="1792604">
                  <a:moveTo>
                    <a:pt x="4267187" y="894994"/>
                  </a:moveTo>
                  <a:lnTo>
                    <a:pt x="4266730" y="893876"/>
                  </a:lnTo>
                  <a:lnTo>
                    <a:pt x="4264863" y="892009"/>
                  </a:lnTo>
                  <a:lnTo>
                    <a:pt x="4263745" y="891552"/>
                  </a:lnTo>
                  <a:lnTo>
                    <a:pt x="4261116" y="891552"/>
                  </a:lnTo>
                  <a:lnTo>
                    <a:pt x="4259999" y="892009"/>
                  </a:lnTo>
                  <a:lnTo>
                    <a:pt x="4258132" y="893876"/>
                  </a:lnTo>
                  <a:lnTo>
                    <a:pt x="4257662" y="894994"/>
                  </a:lnTo>
                  <a:lnTo>
                    <a:pt x="4257662" y="897623"/>
                  </a:lnTo>
                  <a:lnTo>
                    <a:pt x="4258132" y="898740"/>
                  </a:lnTo>
                  <a:lnTo>
                    <a:pt x="4259999" y="900607"/>
                  </a:lnTo>
                  <a:lnTo>
                    <a:pt x="4261116" y="901077"/>
                  </a:lnTo>
                  <a:lnTo>
                    <a:pt x="4263745" y="901077"/>
                  </a:lnTo>
                  <a:lnTo>
                    <a:pt x="4264863" y="900607"/>
                  </a:lnTo>
                  <a:lnTo>
                    <a:pt x="4266730" y="898740"/>
                  </a:lnTo>
                  <a:lnTo>
                    <a:pt x="4267187" y="897623"/>
                  </a:lnTo>
                  <a:lnTo>
                    <a:pt x="4267187" y="894994"/>
                  </a:lnTo>
                  <a:close/>
                </a:path>
                <a:path w="5695950" h="1792604">
                  <a:moveTo>
                    <a:pt x="4267187" y="3454"/>
                  </a:moveTo>
                  <a:lnTo>
                    <a:pt x="4266730" y="2336"/>
                  </a:lnTo>
                  <a:lnTo>
                    <a:pt x="4264863" y="469"/>
                  </a:lnTo>
                  <a:lnTo>
                    <a:pt x="4263745" y="0"/>
                  </a:lnTo>
                  <a:lnTo>
                    <a:pt x="4261116" y="0"/>
                  </a:lnTo>
                  <a:lnTo>
                    <a:pt x="4259999" y="469"/>
                  </a:lnTo>
                  <a:lnTo>
                    <a:pt x="4258132" y="2336"/>
                  </a:lnTo>
                  <a:lnTo>
                    <a:pt x="4257662" y="3454"/>
                  </a:lnTo>
                  <a:lnTo>
                    <a:pt x="4257662" y="6083"/>
                  </a:lnTo>
                  <a:lnTo>
                    <a:pt x="4258132" y="7200"/>
                  </a:lnTo>
                  <a:lnTo>
                    <a:pt x="4259999" y="9067"/>
                  </a:lnTo>
                  <a:lnTo>
                    <a:pt x="4261116" y="9525"/>
                  </a:lnTo>
                  <a:lnTo>
                    <a:pt x="4263745" y="9525"/>
                  </a:lnTo>
                  <a:lnTo>
                    <a:pt x="4264863" y="9067"/>
                  </a:lnTo>
                  <a:lnTo>
                    <a:pt x="4266730" y="7200"/>
                  </a:lnTo>
                  <a:lnTo>
                    <a:pt x="4267187" y="6083"/>
                  </a:lnTo>
                  <a:lnTo>
                    <a:pt x="4267187" y="3454"/>
                  </a:lnTo>
                  <a:close/>
                </a:path>
                <a:path w="5695950" h="1792604">
                  <a:moveTo>
                    <a:pt x="4314812" y="1786534"/>
                  </a:moveTo>
                  <a:lnTo>
                    <a:pt x="4314355" y="1785416"/>
                  </a:lnTo>
                  <a:lnTo>
                    <a:pt x="4312488" y="1783549"/>
                  </a:lnTo>
                  <a:lnTo>
                    <a:pt x="4311370" y="1783080"/>
                  </a:lnTo>
                  <a:lnTo>
                    <a:pt x="4308741" y="1783080"/>
                  </a:lnTo>
                  <a:lnTo>
                    <a:pt x="4307624" y="1783549"/>
                  </a:lnTo>
                  <a:lnTo>
                    <a:pt x="4305757" y="1785416"/>
                  </a:lnTo>
                  <a:lnTo>
                    <a:pt x="4305287" y="1786534"/>
                  </a:lnTo>
                  <a:lnTo>
                    <a:pt x="4305287" y="1789163"/>
                  </a:lnTo>
                  <a:lnTo>
                    <a:pt x="4305757" y="1790280"/>
                  </a:lnTo>
                  <a:lnTo>
                    <a:pt x="4307624" y="1792147"/>
                  </a:lnTo>
                  <a:lnTo>
                    <a:pt x="4308741" y="1792605"/>
                  </a:lnTo>
                  <a:lnTo>
                    <a:pt x="4311370" y="1792605"/>
                  </a:lnTo>
                  <a:lnTo>
                    <a:pt x="4312488" y="1792147"/>
                  </a:lnTo>
                  <a:lnTo>
                    <a:pt x="4314355" y="1790280"/>
                  </a:lnTo>
                  <a:lnTo>
                    <a:pt x="4314812" y="1789163"/>
                  </a:lnTo>
                  <a:lnTo>
                    <a:pt x="4314812" y="1786534"/>
                  </a:lnTo>
                  <a:close/>
                </a:path>
                <a:path w="5695950" h="1792604">
                  <a:moveTo>
                    <a:pt x="4314812" y="894994"/>
                  </a:moveTo>
                  <a:lnTo>
                    <a:pt x="4314355" y="893876"/>
                  </a:lnTo>
                  <a:lnTo>
                    <a:pt x="4312488" y="892009"/>
                  </a:lnTo>
                  <a:lnTo>
                    <a:pt x="4311370" y="891552"/>
                  </a:lnTo>
                  <a:lnTo>
                    <a:pt x="4308741" y="891552"/>
                  </a:lnTo>
                  <a:lnTo>
                    <a:pt x="4307624" y="892009"/>
                  </a:lnTo>
                  <a:lnTo>
                    <a:pt x="4305757" y="893876"/>
                  </a:lnTo>
                  <a:lnTo>
                    <a:pt x="4305287" y="894994"/>
                  </a:lnTo>
                  <a:lnTo>
                    <a:pt x="4305287" y="897623"/>
                  </a:lnTo>
                  <a:lnTo>
                    <a:pt x="4305757" y="898740"/>
                  </a:lnTo>
                  <a:lnTo>
                    <a:pt x="4307624" y="900607"/>
                  </a:lnTo>
                  <a:lnTo>
                    <a:pt x="4308741" y="901077"/>
                  </a:lnTo>
                  <a:lnTo>
                    <a:pt x="4311370" y="901077"/>
                  </a:lnTo>
                  <a:lnTo>
                    <a:pt x="4312488" y="900607"/>
                  </a:lnTo>
                  <a:lnTo>
                    <a:pt x="4314355" y="898740"/>
                  </a:lnTo>
                  <a:lnTo>
                    <a:pt x="4314812" y="897623"/>
                  </a:lnTo>
                  <a:lnTo>
                    <a:pt x="4314812" y="894994"/>
                  </a:lnTo>
                  <a:close/>
                </a:path>
                <a:path w="5695950" h="1792604">
                  <a:moveTo>
                    <a:pt x="4314812" y="3454"/>
                  </a:moveTo>
                  <a:lnTo>
                    <a:pt x="4314355" y="2336"/>
                  </a:lnTo>
                  <a:lnTo>
                    <a:pt x="4312488" y="469"/>
                  </a:lnTo>
                  <a:lnTo>
                    <a:pt x="4311370" y="0"/>
                  </a:lnTo>
                  <a:lnTo>
                    <a:pt x="4308741" y="0"/>
                  </a:lnTo>
                  <a:lnTo>
                    <a:pt x="4307624" y="469"/>
                  </a:lnTo>
                  <a:lnTo>
                    <a:pt x="4305757" y="2336"/>
                  </a:lnTo>
                  <a:lnTo>
                    <a:pt x="4305287" y="3454"/>
                  </a:lnTo>
                  <a:lnTo>
                    <a:pt x="4305287" y="6083"/>
                  </a:lnTo>
                  <a:lnTo>
                    <a:pt x="4305757" y="7200"/>
                  </a:lnTo>
                  <a:lnTo>
                    <a:pt x="4307624" y="9067"/>
                  </a:lnTo>
                  <a:lnTo>
                    <a:pt x="4308741" y="9525"/>
                  </a:lnTo>
                  <a:lnTo>
                    <a:pt x="4311370" y="9525"/>
                  </a:lnTo>
                  <a:lnTo>
                    <a:pt x="4312488" y="9067"/>
                  </a:lnTo>
                  <a:lnTo>
                    <a:pt x="4314355" y="7200"/>
                  </a:lnTo>
                  <a:lnTo>
                    <a:pt x="4314812" y="6083"/>
                  </a:lnTo>
                  <a:lnTo>
                    <a:pt x="4314812" y="3454"/>
                  </a:lnTo>
                  <a:close/>
                </a:path>
                <a:path w="5695950" h="1792604">
                  <a:moveTo>
                    <a:pt x="4362437" y="1786534"/>
                  </a:moveTo>
                  <a:lnTo>
                    <a:pt x="4361980" y="1785416"/>
                  </a:lnTo>
                  <a:lnTo>
                    <a:pt x="4360113" y="1783549"/>
                  </a:lnTo>
                  <a:lnTo>
                    <a:pt x="4358995" y="1783080"/>
                  </a:lnTo>
                  <a:lnTo>
                    <a:pt x="4356366" y="1783080"/>
                  </a:lnTo>
                  <a:lnTo>
                    <a:pt x="4355249" y="1783549"/>
                  </a:lnTo>
                  <a:lnTo>
                    <a:pt x="4353382" y="1785416"/>
                  </a:lnTo>
                  <a:lnTo>
                    <a:pt x="4352912" y="1786534"/>
                  </a:lnTo>
                  <a:lnTo>
                    <a:pt x="4352912" y="1789163"/>
                  </a:lnTo>
                  <a:lnTo>
                    <a:pt x="4353382" y="1790280"/>
                  </a:lnTo>
                  <a:lnTo>
                    <a:pt x="4355249" y="1792147"/>
                  </a:lnTo>
                  <a:lnTo>
                    <a:pt x="4356366" y="1792605"/>
                  </a:lnTo>
                  <a:lnTo>
                    <a:pt x="4358995" y="1792605"/>
                  </a:lnTo>
                  <a:lnTo>
                    <a:pt x="4360113" y="1792147"/>
                  </a:lnTo>
                  <a:lnTo>
                    <a:pt x="4361980" y="1790280"/>
                  </a:lnTo>
                  <a:lnTo>
                    <a:pt x="4362437" y="1789163"/>
                  </a:lnTo>
                  <a:lnTo>
                    <a:pt x="4362437" y="1786534"/>
                  </a:lnTo>
                  <a:close/>
                </a:path>
                <a:path w="5695950" h="1792604">
                  <a:moveTo>
                    <a:pt x="4362437" y="894994"/>
                  </a:moveTo>
                  <a:lnTo>
                    <a:pt x="4361980" y="893876"/>
                  </a:lnTo>
                  <a:lnTo>
                    <a:pt x="4360113" y="892009"/>
                  </a:lnTo>
                  <a:lnTo>
                    <a:pt x="4358995" y="891552"/>
                  </a:lnTo>
                  <a:lnTo>
                    <a:pt x="4356366" y="891552"/>
                  </a:lnTo>
                  <a:lnTo>
                    <a:pt x="4355249" y="892009"/>
                  </a:lnTo>
                  <a:lnTo>
                    <a:pt x="4353382" y="893876"/>
                  </a:lnTo>
                  <a:lnTo>
                    <a:pt x="4352912" y="894994"/>
                  </a:lnTo>
                  <a:lnTo>
                    <a:pt x="4352912" y="897623"/>
                  </a:lnTo>
                  <a:lnTo>
                    <a:pt x="4353382" y="898740"/>
                  </a:lnTo>
                  <a:lnTo>
                    <a:pt x="4355249" y="900607"/>
                  </a:lnTo>
                  <a:lnTo>
                    <a:pt x="4356366" y="901077"/>
                  </a:lnTo>
                  <a:lnTo>
                    <a:pt x="4358995" y="901077"/>
                  </a:lnTo>
                  <a:lnTo>
                    <a:pt x="4360113" y="900607"/>
                  </a:lnTo>
                  <a:lnTo>
                    <a:pt x="4361980" y="898740"/>
                  </a:lnTo>
                  <a:lnTo>
                    <a:pt x="4362437" y="897623"/>
                  </a:lnTo>
                  <a:lnTo>
                    <a:pt x="4362437" y="894994"/>
                  </a:lnTo>
                  <a:close/>
                </a:path>
                <a:path w="5695950" h="1792604">
                  <a:moveTo>
                    <a:pt x="4362437" y="3454"/>
                  </a:moveTo>
                  <a:lnTo>
                    <a:pt x="4361980" y="2336"/>
                  </a:lnTo>
                  <a:lnTo>
                    <a:pt x="4360113" y="469"/>
                  </a:lnTo>
                  <a:lnTo>
                    <a:pt x="4358995" y="0"/>
                  </a:lnTo>
                  <a:lnTo>
                    <a:pt x="4356366" y="0"/>
                  </a:lnTo>
                  <a:lnTo>
                    <a:pt x="4355249" y="469"/>
                  </a:lnTo>
                  <a:lnTo>
                    <a:pt x="4353382" y="2336"/>
                  </a:lnTo>
                  <a:lnTo>
                    <a:pt x="4352912" y="3454"/>
                  </a:lnTo>
                  <a:lnTo>
                    <a:pt x="4352912" y="6083"/>
                  </a:lnTo>
                  <a:lnTo>
                    <a:pt x="4353382" y="7200"/>
                  </a:lnTo>
                  <a:lnTo>
                    <a:pt x="4355249" y="9067"/>
                  </a:lnTo>
                  <a:lnTo>
                    <a:pt x="4356366" y="9525"/>
                  </a:lnTo>
                  <a:lnTo>
                    <a:pt x="4358995" y="9525"/>
                  </a:lnTo>
                  <a:lnTo>
                    <a:pt x="4360113" y="9067"/>
                  </a:lnTo>
                  <a:lnTo>
                    <a:pt x="4361980" y="7200"/>
                  </a:lnTo>
                  <a:lnTo>
                    <a:pt x="4362437" y="6083"/>
                  </a:lnTo>
                  <a:lnTo>
                    <a:pt x="4362437" y="3454"/>
                  </a:lnTo>
                  <a:close/>
                </a:path>
                <a:path w="5695950" h="1792604">
                  <a:moveTo>
                    <a:pt x="4410062" y="1786534"/>
                  </a:moveTo>
                  <a:lnTo>
                    <a:pt x="4409605" y="1785416"/>
                  </a:lnTo>
                  <a:lnTo>
                    <a:pt x="4407738" y="1783549"/>
                  </a:lnTo>
                  <a:lnTo>
                    <a:pt x="4406620" y="1783080"/>
                  </a:lnTo>
                  <a:lnTo>
                    <a:pt x="4403991" y="1783080"/>
                  </a:lnTo>
                  <a:lnTo>
                    <a:pt x="4402874" y="1783549"/>
                  </a:lnTo>
                  <a:lnTo>
                    <a:pt x="4401007" y="1785416"/>
                  </a:lnTo>
                  <a:lnTo>
                    <a:pt x="4400537" y="1786534"/>
                  </a:lnTo>
                  <a:lnTo>
                    <a:pt x="4400537" y="1789163"/>
                  </a:lnTo>
                  <a:lnTo>
                    <a:pt x="4401007" y="1790280"/>
                  </a:lnTo>
                  <a:lnTo>
                    <a:pt x="4402874" y="1792147"/>
                  </a:lnTo>
                  <a:lnTo>
                    <a:pt x="4403991" y="1792605"/>
                  </a:lnTo>
                  <a:lnTo>
                    <a:pt x="4406620" y="1792605"/>
                  </a:lnTo>
                  <a:lnTo>
                    <a:pt x="4407738" y="1792147"/>
                  </a:lnTo>
                  <a:lnTo>
                    <a:pt x="4409605" y="1790280"/>
                  </a:lnTo>
                  <a:lnTo>
                    <a:pt x="4410062" y="1789163"/>
                  </a:lnTo>
                  <a:lnTo>
                    <a:pt x="4410062" y="1786534"/>
                  </a:lnTo>
                  <a:close/>
                </a:path>
                <a:path w="5695950" h="1792604">
                  <a:moveTo>
                    <a:pt x="4410062" y="894994"/>
                  </a:moveTo>
                  <a:lnTo>
                    <a:pt x="4409605" y="893876"/>
                  </a:lnTo>
                  <a:lnTo>
                    <a:pt x="4407738" y="892009"/>
                  </a:lnTo>
                  <a:lnTo>
                    <a:pt x="4406620" y="891552"/>
                  </a:lnTo>
                  <a:lnTo>
                    <a:pt x="4403991" y="891552"/>
                  </a:lnTo>
                  <a:lnTo>
                    <a:pt x="4402874" y="892009"/>
                  </a:lnTo>
                  <a:lnTo>
                    <a:pt x="4401007" y="893876"/>
                  </a:lnTo>
                  <a:lnTo>
                    <a:pt x="4400537" y="894994"/>
                  </a:lnTo>
                  <a:lnTo>
                    <a:pt x="4400537" y="897623"/>
                  </a:lnTo>
                  <a:lnTo>
                    <a:pt x="4401007" y="898740"/>
                  </a:lnTo>
                  <a:lnTo>
                    <a:pt x="4402874" y="900607"/>
                  </a:lnTo>
                  <a:lnTo>
                    <a:pt x="4403991" y="901077"/>
                  </a:lnTo>
                  <a:lnTo>
                    <a:pt x="4406620" y="901077"/>
                  </a:lnTo>
                  <a:lnTo>
                    <a:pt x="4407738" y="900607"/>
                  </a:lnTo>
                  <a:lnTo>
                    <a:pt x="4409605" y="898740"/>
                  </a:lnTo>
                  <a:lnTo>
                    <a:pt x="4410062" y="897623"/>
                  </a:lnTo>
                  <a:lnTo>
                    <a:pt x="4410062" y="894994"/>
                  </a:lnTo>
                  <a:close/>
                </a:path>
                <a:path w="5695950" h="1792604">
                  <a:moveTo>
                    <a:pt x="4410062" y="3454"/>
                  </a:moveTo>
                  <a:lnTo>
                    <a:pt x="4409605" y="2336"/>
                  </a:lnTo>
                  <a:lnTo>
                    <a:pt x="4407738" y="469"/>
                  </a:lnTo>
                  <a:lnTo>
                    <a:pt x="4406620" y="0"/>
                  </a:lnTo>
                  <a:lnTo>
                    <a:pt x="4403991" y="0"/>
                  </a:lnTo>
                  <a:lnTo>
                    <a:pt x="4402874" y="469"/>
                  </a:lnTo>
                  <a:lnTo>
                    <a:pt x="4401007" y="2336"/>
                  </a:lnTo>
                  <a:lnTo>
                    <a:pt x="4400537" y="3454"/>
                  </a:lnTo>
                  <a:lnTo>
                    <a:pt x="4400537" y="6083"/>
                  </a:lnTo>
                  <a:lnTo>
                    <a:pt x="4401007" y="7200"/>
                  </a:lnTo>
                  <a:lnTo>
                    <a:pt x="4402874" y="9067"/>
                  </a:lnTo>
                  <a:lnTo>
                    <a:pt x="4403991" y="9525"/>
                  </a:lnTo>
                  <a:lnTo>
                    <a:pt x="4406620" y="9525"/>
                  </a:lnTo>
                  <a:lnTo>
                    <a:pt x="4407738" y="9067"/>
                  </a:lnTo>
                  <a:lnTo>
                    <a:pt x="4409605" y="7200"/>
                  </a:lnTo>
                  <a:lnTo>
                    <a:pt x="4410062" y="6083"/>
                  </a:lnTo>
                  <a:lnTo>
                    <a:pt x="4410062" y="3454"/>
                  </a:lnTo>
                  <a:close/>
                </a:path>
                <a:path w="5695950" h="1792604">
                  <a:moveTo>
                    <a:pt x="4457687" y="1786534"/>
                  </a:moveTo>
                  <a:lnTo>
                    <a:pt x="4457230" y="1785416"/>
                  </a:lnTo>
                  <a:lnTo>
                    <a:pt x="4455363" y="1783549"/>
                  </a:lnTo>
                  <a:lnTo>
                    <a:pt x="4454245" y="1783080"/>
                  </a:lnTo>
                  <a:lnTo>
                    <a:pt x="4451616" y="1783080"/>
                  </a:lnTo>
                  <a:lnTo>
                    <a:pt x="4450499" y="1783549"/>
                  </a:lnTo>
                  <a:lnTo>
                    <a:pt x="4448632" y="1785416"/>
                  </a:lnTo>
                  <a:lnTo>
                    <a:pt x="4448162" y="1786534"/>
                  </a:lnTo>
                  <a:lnTo>
                    <a:pt x="4448162" y="1789163"/>
                  </a:lnTo>
                  <a:lnTo>
                    <a:pt x="4448632" y="1790280"/>
                  </a:lnTo>
                  <a:lnTo>
                    <a:pt x="4450499" y="1792147"/>
                  </a:lnTo>
                  <a:lnTo>
                    <a:pt x="4451616" y="1792605"/>
                  </a:lnTo>
                  <a:lnTo>
                    <a:pt x="4454245" y="1792605"/>
                  </a:lnTo>
                  <a:lnTo>
                    <a:pt x="4455363" y="1792147"/>
                  </a:lnTo>
                  <a:lnTo>
                    <a:pt x="4457230" y="1790280"/>
                  </a:lnTo>
                  <a:lnTo>
                    <a:pt x="4457687" y="1789163"/>
                  </a:lnTo>
                  <a:lnTo>
                    <a:pt x="4457687" y="1786534"/>
                  </a:lnTo>
                  <a:close/>
                </a:path>
                <a:path w="5695950" h="1792604">
                  <a:moveTo>
                    <a:pt x="4457687" y="894994"/>
                  </a:moveTo>
                  <a:lnTo>
                    <a:pt x="4457230" y="893876"/>
                  </a:lnTo>
                  <a:lnTo>
                    <a:pt x="4455363" y="892009"/>
                  </a:lnTo>
                  <a:lnTo>
                    <a:pt x="4454245" y="891552"/>
                  </a:lnTo>
                  <a:lnTo>
                    <a:pt x="4451616" y="891552"/>
                  </a:lnTo>
                  <a:lnTo>
                    <a:pt x="4450499" y="892009"/>
                  </a:lnTo>
                  <a:lnTo>
                    <a:pt x="4448632" y="893876"/>
                  </a:lnTo>
                  <a:lnTo>
                    <a:pt x="4448162" y="894994"/>
                  </a:lnTo>
                  <a:lnTo>
                    <a:pt x="4448162" y="897623"/>
                  </a:lnTo>
                  <a:lnTo>
                    <a:pt x="4448632" y="898740"/>
                  </a:lnTo>
                  <a:lnTo>
                    <a:pt x="4450499" y="900607"/>
                  </a:lnTo>
                  <a:lnTo>
                    <a:pt x="4451616" y="901077"/>
                  </a:lnTo>
                  <a:lnTo>
                    <a:pt x="4454245" y="901077"/>
                  </a:lnTo>
                  <a:lnTo>
                    <a:pt x="4455363" y="900607"/>
                  </a:lnTo>
                  <a:lnTo>
                    <a:pt x="4457230" y="898740"/>
                  </a:lnTo>
                  <a:lnTo>
                    <a:pt x="4457687" y="897623"/>
                  </a:lnTo>
                  <a:lnTo>
                    <a:pt x="4457687" y="894994"/>
                  </a:lnTo>
                  <a:close/>
                </a:path>
                <a:path w="5695950" h="1792604">
                  <a:moveTo>
                    <a:pt x="4457687" y="3454"/>
                  </a:moveTo>
                  <a:lnTo>
                    <a:pt x="4457230" y="2336"/>
                  </a:lnTo>
                  <a:lnTo>
                    <a:pt x="4455363" y="469"/>
                  </a:lnTo>
                  <a:lnTo>
                    <a:pt x="4454245" y="0"/>
                  </a:lnTo>
                  <a:lnTo>
                    <a:pt x="4451616" y="0"/>
                  </a:lnTo>
                  <a:lnTo>
                    <a:pt x="4450499" y="469"/>
                  </a:lnTo>
                  <a:lnTo>
                    <a:pt x="4448632" y="2336"/>
                  </a:lnTo>
                  <a:lnTo>
                    <a:pt x="4448162" y="3454"/>
                  </a:lnTo>
                  <a:lnTo>
                    <a:pt x="4448162" y="6083"/>
                  </a:lnTo>
                  <a:lnTo>
                    <a:pt x="4448632" y="7200"/>
                  </a:lnTo>
                  <a:lnTo>
                    <a:pt x="4450499" y="9067"/>
                  </a:lnTo>
                  <a:lnTo>
                    <a:pt x="4451616" y="9525"/>
                  </a:lnTo>
                  <a:lnTo>
                    <a:pt x="4454245" y="9525"/>
                  </a:lnTo>
                  <a:lnTo>
                    <a:pt x="4455363" y="9067"/>
                  </a:lnTo>
                  <a:lnTo>
                    <a:pt x="4457230" y="7200"/>
                  </a:lnTo>
                  <a:lnTo>
                    <a:pt x="4457687" y="6083"/>
                  </a:lnTo>
                  <a:lnTo>
                    <a:pt x="4457687" y="3454"/>
                  </a:lnTo>
                  <a:close/>
                </a:path>
                <a:path w="5695950" h="1792604">
                  <a:moveTo>
                    <a:pt x="4505312" y="1786534"/>
                  </a:moveTo>
                  <a:lnTo>
                    <a:pt x="4504855" y="1785416"/>
                  </a:lnTo>
                  <a:lnTo>
                    <a:pt x="4502988" y="1783549"/>
                  </a:lnTo>
                  <a:lnTo>
                    <a:pt x="4501870" y="1783080"/>
                  </a:lnTo>
                  <a:lnTo>
                    <a:pt x="4499241" y="1783080"/>
                  </a:lnTo>
                  <a:lnTo>
                    <a:pt x="4498111" y="1783549"/>
                  </a:lnTo>
                  <a:lnTo>
                    <a:pt x="4496257" y="1785416"/>
                  </a:lnTo>
                  <a:lnTo>
                    <a:pt x="4495787" y="1786534"/>
                  </a:lnTo>
                  <a:lnTo>
                    <a:pt x="4495787" y="1789163"/>
                  </a:lnTo>
                  <a:lnTo>
                    <a:pt x="4496257" y="1790280"/>
                  </a:lnTo>
                  <a:lnTo>
                    <a:pt x="4498111" y="1792147"/>
                  </a:lnTo>
                  <a:lnTo>
                    <a:pt x="4499241" y="1792605"/>
                  </a:lnTo>
                  <a:lnTo>
                    <a:pt x="4501870" y="1792605"/>
                  </a:lnTo>
                  <a:lnTo>
                    <a:pt x="4502988" y="1792147"/>
                  </a:lnTo>
                  <a:lnTo>
                    <a:pt x="4504855" y="1790280"/>
                  </a:lnTo>
                  <a:lnTo>
                    <a:pt x="4505312" y="1789163"/>
                  </a:lnTo>
                  <a:lnTo>
                    <a:pt x="4505312" y="1786534"/>
                  </a:lnTo>
                  <a:close/>
                </a:path>
                <a:path w="5695950" h="1792604">
                  <a:moveTo>
                    <a:pt x="4505312" y="894994"/>
                  </a:moveTo>
                  <a:lnTo>
                    <a:pt x="4504855" y="893876"/>
                  </a:lnTo>
                  <a:lnTo>
                    <a:pt x="4502988" y="892009"/>
                  </a:lnTo>
                  <a:lnTo>
                    <a:pt x="4501870" y="891552"/>
                  </a:lnTo>
                  <a:lnTo>
                    <a:pt x="4499241" y="891552"/>
                  </a:lnTo>
                  <a:lnTo>
                    <a:pt x="4498111" y="892009"/>
                  </a:lnTo>
                  <a:lnTo>
                    <a:pt x="4496257" y="893876"/>
                  </a:lnTo>
                  <a:lnTo>
                    <a:pt x="4495787" y="894994"/>
                  </a:lnTo>
                  <a:lnTo>
                    <a:pt x="4495787" y="897623"/>
                  </a:lnTo>
                  <a:lnTo>
                    <a:pt x="4496257" y="898740"/>
                  </a:lnTo>
                  <a:lnTo>
                    <a:pt x="4498111" y="900607"/>
                  </a:lnTo>
                  <a:lnTo>
                    <a:pt x="4499241" y="901077"/>
                  </a:lnTo>
                  <a:lnTo>
                    <a:pt x="4501870" y="901077"/>
                  </a:lnTo>
                  <a:lnTo>
                    <a:pt x="4502988" y="900607"/>
                  </a:lnTo>
                  <a:lnTo>
                    <a:pt x="4504855" y="898740"/>
                  </a:lnTo>
                  <a:lnTo>
                    <a:pt x="4505312" y="897623"/>
                  </a:lnTo>
                  <a:lnTo>
                    <a:pt x="4505312" y="894994"/>
                  </a:lnTo>
                  <a:close/>
                </a:path>
                <a:path w="5695950" h="1792604">
                  <a:moveTo>
                    <a:pt x="4505312" y="3454"/>
                  </a:moveTo>
                  <a:lnTo>
                    <a:pt x="4504855" y="2336"/>
                  </a:lnTo>
                  <a:lnTo>
                    <a:pt x="4502988" y="469"/>
                  </a:lnTo>
                  <a:lnTo>
                    <a:pt x="4501870" y="0"/>
                  </a:lnTo>
                  <a:lnTo>
                    <a:pt x="4499241" y="0"/>
                  </a:lnTo>
                  <a:lnTo>
                    <a:pt x="4498111" y="469"/>
                  </a:lnTo>
                  <a:lnTo>
                    <a:pt x="4496257" y="2336"/>
                  </a:lnTo>
                  <a:lnTo>
                    <a:pt x="4495787" y="3454"/>
                  </a:lnTo>
                  <a:lnTo>
                    <a:pt x="4495787" y="6083"/>
                  </a:lnTo>
                  <a:lnTo>
                    <a:pt x="4496257" y="7200"/>
                  </a:lnTo>
                  <a:lnTo>
                    <a:pt x="4498111" y="9067"/>
                  </a:lnTo>
                  <a:lnTo>
                    <a:pt x="4499241" y="9525"/>
                  </a:lnTo>
                  <a:lnTo>
                    <a:pt x="4501870" y="9525"/>
                  </a:lnTo>
                  <a:lnTo>
                    <a:pt x="4502988" y="9067"/>
                  </a:lnTo>
                  <a:lnTo>
                    <a:pt x="4504855" y="7200"/>
                  </a:lnTo>
                  <a:lnTo>
                    <a:pt x="4505312" y="6083"/>
                  </a:lnTo>
                  <a:lnTo>
                    <a:pt x="4505312" y="3454"/>
                  </a:lnTo>
                  <a:close/>
                </a:path>
                <a:path w="5695950" h="1792604">
                  <a:moveTo>
                    <a:pt x="4552937" y="1786534"/>
                  </a:moveTo>
                  <a:lnTo>
                    <a:pt x="4552480" y="1785416"/>
                  </a:lnTo>
                  <a:lnTo>
                    <a:pt x="4550613" y="1783549"/>
                  </a:lnTo>
                  <a:lnTo>
                    <a:pt x="4549495" y="1783080"/>
                  </a:lnTo>
                  <a:lnTo>
                    <a:pt x="4546866" y="1783080"/>
                  </a:lnTo>
                  <a:lnTo>
                    <a:pt x="4545736" y="1783549"/>
                  </a:lnTo>
                  <a:lnTo>
                    <a:pt x="4543882" y="1785416"/>
                  </a:lnTo>
                  <a:lnTo>
                    <a:pt x="4543412" y="1786534"/>
                  </a:lnTo>
                  <a:lnTo>
                    <a:pt x="4543412" y="1789163"/>
                  </a:lnTo>
                  <a:lnTo>
                    <a:pt x="4543882" y="1790280"/>
                  </a:lnTo>
                  <a:lnTo>
                    <a:pt x="4545736" y="1792147"/>
                  </a:lnTo>
                  <a:lnTo>
                    <a:pt x="4546866" y="1792605"/>
                  </a:lnTo>
                  <a:lnTo>
                    <a:pt x="4549495" y="1792605"/>
                  </a:lnTo>
                  <a:lnTo>
                    <a:pt x="4550613" y="1792147"/>
                  </a:lnTo>
                  <a:lnTo>
                    <a:pt x="4552480" y="1790280"/>
                  </a:lnTo>
                  <a:lnTo>
                    <a:pt x="4552937" y="1789163"/>
                  </a:lnTo>
                  <a:lnTo>
                    <a:pt x="4552937" y="1786534"/>
                  </a:lnTo>
                  <a:close/>
                </a:path>
                <a:path w="5695950" h="1792604">
                  <a:moveTo>
                    <a:pt x="4552937" y="894994"/>
                  </a:moveTo>
                  <a:lnTo>
                    <a:pt x="4552480" y="893876"/>
                  </a:lnTo>
                  <a:lnTo>
                    <a:pt x="4550613" y="892009"/>
                  </a:lnTo>
                  <a:lnTo>
                    <a:pt x="4549495" y="891552"/>
                  </a:lnTo>
                  <a:lnTo>
                    <a:pt x="4546866" y="891552"/>
                  </a:lnTo>
                  <a:lnTo>
                    <a:pt x="4545736" y="892009"/>
                  </a:lnTo>
                  <a:lnTo>
                    <a:pt x="4543882" y="893876"/>
                  </a:lnTo>
                  <a:lnTo>
                    <a:pt x="4543412" y="894994"/>
                  </a:lnTo>
                  <a:lnTo>
                    <a:pt x="4543412" y="897623"/>
                  </a:lnTo>
                  <a:lnTo>
                    <a:pt x="4543882" y="898740"/>
                  </a:lnTo>
                  <a:lnTo>
                    <a:pt x="4545736" y="900607"/>
                  </a:lnTo>
                  <a:lnTo>
                    <a:pt x="4546866" y="901077"/>
                  </a:lnTo>
                  <a:lnTo>
                    <a:pt x="4549495" y="901077"/>
                  </a:lnTo>
                  <a:lnTo>
                    <a:pt x="4550613" y="900607"/>
                  </a:lnTo>
                  <a:lnTo>
                    <a:pt x="4552480" y="898740"/>
                  </a:lnTo>
                  <a:lnTo>
                    <a:pt x="4552937" y="897623"/>
                  </a:lnTo>
                  <a:lnTo>
                    <a:pt x="4552937" y="894994"/>
                  </a:lnTo>
                  <a:close/>
                </a:path>
                <a:path w="5695950" h="1792604">
                  <a:moveTo>
                    <a:pt x="4552937" y="3454"/>
                  </a:moveTo>
                  <a:lnTo>
                    <a:pt x="4552480" y="2336"/>
                  </a:lnTo>
                  <a:lnTo>
                    <a:pt x="4550613" y="469"/>
                  </a:lnTo>
                  <a:lnTo>
                    <a:pt x="4549495" y="0"/>
                  </a:lnTo>
                  <a:lnTo>
                    <a:pt x="4546866" y="0"/>
                  </a:lnTo>
                  <a:lnTo>
                    <a:pt x="4545736" y="469"/>
                  </a:lnTo>
                  <a:lnTo>
                    <a:pt x="4543882" y="2336"/>
                  </a:lnTo>
                  <a:lnTo>
                    <a:pt x="4543412" y="3454"/>
                  </a:lnTo>
                  <a:lnTo>
                    <a:pt x="4543412" y="6083"/>
                  </a:lnTo>
                  <a:lnTo>
                    <a:pt x="4543882" y="7200"/>
                  </a:lnTo>
                  <a:lnTo>
                    <a:pt x="4545736" y="9067"/>
                  </a:lnTo>
                  <a:lnTo>
                    <a:pt x="4546866" y="9525"/>
                  </a:lnTo>
                  <a:lnTo>
                    <a:pt x="4549495" y="9525"/>
                  </a:lnTo>
                  <a:lnTo>
                    <a:pt x="4550613" y="9067"/>
                  </a:lnTo>
                  <a:lnTo>
                    <a:pt x="4552480" y="7200"/>
                  </a:lnTo>
                  <a:lnTo>
                    <a:pt x="4552937" y="6083"/>
                  </a:lnTo>
                  <a:lnTo>
                    <a:pt x="4552937" y="3454"/>
                  </a:lnTo>
                  <a:close/>
                </a:path>
                <a:path w="5695950" h="1792604">
                  <a:moveTo>
                    <a:pt x="4600562" y="1786534"/>
                  </a:moveTo>
                  <a:lnTo>
                    <a:pt x="4600105" y="1785416"/>
                  </a:lnTo>
                  <a:lnTo>
                    <a:pt x="4598238" y="1783549"/>
                  </a:lnTo>
                  <a:lnTo>
                    <a:pt x="4597120" y="1783080"/>
                  </a:lnTo>
                  <a:lnTo>
                    <a:pt x="4594491" y="1783080"/>
                  </a:lnTo>
                  <a:lnTo>
                    <a:pt x="4593374" y="1783549"/>
                  </a:lnTo>
                  <a:lnTo>
                    <a:pt x="4591507" y="1785416"/>
                  </a:lnTo>
                  <a:lnTo>
                    <a:pt x="4591037" y="1786534"/>
                  </a:lnTo>
                  <a:lnTo>
                    <a:pt x="4591037" y="1789163"/>
                  </a:lnTo>
                  <a:lnTo>
                    <a:pt x="4591507" y="1790280"/>
                  </a:lnTo>
                  <a:lnTo>
                    <a:pt x="4593374" y="1792147"/>
                  </a:lnTo>
                  <a:lnTo>
                    <a:pt x="4594491" y="1792605"/>
                  </a:lnTo>
                  <a:lnTo>
                    <a:pt x="4597120" y="1792605"/>
                  </a:lnTo>
                  <a:lnTo>
                    <a:pt x="4598238" y="1792147"/>
                  </a:lnTo>
                  <a:lnTo>
                    <a:pt x="4600105" y="1790280"/>
                  </a:lnTo>
                  <a:lnTo>
                    <a:pt x="4600562" y="1789163"/>
                  </a:lnTo>
                  <a:lnTo>
                    <a:pt x="4600562" y="1786534"/>
                  </a:lnTo>
                  <a:close/>
                </a:path>
                <a:path w="5695950" h="1792604">
                  <a:moveTo>
                    <a:pt x="4600562" y="894994"/>
                  </a:moveTo>
                  <a:lnTo>
                    <a:pt x="4600105" y="893876"/>
                  </a:lnTo>
                  <a:lnTo>
                    <a:pt x="4598238" y="892009"/>
                  </a:lnTo>
                  <a:lnTo>
                    <a:pt x="4597120" y="891552"/>
                  </a:lnTo>
                  <a:lnTo>
                    <a:pt x="4594491" y="891552"/>
                  </a:lnTo>
                  <a:lnTo>
                    <a:pt x="4593374" y="892009"/>
                  </a:lnTo>
                  <a:lnTo>
                    <a:pt x="4591507" y="893876"/>
                  </a:lnTo>
                  <a:lnTo>
                    <a:pt x="4591037" y="894994"/>
                  </a:lnTo>
                  <a:lnTo>
                    <a:pt x="4591037" y="897623"/>
                  </a:lnTo>
                  <a:lnTo>
                    <a:pt x="4591507" y="898740"/>
                  </a:lnTo>
                  <a:lnTo>
                    <a:pt x="4593374" y="900607"/>
                  </a:lnTo>
                  <a:lnTo>
                    <a:pt x="4594491" y="901077"/>
                  </a:lnTo>
                  <a:lnTo>
                    <a:pt x="4597120" y="901077"/>
                  </a:lnTo>
                  <a:lnTo>
                    <a:pt x="4598238" y="900607"/>
                  </a:lnTo>
                  <a:lnTo>
                    <a:pt x="4600105" y="898740"/>
                  </a:lnTo>
                  <a:lnTo>
                    <a:pt x="4600562" y="897623"/>
                  </a:lnTo>
                  <a:lnTo>
                    <a:pt x="4600562" y="894994"/>
                  </a:lnTo>
                  <a:close/>
                </a:path>
                <a:path w="5695950" h="1792604">
                  <a:moveTo>
                    <a:pt x="4600562" y="3454"/>
                  </a:moveTo>
                  <a:lnTo>
                    <a:pt x="4600105" y="2336"/>
                  </a:lnTo>
                  <a:lnTo>
                    <a:pt x="4598238" y="469"/>
                  </a:lnTo>
                  <a:lnTo>
                    <a:pt x="4597120" y="0"/>
                  </a:lnTo>
                  <a:lnTo>
                    <a:pt x="4594491" y="0"/>
                  </a:lnTo>
                  <a:lnTo>
                    <a:pt x="4593374" y="469"/>
                  </a:lnTo>
                  <a:lnTo>
                    <a:pt x="4591507" y="2336"/>
                  </a:lnTo>
                  <a:lnTo>
                    <a:pt x="4591037" y="3454"/>
                  </a:lnTo>
                  <a:lnTo>
                    <a:pt x="4591037" y="6083"/>
                  </a:lnTo>
                  <a:lnTo>
                    <a:pt x="4591507" y="7200"/>
                  </a:lnTo>
                  <a:lnTo>
                    <a:pt x="4593374" y="9067"/>
                  </a:lnTo>
                  <a:lnTo>
                    <a:pt x="4594491" y="9525"/>
                  </a:lnTo>
                  <a:lnTo>
                    <a:pt x="4597120" y="9525"/>
                  </a:lnTo>
                  <a:lnTo>
                    <a:pt x="4598238" y="9067"/>
                  </a:lnTo>
                  <a:lnTo>
                    <a:pt x="4600105" y="7200"/>
                  </a:lnTo>
                  <a:lnTo>
                    <a:pt x="4600562" y="6083"/>
                  </a:lnTo>
                  <a:lnTo>
                    <a:pt x="4600562" y="3454"/>
                  </a:lnTo>
                  <a:close/>
                </a:path>
                <a:path w="5695950" h="1792604">
                  <a:moveTo>
                    <a:pt x="4648187" y="1786534"/>
                  </a:moveTo>
                  <a:lnTo>
                    <a:pt x="4647730" y="1785416"/>
                  </a:lnTo>
                  <a:lnTo>
                    <a:pt x="4645863" y="1783549"/>
                  </a:lnTo>
                  <a:lnTo>
                    <a:pt x="4644745" y="1783080"/>
                  </a:lnTo>
                  <a:lnTo>
                    <a:pt x="4642116" y="1783080"/>
                  </a:lnTo>
                  <a:lnTo>
                    <a:pt x="4640999" y="1783549"/>
                  </a:lnTo>
                  <a:lnTo>
                    <a:pt x="4639132" y="1785416"/>
                  </a:lnTo>
                  <a:lnTo>
                    <a:pt x="4638662" y="1786534"/>
                  </a:lnTo>
                  <a:lnTo>
                    <a:pt x="4638662" y="1789163"/>
                  </a:lnTo>
                  <a:lnTo>
                    <a:pt x="4639132" y="1790280"/>
                  </a:lnTo>
                  <a:lnTo>
                    <a:pt x="4640999" y="1792147"/>
                  </a:lnTo>
                  <a:lnTo>
                    <a:pt x="4642116" y="1792605"/>
                  </a:lnTo>
                  <a:lnTo>
                    <a:pt x="4644745" y="1792605"/>
                  </a:lnTo>
                  <a:lnTo>
                    <a:pt x="4645863" y="1792147"/>
                  </a:lnTo>
                  <a:lnTo>
                    <a:pt x="4647730" y="1790280"/>
                  </a:lnTo>
                  <a:lnTo>
                    <a:pt x="4648187" y="1789163"/>
                  </a:lnTo>
                  <a:lnTo>
                    <a:pt x="4648187" y="1786534"/>
                  </a:lnTo>
                  <a:close/>
                </a:path>
                <a:path w="5695950" h="1792604">
                  <a:moveTo>
                    <a:pt x="4648187" y="894994"/>
                  </a:moveTo>
                  <a:lnTo>
                    <a:pt x="4647730" y="893876"/>
                  </a:lnTo>
                  <a:lnTo>
                    <a:pt x="4645863" y="892009"/>
                  </a:lnTo>
                  <a:lnTo>
                    <a:pt x="4644745" y="891552"/>
                  </a:lnTo>
                  <a:lnTo>
                    <a:pt x="4642116" y="891552"/>
                  </a:lnTo>
                  <a:lnTo>
                    <a:pt x="4640999" y="892009"/>
                  </a:lnTo>
                  <a:lnTo>
                    <a:pt x="4639132" y="893876"/>
                  </a:lnTo>
                  <a:lnTo>
                    <a:pt x="4638662" y="894994"/>
                  </a:lnTo>
                  <a:lnTo>
                    <a:pt x="4638662" y="897623"/>
                  </a:lnTo>
                  <a:lnTo>
                    <a:pt x="4639132" y="898740"/>
                  </a:lnTo>
                  <a:lnTo>
                    <a:pt x="4640999" y="900607"/>
                  </a:lnTo>
                  <a:lnTo>
                    <a:pt x="4642116" y="901077"/>
                  </a:lnTo>
                  <a:lnTo>
                    <a:pt x="4644745" y="901077"/>
                  </a:lnTo>
                  <a:lnTo>
                    <a:pt x="4645863" y="900607"/>
                  </a:lnTo>
                  <a:lnTo>
                    <a:pt x="4647730" y="898740"/>
                  </a:lnTo>
                  <a:lnTo>
                    <a:pt x="4648187" y="897623"/>
                  </a:lnTo>
                  <a:lnTo>
                    <a:pt x="4648187" y="894994"/>
                  </a:lnTo>
                  <a:close/>
                </a:path>
                <a:path w="5695950" h="1792604">
                  <a:moveTo>
                    <a:pt x="4648187" y="3454"/>
                  </a:moveTo>
                  <a:lnTo>
                    <a:pt x="4647730" y="2336"/>
                  </a:lnTo>
                  <a:lnTo>
                    <a:pt x="4645863" y="469"/>
                  </a:lnTo>
                  <a:lnTo>
                    <a:pt x="4644745" y="0"/>
                  </a:lnTo>
                  <a:lnTo>
                    <a:pt x="4642116" y="0"/>
                  </a:lnTo>
                  <a:lnTo>
                    <a:pt x="4640999" y="469"/>
                  </a:lnTo>
                  <a:lnTo>
                    <a:pt x="4639132" y="2336"/>
                  </a:lnTo>
                  <a:lnTo>
                    <a:pt x="4638662" y="3454"/>
                  </a:lnTo>
                  <a:lnTo>
                    <a:pt x="4638662" y="6083"/>
                  </a:lnTo>
                  <a:lnTo>
                    <a:pt x="4639132" y="7200"/>
                  </a:lnTo>
                  <a:lnTo>
                    <a:pt x="4640999" y="9067"/>
                  </a:lnTo>
                  <a:lnTo>
                    <a:pt x="4642116" y="9525"/>
                  </a:lnTo>
                  <a:lnTo>
                    <a:pt x="4644745" y="9525"/>
                  </a:lnTo>
                  <a:lnTo>
                    <a:pt x="4645863" y="9067"/>
                  </a:lnTo>
                  <a:lnTo>
                    <a:pt x="4647730" y="7200"/>
                  </a:lnTo>
                  <a:lnTo>
                    <a:pt x="4648187" y="6083"/>
                  </a:lnTo>
                  <a:lnTo>
                    <a:pt x="4648187" y="3454"/>
                  </a:lnTo>
                  <a:close/>
                </a:path>
                <a:path w="5695950" h="1792604">
                  <a:moveTo>
                    <a:pt x="4695812" y="1786534"/>
                  </a:moveTo>
                  <a:lnTo>
                    <a:pt x="4695355" y="1785416"/>
                  </a:lnTo>
                  <a:lnTo>
                    <a:pt x="4693488" y="1783549"/>
                  </a:lnTo>
                  <a:lnTo>
                    <a:pt x="4692370" y="1783080"/>
                  </a:lnTo>
                  <a:lnTo>
                    <a:pt x="4689741" y="1783080"/>
                  </a:lnTo>
                  <a:lnTo>
                    <a:pt x="4688624" y="1783549"/>
                  </a:lnTo>
                  <a:lnTo>
                    <a:pt x="4686757" y="1785416"/>
                  </a:lnTo>
                  <a:lnTo>
                    <a:pt x="4686287" y="1786534"/>
                  </a:lnTo>
                  <a:lnTo>
                    <a:pt x="4686287" y="1789163"/>
                  </a:lnTo>
                  <a:lnTo>
                    <a:pt x="4686757" y="1790280"/>
                  </a:lnTo>
                  <a:lnTo>
                    <a:pt x="4688624" y="1792147"/>
                  </a:lnTo>
                  <a:lnTo>
                    <a:pt x="4689741" y="1792605"/>
                  </a:lnTo>
                  <a:lnTo>
                    <a:pt x="4692370" y="1792605"/>
                  </a:lnTo>
                  <a:lnTo>
                    <a:pt x="4693488" y="1792147"/>
                  </a:lnTo>
                  <a:lnTo>
                    <a:pt x="4695355" y="1790280"/>
                  </a:lnTo>
                  <a:lnTo>
                    <a:pt x="4695812" y="1789163"/>
                  </a:lnTo>
                  <a:lnTo>
                    <a:pt x="4695812" y="1786534"/>
                  </a:lnTo>
                  <a:close/>
                </a:path>
                <a:path w="5695950" h="1792604">
                  <a:moveTo>
                    <a:pt x="4695812" y="894994"/>
                  </a:moveTo>
                  <a:lnTo>
                    <a:pt x="4695355" y="893876"/>
                  </a:lnTo>
                  <a:lnTo>
                    <a:pt x="4693488" y="892009"/>
                  </a:lnTo>
                  <a:lnTo>
                    <a:pt x="4692370" y="891552"/>
                  </a:lnTo>
                  <a:lnTo>
                    <a:pt x="4689741" y="891552"/>
                  </a:lnTo>
                  <a:lnTo>
                    <a:pt x="4688624" y="892009"/>
                  </a:lnTo>
                  <a:lnTo>
                    <a:pt x="4686757" y="893876"/>
                  </a:lnTo>
                  <a:lnTo>
                    <a:pt x="4686287" y="894994"/>
                  </a:lnTo>
                  <a:lnTo>
                    <a:pt x="4686287" y="897623"/>
                  </a:lnTo>
                  <a:lnTo>
                    <a:pt x="4686757" y="898740"/>
                  </a:lnTo>
                  <a:lnTo>
                    <a:pt x="4688624" y="900607"/>
                  </a:lnTo>
                  <a:lnTo>
                    <a:pt x="4689741" y="901077"/>
                  </a:lnTo>
                  <a:lnTo>
                    <a:pt x="4692370" y="901077"/>
                  </a:lnTo>
                  <a:lnTo>
                    <a:pt x="4693488" y="900607"/>
                  </a:lnTo>
                  <a:lnTo>
                    <a:pt x="4695355" y="898740"/>
                  </a:lnTo>
                  <a:lnTo>
                    <a:pt x="4695812" y="897623"/>
                  </a:lnTo>
                  <a:lnTo>
                    <a:pt x="4695812" y="894994"/>
                  </a:lnTo>
                  <a:close/>
                </a:path>
                <a:path w="5695950" h="1792604">
                  <a:moveTo>
                    <a:pt x="4695812" y="3454"/>
                  </a:moveTo>
                  <a:lnTo>
                    <a:pt x="4695355" y="2336"/>
                  </a:lnTo>
                  <a:lnTo>
                    <a:pt x="4693488" y="469"/>
                  </a:lnTo>
                  <a:lnTo>
                    <a:pt x="4692370" y="0"/>
                  </a:lnTo>
                  <a:lnTo>
                    <a:pt x="4689741" y="0"/>
                  </a:lnTo>
                  <a:lnTo>
                    <a:pt x="4688624" y="469"/>
                  </a:lnTo>
                  <a:lnTo>
                    <a:pt x="4686757" y="2336"/>
                  </a:lnTo>
                  <a:lnTo>
                    <a:pt x="4686287" y="3454"/>
                  </a:lnTo>
                  <a:lnTo>
                    <a:pt x="4686287" y="6083"/>
                  </a:lnTo>
                  <a:lnTo>
                    <a:pt x="4686757" y="7200"/>
                  </a:lnTo>
                  <a:lnTo>
                    <a:pt x="4688624" y="9067"/>
                  </a:lnTo>
                  <a:lnTo>
                    <a:pt x="4689741" y="9525"/>
                  </a:lnTo>
                  <a:lnTo>
                    <a:pt x="4692370" y="9525"/>
                  </a:lnTo>
                  <a:lnTo>
                    <a:pt x="4693488" y="9067"/>
                  </a:lnTo>
                  <a:lnTo>
                    <a:pt x="4695355" y="7200"/>
                  </a:lnTo>
                  <a:lnTo>
                    <a:pt x="4695812" y="6083"/>
                  </a:lnTo>
                  <a:lnTo>
                    <a:pt x="4695812" y="3454"/>
                  </a:lnTo>
                  <a:close/>
                </a:path>
                <a:path w="5695950" h="1792604">
                  <a:moveTo>
                    <a:pt x="4743437" y="1786534"/>
                  </a:moveTo>
                  <a:lnTo>
                    <a:pt x="4742980" y="1785416"/>
                  </a:lnTo>
                  <a:lnTo>
                    <a:pt x="4741113" y="1783549"/>
                  </a:lnTo>
                  <a:lnTo>
                    <a:pt x="4739995" y="1783080"/>
                  </a:lnTo>
                  <a:lnTo>
                    <a:pt x="4737366" y="1783080"/>
                  </a:lnTo>
                  <a:lnTo>
                    <a:pt x="4736249" y="1783549"/>
                  </a:lnTo>
                  <a:lnTo>
                    <a:pt x="4734382" y="1785416"/>
                  </a:lnTo>
                  <a:lnTo>
                    <a:pt x="4733912" y="1786534"/>
                  </a:lnTo>
                  <a:lnTo>
                    <a:pt x="4733912" y="1789163"/>
                  </a:lnTo>
                  <a:lnTo>
                    <a:pt x="4734382" y="1790280"/>
                  </a:lnTo>
                  <a:lnTo>
                    <a:pt x="4736249" y="1792147"/>
                  </a:lnTo>
                  <a:lnTo>
                    <a:pt x="4737366" y="1792605"/>
                  </a:lnTo>
                  <a:lnTo>
                    <a:pt x="4739995" y="1792605"/>
                  </a:lnTo>
                  <a:lnTo>
                    <a:pt x="4741113" y="1792147"/>
                  </a:lnTo>
                  <a:lnTo>
                    <a:pt x="4742980" y="1790280"/>
                  </a:lnTo>
                  <a:lnTo>
                    <a:pt x="4743437" y="1789163"/>
                  </a:lnTo>
                  <a:lnTo>
                    <a:pt x="4743437" y="1786534"/>
                  </a:lnTo>
                  <a:close/>
                </a:path>
                <a:path w="5695950" h="1792604">
                  <a:moveTo>
                    <a:pt x="4743437" y="894994"/>
                  </a:moveTo>
                  <a:lnTo>
                    <a:pt x="4742980" y="893876"/>
                  </a:lnTo>
                  <a:lnTo>
                    <a:pt x="4741113" y="892009"/>
                  </a:lnTo>
                  <a:lnTo>
                    <a:pt x="4739995" y="891552"/>
                  </a:lnTo>
                  <a:lnTo>
                    <a:pt x="4737366" y="891552"/>
                  </a:lnTo>
                  <a:lnTo>
                    <a:pt x="4736249" y="892009"/>
                  </a:lnTo>
                  <a:lnTo>
                    <a:pt x="4734382" y="893876"/>
                  </a:lnTo>
                  <a:lnTo>
                    <a:pt x="4733912" y="894994"/>
                  </a:lnTo>
                  <a:lnTo>
                    <a:pt x="4733912" y="897623"/>
                  </a:lnTo>
                  <a:lnTo>
                    <a:pt x="4734382" y="898740"/>
                  </a:lnTo>
                  <a:lnTo>
                    <a:pt x="4736249" y="900607"/>
                  </a:lnTo>
                  <a:lnTo>
                    <a:pt x="4737366" y="901077"/>
                  </a:lnTo>
                  <a:lnTo>
                    <a:pt x="4739995" y="901077"/>
                  </a:lnTo>
                  <a:lnTo>
                    <a:pt x="4741113" y="900607"/>
                  </a:lnTo>
                  <a:lnTo>
                    <a:pt x="4742980" y="898740"/>
                  </a:lnTo>
                  <a:lnTo>
                    <a:pt x="4743437" y="897623"/>
                  </a:lnTo>
                  <a:lnTo>
                    <a:pt x="4743437" y="894994"/>
                  </a:lnTo>
                  <a:close/>
                </a:path>
                <a:path w="5695950" h="1792604">
                  <a:moveTo>
                    <a:pt x="4743437" y="3454"/>
                  </a:moveTo>
                  <a:lnTo>
                    <a:pt x="4742980" y="2336"/>
                  </a:lnTo>
                  <a:lnTo>
                    <a:pt x="4741113" y="469"/>
                  </a:lnTo>
                  <a:lnTo>
                    <a:pt x="4739995" y="0"/>
                  </a:lnTo>
                  <a:lnTo>
                    <a:pt x="4737366" y="0"/>
                  </a:lnTo>
                  <a:lnTo>
                    <a:pt x="4736249" y="469"/>
                  </a:lnTo>
                  <a:lnTo>
                    <a:pt x="4734382" y="2336"/>
                  </a:lnTo>
                  <a:lnTo>
                    <a:pt x="4733912" y="3454"/>
                  </a:lnTo>
                  <a:lnTo>
                    <a:pt x="4733912" y="6083"/>
                  </a:lnTo>
                  <a:lnTo>
                    <a:pt x="4734382" y="7200"/>
                  </a:lnTo>
                  <a:lnTo>
                    <a:pt x="4736249" y="9067"/>
                  </a:lnTo>
                  <a:lnTo>
                    <a:pt x="4737366" y="9525"/>
                  </a:lnTo>
                  <a:lnTo>
                    <a:pt x="4739995" y="9525"/>
                  </a:lnTo>
                  <a:lnTo>
                    <a:pt x="4741113" y="9067"/>
                  </a:lnTo>
                  <a:lnTo>
                    <a:pt x="4742980" y="7200"/>
                  </a:lnTo>
                  <a:lnTo>
                    <a:pt x="4743437" y="6083"/>
                  </a:lnTo>
                  <a:lnTo>
                    <a:pt x="4743437" y="3454"/>
                  </a:lnTo>
                  <a:close/>
                </a:path>
                <a:path w="5695950" h="1792604">
                  <a:moveTo>
                    <a:pt x="4791062" y="1786534"/>
                  </a:moveTo>
                  <a:lnTo>
                    <a:pt x="4790605" y="1785416"/>
                  </a:lnTo>
                  <a:lnTo>
                    <a:pt x="4788738" y="1783549"/>
                  </a:lnTo>
                  <a:lnTo>
                    <a:pt x="4787620" y="1783080"/>
                  </a:lnTo>
                  <a:lnTo>
                    <a:pt x="4784991" y="1783080"/>
                  </a:lnTo>
                  <a:lnTo>
                    <a:pt x="4783874" y="1783549"/>
                  </a:lnTo>
                  <a:lnTo>
                    <a:pt x="4782007" y="1785416"/>
                  </a:lnTo>
                  <a:lnTo>
                    <a:pt x="4781537" y="1786534"/>
                  </a:lnTo>
                  <a:lnTo>
                    <a:pt x="4781537" y="1789163"/>
                  </a:lnTo>
                  <a:lnTo>
                    <a:pt x="4782007" y="1790280"/>
                  </a:lnTo>
                  <a:lnTo>
                    <a:pt x="4783874" y="1792147"/>
                  </a:lnTo>
                  <a:lnTo>
                    <a:pt x="4784991" y="1792605"/>
                  </a:lnTo>
                  <a:lnTo>
                    <a:pt x="4787620" y="1792605"/>
                  </a:lnTo>
                  <a:lnTo>
                    <a:pt x="4788738" y="1792147"/>
                  </a:lnTo>
                  <a:lnTo>
                    <a:pt x="4790605" y="1790280"/>
                  </a:lnTo>
                  <a:lnTo>
                    <a:pt x="4791062" y="1789163"/>
                  </a:lnTo>
                  <a:lnTo>
                    <a:pt x="4791062" y="1786534"/>
                  </a:lnTo>
                  <a:close/>
                </a:path>
                <a:path w="5695950" h="1792604">
                  <a:moveTo>
                    <a:pt x="4791062" y="894994"/>
                  </a:moveTo>
                  <a:lnTo>
                    <a:pt x="4790605" y="893876"/>
                  </a:lnTo>
                  <a:lnTo>
                    <a:pt x="4788738" y="892009"/>
                  </a:lnTo>
                  <a:lnTo>
                    <a:pt x="4787620" y="891552"/>
                  </a:lnTo>
                  <a:lnTo>
                    <a:pt x="4784991" y="891552"/>
                  </a:lnTo>
                  <a:lnTo>
                    <a:pt x="4783874" y="892009"/>
                  </a:lnTo>
                  <a:lnTo>
                    <a:pt x="4782007" y="893876"/>
                  </a:lnTo>
                  <a:lnTo>
                    <a:pt x="4781537" y="894994"/>
                  </a:lnTo>
                  <a:lnTo>
                    <a:pt x="4781537" y="897623"/>
                  </a:lnTo>
                  <a:lnTo>
                    <a:pt x="4782007" y="898740"/>
                  </a:lnTo>
                  <a:lnTo>
                    <a:pt x="4783874" y="900607"/>
                  </a:lnTo>
                  <a:lnTo>
                    <a:pt x="4784991" y="901077"/>
                  </a:lnTo>
                  <a:lnTo>
                    <a:pt x="4787620" y="901077"/>
                  </a:lnTo>
                  <a:lnTo>
                    <a:pt x="4788738" y="900607"/>
                  </a:lnTo>
                  <a:lnTo>
                    <a:pt x="4790605" y="898740"/>
                  </a:lnTo>
                  <a:lnTo>
                    <a:pt x="4791062" y="897623"/>
                  </a:lnTo>
                  <a:lnTo>
                    <a:pt x="4791062" y="894994"/>
                  </a:lnTo>
                  <a:close/>
                </a:path>
                <a:path w="5695950" h="1792604">
                  <a:moveTo>
                    <a:pt x="4791062" y="3454"/>
                  </a:moveTo>
                  <a:lnTo>
                    <a:pt x="4790605" y="2336"/>
                  </a:lnTo>
                  <a:lnTo>
                    <a:pt x="4788738" y="469"/>
                  </a:lnTo>
                  <a:lnTo>
                    <a:pt x="4787620" y="0"/>
                  </a:lnTo>
                  <a:lnTo>
                    <a:pt x="4784991" y="0"/>
                  </a:lnTo>
                  <a:lnTo>
                    <a:pt x="4783874" y="469"/>
                  </a:lnTo>
                  <a:lnTo>
                    <a:pt x="4782007" y="2336"/>
                  </a:lnTo>
                  <a:lnTo>
                    <a:pt x="4781537" y="3454"/>
                  </a:lnTo>
                  <a:lnTo>
                    <a:pt x="4781537" y="6083"/>
                  </a:lnTo>
                  <a:lnTo>
                    <a:pt x="4782007" y="7200"/>
                  </a:lnTo>
                  <a:lnTo>
                    <a:pt x="4783874" y="9067"/>
                  </a:lnTo>
                  <a:lnTo>
                    <a:pt x="4784991" y="9525"/>
                  </a:lnTo>
                  <a:lnTo>
                    <a:pt x="4787620" y="9525"/>
                  </a:lnTo>
                  <a:lnTo>
                    <a:pt x="4788738" y="9067"/>
                  </a:lnTo>
                  <a:lnTo>
                    <a:pt x="4790605" y="7200"/>
                  </a:lnTo>
                  <a:lnTo>
                    <a:pt x="4791062" y="6083"/>
                  </a:lnTo>
                  <a:lnTo>
                    <a:pt x="4791062" y="3454"/>
                  </a:lnTo>
                  <a:close/>
                </a:path>
                <a:path w="5695950" h="1792604">
                  <a:moveTo>
                    <a:pt x="4838687" y="1786534"/>
                  </a:moveTo>
                  <a:lnTo>
                    <a:pt x="4838230" y="1785416"/>
                  </a:lnTo>
                  <a:lnTo>
                    <a:pt x="4836363" y="1783549"/>
                  </a:lnTo>
                  <a:lnTo>
                    <a:pt x="4835245" y="1783080"/>
                  </a:lnTo>
                  <a:lnTo>
                    <a:pt x="4832616" y="1783080"/>
                  </a:lnTo>
                  <a:lnTo>
                    <a:pt x="4831499" y="1783549"/>
                  </a:lnTo>
                  <a:lnTo>
                    <a:pt x="4829632" y="1785416"/>
                  </a:lnTo>
                  <a:lnTo>
                    <a:pt x="4829162" y="1786534"/>
                  </a:lnTo>
                  <a:lnTo>
                    <a:pt x="4829162" y="1789163"/>
                  </a:lnTo>
                  <a:lnTo>
                    <a:pt x="4829632" y="1790280"/>
                  </a:lnTo>
                  <a:lnTo>
                    <a:pt x="4831499" y="1792147"/>
                  </a:lnTo>
                  <a:lnTo>
                    <a:pt x="4832616" y="1792605"/>
                  </a:lnTo>
                  <a:lnTo>
                    <a:pt x="4835245" y="1792605"/>
                  </a:lnTo>
                  <a:lnTo>
                    <a:pt x="4836363" y="1792147"/>
                  </a:lnTo>
                  <a:lnTo>
                    <a:pt x="4838230" y="1790280"/>
                  </a:lnTo>
                  <a:lnTo>
                    <a:pt x="4838687" y="1789163"/>
                  </a:lnTo>
                  <a:lnTo>
                    <a:pt x="4838687" y="1786534"/>
                  </a:lnTo>
                  <a:close/>
                </a:path>
                <a:path w="5695950" h="1792604">
                  <a:moveTo>
                    <a:pt x="4838687" y="894994"/>
                  </a:moveTo>
                  <a:lnTo>
                    <a:pt x="4838230" y="893876"/>
                  </a:lnTo>
                  <a:lnTo>
                    <a:pt x="4836363" y="892009"/>
                  </a:lnTo>
                  <a:lnTo>
                    <a:pt x="4835245" y="891552"/>
                  </a:lnTo>
                  <a:lnTo>
                    <a:pt x="4832616" y="891552"/>
                  </a:lnTo>
                  <a:lnTo>
                    <a:pt x="4831499" y="892009"/>
                  </a:lnTo>
                  <a:lnTo>
                    <a:pt x="4829632" y="893876"/>
                  </a:lnTo>
                  <a:lnTo>
                    <a:pt x="4829162" y="894994"/>
                  </a:lnTo>
                  <a:lnTo>
                    <a:pt x="4829162" y="897623"/>
                  </a:lnTo>
                  <a:lnTo>
                    <a:pt x="4829632" y="898740"/>
                  </a:lnTo>
                  <a:lnTo>
                    <a:pt x="4831499" y="900607"/>
                  </a:lnTo>
                  <a:lnTo>
                    <a:pt x="4832616" y="901077"/>
                  </a:lnTo>
                  <a:lnTo>
                    <a:pt x="4835245" y="901077"/>
                  </a:lnTo>
                  <a:lnTo>
                    <a:pt x="4836363" y="900607"/>
                  </a:lnTo>
                  <a:lnTo>
                    <a:pt x="4838230" y="898740"/>
                  </a:lnTo>
                  <a:lnTo>
                    <a:pt x="4838687" y="897623"/>
                  </a:lnTo>
                  <a:lnTo>
                    <a:pt x="4838687" y="894994"/>
                  </a:lnTo>
                  <a:close/>
                </a:path>
                <a:path w="5695950" h="1792604">
                  <a:moveTo>
                    <a:pt x="4838687" y="3454"/>
                  </a:moveTo>
                  <a:lnTo>
                    <a:pt x="4838230" y="2336"/>
                  </a:lnTo>
                  <a:lnTo>
                    <a:pt x="4836363" y="469"/>
                  </a:lnTo>
                  <a:lnTo>
                    <a:pt x="4835245" y="0"/>
                  </a:lnTo>
                  <a:lnTo>
                    <a:pt x="4832616" y="0"/>
                  </a:lnTo>
                  <a:lnTo>
                    <a:pt x="4831499" y="469"/>
                  </a:lnTo>
                  <a:lnTo>
                    <a:pt x="4829632" y="2336"/>
                  </a:lnTo>
                  <a:lnTo>
                    <a:pt x="4829162" y="3454"/>
                  </a:lnTo>
                  <a:lnTo>
                    <a:pt x="4829162" y="6083"/>
                  </a:lnTo>
                  <a:lnTo>
                    <a:pt x="4829632" y="7200"/>
                  </a:lnTo>
                  <a:lnTo>
                    <a:pt x="4831499" y="9067"/>
                  </a:lnTo>
                  <a:lnTo>
                    <a:pt x="4832616" y="9525"/>
                  </a:lnTo>
                  <a:lnTo>
                    <a:pt x="4835245" y="9525"/>
                  </a:lnTo>
                  <a:lnTo>
                    <a:pt x="4836363" y="9067"/>
                  </a:lnTo>
                  <a:lnTo>
                    <a:pt x="4838230" y="7200"/>
                  </a:lnTo>
                  <a:lnTo>
                    <a:pt x="4838687" y="6083"/>
                  </a:lnTo>
                  <a:lnTo>
                    <a:pt x="4838687" y="3454"/>
                  </a:lnTo>
                  <a:close/>
                </a:path>
                <a:path w="5695950" h="1792604">
                  <a:moveTo>
                    <a:pt x="4886312" y="1786534"/>
                  </a:moveTo>
                  <a:lnTo>
                    <a:pt x="4885855" y="1785416"/>
                  </a:lnTo>
                  <a:lnTo>
                    <a:pt x="4883988" y="1783549"/>
                  </a:lnTo>
                  <a:lnTo>
                    <a:pt x="4882870" y="1783080"/>
                  </a:lnTo>
                  <a:lnTo>
                    <a:pt x="4880241" y="1783080"/>
                  </a:lnTo>
                  <a:lnTo>
                    <a:pt x="4879124" y="1783549"/>
                  </a:lnTo>
                  <a:lnTo>
                    <a:pt x="4877257" y="1785416"/>
                  </a:lnTo>
                  <a:lnTo>
                    <a:pt x="4876787" y="1786534"/>
                  </a:lnTo>
                  <a:lnTo>
                    <a:pt x="4876787" y="1789163"/>
                  </a:lnTo>
                  <a:lnTo>
                    <a:pt x="4877257" y="1790280"/>
                  </a:lnTo>
                  <a:lnTo>
                    <a:pt x="4879124" y="1792147"/>
                  </a:lnTo>
                  <a:lnTo>
                    <a:pt x="4880241" y="1792605"/>
                  </a:lnTo>
                  <a:lnTo>
                    <a:pt x="4882870" y="1792605"/>
                  </a:lnTo>
                  <a:lnTo>
                    <a:pt x="4883988" y="1792147"/>
                  </a:lnTo>
                  <a:lnTo>
                    <a:pt x="4885855" y="1790280"/>
                  </a:lnTo>
                  <a:lnTo>
                    <a:pt x="4886312" y="1789163"/>
                  </a:lnTo>
                  <a:lnTo>
                    <a:pt x="4886312" y="1786534"/>
                  </a:lnTo>
                  <a:close/>
                </a:path>
                <a:path w="5695950" h="1792604">
                  <a:moveTo>
                    <a:pt x="4886312" y="894994"/>
                  </a:moveTo>
                  <a:lnTo>
                    <a:pt x="4885855" y="893876"/>
                  </a:lnTo>
                  <a:lnTo>
                    <a:pt x="4883988" y="892009"/>
                  </a:lnTo>
                  <a:lnTo>
                    <a:pt x="4882870" y="891552"/>
                  </a:lnTo>
                  <a:lnTo>
                    <a:pt x="4880241" y="891552"/>
                  </a:lnTo>
                  <a:lnTo>
                    <a:pt x="4879124" y="892009"/>
                  </a:lnTo>
                  <a:lnTo>
                    <a:pt x="4877257" y="893876"/>
                  </a:lnTo>
                  <a:lnTo>
                    <a:pt x="4876787" y="894994"/>
                  </a:lnTo>
                  <a:lnTo>
                    <a:pt x="4876787" y="897623"/>
                  </a:lnTo>
                  <a:lnTo>
                    <a:pt x="4877257" y="898740"/>
                  </a:lnTo>
                  <a:lnTo>
                    <a:pt x="4879124" y="900607"/>
                  </a:lnTo>
                  <a:lnTo>
                    <a:pt x="4880241" y="901077"/>
                  </a:lnTo>
                  <a:lnTo>
                    <a:pt x="4882870" y="901077"/>
                  </a:lnTo>
                  <a:lnTo>
                    <a:pt x="4883988" y="900607"/>
                  </a:lnTo>
                  <a:lnTo>
                    <a:pt x="4885855" y="898740"/>
                  </a:lnTo>
                  <a:lnTo>
                    <a:pt x="4886312" y="897623"/>
                  </a:lnTo>
                  <a:lnTo>
                    <a:pt x="4886312" y="894994"/>
                  </a:lnTo>
                  <a:close/>
                </a:path>
                <a:path w="5695950" h="1792604">
                  <a:moveTo>
                    <a:pt x="4886312" y="3454"/>
                  </a:moveTo>
                  <a:lnTo>
                    <a:pt x="4885855" y="2336"/>
                  </a:lnTo>
                  <a:lnTo>
                    <a:pt x="4883988" y="469"/>
                  </a:lnTo>
                  <a:lnTo>
                    <a:pt x="4882870" y="0"/>
                  </a:lnTo>
                  <a:lnTo>
                    <a:pt x="4880241" y="0"/>
                  </a:lnTo>
                  <a:lnTo>
                    <a:pt x="4879124" y="469"/>
                  </a:lnTo>
                  <a:lnTo>
                    <a:pt x="4877257" y="2336"/>
                  </a:lnTo>
                  <a:lnTo>
                    <a:pt x="4876787" y="3454"/>
                  </a:lnTo>
                  <a:lnTo>
                    <a:pt x="4876787" y="6083"/>
                  </a:lnTo>
                  <a:lnTo>
                    <a:pt x="4877257" y="7200"/>
                  </a:lnTo>
                  <a:lnTo>
                    <a:pt x="4879124" y="9067"/>
                  </a:lnTo>
                  <a:lnTo>
                    <a:pt x="4880241" y="9525"/>
                  </a:lnTo>
                  <a:lnTo>
                    <a:pt x="4882870" y="9525"/>
                  </a:lnTo>
                  <a:lnTo>
                    <a:pt x="4883988" y="9067"/>
                  </a:lnTo>
                  <a:lnTo>
                    <a:pt x="4885855" y="7200"/>
                  </a:lnTo>
                  <a:lnTo>
                    <a:pt x="4886312" y="6083"/>
                  </a:lnTo>
                  <a:lnTo>
                    <a:pt x="4886312" y="3454"/>
                  </a:lnTo>
                  <a:close/>
                </a:path>
                <a:path w="5695950" h="1792604">
                  <a:moveTo>
                    <a:pt x="4933937" y="1786534"/>
                  </a:moveTo>
                  <a:lnTo>
                    <a:pt x="4933480" y="1785416"/>
                  </a:lnTo>
                  <a:lnTo>
                    <a:pt x="4931613" y="1783549"/>
                  </a:lnTo>
                  <a:lnTo>
                    <a:pt x="4930495" y="1783080"/>
                  </a:lnTo>
                  <a:lnTo>
                    <a:pt x="4927866" y="1783080"/>
                  </a:lnTo>
                  <a:lnTo>
                    <a:pt x="4926749" y="1783549"/>
                  </a:lnTo>
                  <a:lnTo>
                    <a:pt x="4924882" y="1785416"/>
                  </a:lnTo>
                  <a:lnTo>
                    <a:pt x="4924412" y="1786534"/>
                  </a:lnTo>
                  <a:lnTo>
                    <a:pt x="4924412" y="1789163"/>
                  </a:lnTo>
                  <a:lnTo>
                    <a:pt x="4924882" y="1790280"/>
                  </a:lnTo>
                  <a:lnTo>
                    <a:pt x="4926749" y="1792147"/>
                  </a:lnTo>
                  <a:lnTo>
                    <a:pt x="4927866" y="1792605"/>
                  </a:lnTo>
                  <a:lnTo>
                    <a:pt x="4930495" y="1792605"/>
                  </a:lnTo>
                  <a:lnTo>
                    <a:pt x="4931613" y="1792147"/>
                  </a:lnTo>
                  <a:lnTo>
                    <a:pt x="4933480" y="1790280"/>
                  </a:lnTo>
                  <a:lnTo>
                    <a:pt x="4933937" y="1789163"/>
                  </a:lnTo>
                  <a:lnTo>
                    <a:pt x="4933937" y="1786534"/>
                  </a:lnTo>
                  <a:close/>
                </a:path>
                <a:path w="5695950" h="1792604">
                  <a:moveTo>
                    <a:pt x="4933937" y="894994"/>
                  </a:moveTo>
                  <a:lnTo>
                    <a:pt x="4933480" y="893876"/>
                  </a:lnTo>
                  <a:lnTo>
                    <a:pt x="4931613" y="892009"/>
                  </a:lnTo>
                  <a:lnTo>
                    <a:pt x="4930495" y="891552"/>
                  </a:lnTo>
                  <a:lnTo>
                    <a:pt x="4927866" y="891552"/>
                  </a:lnTo>
                  <a:lnTo>
                    <a:pt x="4926749" y="892009"/>
                  </a:lnTo>
                  <a:lnTo>
                    <a:pt x="4924882" y="893876"/>
                  </a:lnTo>
                  <a:lnTo>
                    <a:pt x="4924412" y="894994"/>
                  </a:lnTo>
                  <a:lnTo>
                    <a:pt x="4924412" y="897623"/>
                  </a:lnTo>
                  <a:lnTo>
                    <a:pt x="4924882" y="898740"/>
                  </a:lnTo>
                  <a:lnTo>
                    <a:pt x="4926749" y="900607"/>
                  </a:lnTo>
                  <a:lnTo>
                    <a:pt x="4927866" y="901077"/>
                  </a:lnTo>
                  <a:lnTo>
                    <a:pt x="4930495" y="901077"/>
                  </a:lnTo>
                  <a:lnTo>
                    <a:pt x="4931613" y="900607"/>
                  </a:lnTo>
                  <a:lnTo>
                    <a:pt x="4933480" y="898740"/>
                  </a:lnTo>
                  <a:lnTo>
                    <a:pt x="4933937" y="897623"/>
                  </a:lnTo>
                  <a:lnTo>
                    <a:pt x="4933937" y="894994"/>
                  </a:lnTo>
                  <a:close/>
                </a:path>
                <a:path w="5695950" h="1792604">
                  <a:moveTo>
                    <a:pt x="4933937" y="3454"/>
                  </a:moveTo>
                  <a:lnTo>
                    <a:pt x="4933480" y="2336"/>
                  </a:lnTo>
                  <a:lnTo>
                    <a:pt x="4931613" y="469"/>
                  </a:lnTo>
                  <a:lnTo>
                    <a:pt x="4930495" y="0"/>
                  </a:lnTo>
                  <a:lnTo>
                    <a:pt x="4927866" y="0"/>
                  </a:lnTo>
                  <a:lnTo>
                    <a:pt x="4926749" y="469"/>
                  </a:lnTo>
                  <a:lnTo>
                    <a:pt x="4924882" y="2336"/>
                  </a:lnTo>
                  <a:lnTo>
                    <a:pt x="4924412" y="3454"/>
                  </a:lnTo>
                  <a:lnTo>
                    <a:pt x="4924412" y="6083"/>
                  </a:lnTo>
                  <a:lnTo>
                    <a:pt x="4924882" y="7200"/>
                  </a:lnTo>
                  <a:lnTo>
                    <a:pt x="4926749" y="9067"/>
                  </a:lnTo>
                  <a:lnTo>
                    <a:pt x="4927866" y="9525"/>
                  </a:lnTo>
                  <a:lnTo>
                    <a:pt x="4930495" y="9525"/>
                  </a:lnTo>
                  <a:lnTo>
                    <a:pt x="4931613" y="9067"/>
                  </a:lnTo>
                  <a:lnTo>
                    <a:pt x="4933480" y="7200"/>
                  </a:lnTo>
                  <a:lnTo>
                    <a:pt x="4933937" y="6083"/>
                  </a:lnTo>
                  <a:lnTo>
                    <a:pt x="4933937" y="3454"/>
                  </a:lnTo>
                  <a:close/>
                </a:path>
                <a:path w="5695950" h="1792604">
                  <a:moveTo>
                    <a:pt x="4981562" y="1786534"/>
                  </a:moveTo>
                  <a:lnTo>
                    <a:pt x="4981105" y="1785416"/>
                  </a:lnTo>
                  <a:lnTo>
                    <a:pt x="4979238" y="1783549"/>
                  </a:lnTo>
                  <a:lnTo>
                    <a:pt x="4978120" y="1783080"/>
                  </a:lnTo>
                  <a:lnTo>
                    <a:pt x="4975491" y="1783080"/>
                  </a:lnTo>
                  <a:lnTo>
                    <a:pt x="4974361" y="1783549"/>
                  </a:lnTo>
                  <a:lnTo>
                    <a:pt x="4972507" y="1785416"/>
                  </a:lnTo>
                  <a:lnTo>
                    <a:pt x="4972037" y="1786534"/>
                  </a:lnTo>
                  <a:lnTo>
                    <a:pt x="4972037" y="1789163"/>
                  </a:lnTo>
                  <a:lnTo>
                    <a:pt x="4972507" y="1790280"/>
                  </a:lnTo>
                  <a:lnTo>
                    <a:pt x="4974361" y="1792147"/>
                  </a:lnTo>
                  <a:lnTo>
                    <a:pt x="4975491" y="1792605"/>
                  </a:lnTo>
                  <a:lnTo>
                    <a:pt x="4978120" y="1792605"/>
                  </a:lnTo>
                  <a:lnTo>
                    <a:pt x="4979238" y="1792147"/>
                  </a:lnTo>
                  <a:lnTo>
                    <a:pt x="4981105" y="1790280"/>
                  </a:lnTo>
                  <a:lnTo>
                    <a:pt x="4981562" y="1789163"/>
                  </a:lnTo>
                  <a:lnTo>
                    <a:pt x="4981562" y="1786534"/>
                  </a:lnTo>
                  <a:close/>
                </a:path>
                <a:path w="5695950" h="1792604">
                  <a:moveTo>
                    <a:pt x="4981562" y="894994"/>
                  </a:moveTo>
                  <a:lnTo>
                    <a:pt x="4981105" y="893876"/>
                  </a:lnTo>
                  <a:lnTo>
                    <a:pt x="4979238" y="892009"/>
                  </a:lnTo>
                  <a:lnTo>
                    <a:pt x="4978120" y="891552"/>
                  </a:lnTo>
                  <a:lnTo>
                    <a:pt x="4975491" y="891552"/>
                  </a:lnTo>
                  <a:lnTo>
                    <a:pt x="4974361" y="892009"/>
                  </a:lnTo>
                  <a:lnTo>
                    <a:pt x="4972507" y="893876"/>
                  </a:lnTo>
                  <a:lnTo>
                    <a:pt x="4972037" y="894994"/>
                  </a:lnTo>
                  <a:lnTo>
                    <a:pt x="4972037" y="897623"/>
                  </a:lnTo>
                  <a:lnTo>
                    <a:pt x="4972507" y="898740"/>
                  </a:lnTo>
                  <a:lnTo>
                    <a:pt x="4974361" y="900607"/>
                  </a:lnTo>
                  <a:lnTo>
                    <a:pt x="4975491" y="901077"/>
                  </a:lnTo>
                  <a:lnTo>
                    <a:pt x="4978120" y="901077"/>
                  </a:lnTo>
                  <a:lnTo>
                    <a:pt x="4979238" y="900607"/>
                  </a:lnTo>
                  <a:lnTo>
                    <a:pt x="4981105" y="898740"/>
                  </a:lnTo>
                  <a:lnTo>
                    <a:pt x="4981562" y="897623"/>
                  </a:lnTo>
                  <a:lnTo>
                    <a:pt x="4981562" y="894994"/>
                  </a:lnTo>
                  <a:close/>
                </a:path>
                <a:path w="5695950" h="1792604">
                  <a:moveTo>
                    <a:pt x="4981562" y="3454"/>
                  </a:moveTo>
                  <a:lnTo>
                    <a:pt x="4981105" y="2336"/>
                  </a:lnTo>
                  <a:lnTo>
                    <a:pt x="4979238" y="469"/>
                  </a:lnTo>
                  <a:lnTo>
                    <a:pt x="4978120" y="0"/>
                  </a:lnTo>
                  <a:lnTo>
                    <a:pt x="4975491" y="0"/>
                  </a:lnTo>
                  <a:lnTo>
                    <a:pt x="4974361" y="469"/>
                  </a:lnTo>
                  <a:lnTo>
                    <a:pt x="4972507" y="2336"/>
                  </a:lnTo>
                  <a:lnTo>
                    <a:pt x="4972037" y="3454"/>
                  </a:lnTo>
                  <a:lnTo>
                    <a:pt x="4972037" y="6083"/>
                  </a:lnTo>
                  <a:lnTo>
                    <a:pt x="4972507" y="7200"/>
                  </a:lnTo>
                  <a:lnTo>
                    <a:pt x="4974361" y="9067"/>
                  </a:lnTo>
                  <a:lnTo>
                    <a:pt x="4975491" y="9525"/>
                  </a:lnTo>
                  <a:lnTo>
                    <a:pt x="4978120" y="9525"/>
                  </a:lnTo>
                  <a:lnTo>
                    <a:pt x="4979238" y="9067"/>
                  </a:lnTo>
                  <a:lnTo>
                    <a:pt x="4981105" y="7200"/>
                  </a:lnTo>
                  <a:lnTo>
                    <a:pt x="4981562" y="6083"/>
                  </a:lnTo>
                  <a:lnTo>
                    <a:pt x="4981562" y="3454"/>
                  </a:lnTo>
                  <a:close/>
                </a:path>
                <a:path w="5695950" h="1792604">
                  <a:moveTo>
                    <a:pt x="5029187" y="1786534"/>
                  </a:moveTo>
                  <a:lnTo>
                    <a:pt x="5028730" y="1785416"/>
                  </a:lnTo>
                  <a:lnTo>
                    <a:pt x="5026863" y="1783549"/>
                  </a:lnTo>
                  <a:lnTo>
                    <a:pt x="5025745" y="1783080"/>
                  </a:lnTo>
                  <a:lnTo>
                    <a:pt x="5023116" y="1783080"/>
                  </a:lnTo>
                  <a:lnTo>
                    <a:pt x="5021986" y="1783549"/>
                  </a:lnTo>
                  <a:lnTo>
                    <a:pt x="5020132" y="1785416"/>
                  </a:lnTo>
                  <a:lnTo>
                    <a:pt x="5019662" y="1786534"/>
                  </a:lnTo>
                  <a:lnTo>
                    <a:pt x="5019662" y="1789163"/>
                  </a:lnTo>
                  <a:lnTo>
                    <a:pt x="5020132" y="1790280"/>
                  </a:lnTo>
                  <a:lnTo>
                    <a:pt x="5021986" y="1792147"/>
                  </a:lnTo>
                  <a:lnTo>
                    <a:pt x="5023116" y="1792605"/>
                  </a:lnTo>
                  <a:lnTo>
                    <a:pt x="5025745" y="1792605"/>
                  </a:lnTo>
                  <a:lnTo>
                    <a:pt x="5026863" y="1792147"/>
                  </a:lnTo>
                  <a:lnTo>
                    <a:pt x="5028730" y="1790280"/>
                  </a:lnTo>
                  <a:lnTo>
                    <a:pt x="5029187" y="1789163"/>
                  </a:lnTo>
                  <a:lnTo>
                    <a:pt x="5029187" y="1786534"/>
                  </a:lnTo>
                  <a:close/>
                </a:path>
                <a:path w="5695950" h="1792604">
                  <a:moveTo>
                    <a:pt x="5029187" y="894994"/>
                  </a:moveTo>
                  <a:lnTo>
                    <a:pt x="5028730" y="893876"/>
                  </a:lnTo>
                  <a:lnTo>
                    <a:pt x="5026863" y="892009"/>
                  </a:lnTo>
                  <a:lnTo>
                    <a:pt x="5025745" y="891552"/>
                  </a:lnTo>
                  <a:lnTo>
                    <a:pt x="5023116" y="891552"/>
                  </a:lnTo>
                  <a:lnTo>
                    <a:pt x="5021986" y="892009"/>
                  </a:lnTo>
                  <a:lnTo>
                    <a:pt x="5020132" y="893876"/>
                  </a:lnTo>
                  <a:lnTo>
                    <a:pt x="5019662" y="894994"/>
                  </a:lnTo>
                  <a:lnTo>
                    <a:pt x="5019662" y="897623"/>
                  </a:lnTo>
                  <a:lnTo>
                    <a:pt x="5020132" y="898740"/>
                  </a:lnTo>
                  <a:lnTo>
                    <a:pt x="5021986" y="900607"/>
                  </a:lnTo>
                  <a:lnTo>
                    <a:pt x="5023116" y="901077"/>
                  </a:lnTo>
                  <a:lnTo>
                    <a:pt x="5025745" y="901077"/>
                  </a:lnTo>
                  <a:lnTo>
                    <a:pt x="5026863" y="900607"/>
                  </a:lnTo>
                  <a:lnTo>
                    <a:pt x="5028730" y="898740"/>
                  </a:lnTo>
                  <a:lnTo>
                    <a:pt x="5029187" y="897623"/>
                  </a:lnTo>
                  <a:lnTo>
                    <a:pt x="5029187" y="894994"/>
                  </a:lnTo>
                  <a:close/>
                </a:path>
                <a:path w="5695950" h="1792604">
                  <a:moveTo>
                    <a:pt x="5029187" y="3454"/>
                  </a:moveTo>
                  <a:lnTo>
                    <a:pt x="5028730" y="2336"/>
                  </a:lnTo>
                  <a:lnTo>
                    <a:pt x="5026863" y="469"/>
                  </a:lnTo>
                  <a:lnTo>
                    <a:pt x="5025745" y="0"/>
                  </a:lnTo>
                  <a:lnTo>
                    <a:pt x="5023116" y="0"/>
                  </a:lnTo>
                  <a:lnTo>
                    <a:pt x="5021986" y="469"/>
                  </a:lnTo>
                  <a:lnTo>
                    <a:pt x="5020132" y="2336"/>
                  </a:lnTo>
                  <a:lnTo>
                    <a:pt x="5019662" y="3454"/>
                  </a:lnTo>
                  <a:lnTo>
                    <a:pt x="5019662" y="6083"/>
                  </a:lnTo>
                  <a:lnTo>
                    <a:pt x="5020132" y="7200"/>
                  </a:lnTo>
                  <a:lnTo>
                    <a:pt x="5021986" y="9067"/>
                  </a:lnTo>
                  <a:lnTo>
                    <a:pt x="5023116" y="9525"/>
                  </a:lnTo>
                  <a:lnTo>
                    <a:pt x="5025745" y="9525"/>
                  </a:lnTo>
                  <a:lnTo>
                    <a:pt x="5026863" y="9067"/>
                  </a:lnTo>
                  <a:lnTo>
                    <a:pt x="5028730" y="7200"/>
                  </a:lnTo>
                  <a:lnTo>
                    <a:pt x="5029187" y="6083"/>
                  </a:lnTo>
                  <a:lnTo>
                    <a:pt x="5029187" y="3454"/>
                  </a:lnTo>
                  <a:close/>
                </a:path>
                <a:path w="5695950" h="1792604">
                  <a:moveTo>
                    <a:pt x="5076812" y="1786534"/>
                  </a:moveTo>
                  <a:lnTo>
                    <a:pt x="5076355" y="1785416"/>
                  </a:lnTo>
                  <a:lnTo>
                    <a:pt x="5074488" y="1783549"/>
                  </a:lnTo>
                  <a:lnTo>
                    <a:pt x="5073370" y="1783080"/>
                  </a:lnTo>
                  <a:lnTo>
                    <a:pt x="5070741" y="1783080"/>
                  </a:lnTo>
                  <a:lnTo>
                    <a:pt x="5069611" y="1783549"/>
                  </a:lnTo>
                  <a:lnTo>
                    <a:pt x="5067757" y="1785416"/>
                  </a:lnTo>
                  <a:lnTo>
                    <a:pt x="5067287" y="1786534"/>
                  </a:lnTo>
                  <a:lnTo>
                    <a:pt x="5067287" y="1789163"/>
                  </a:lnTo>
                  <a:lnTo>
                    <a:pt x="5067757" y="1790280"/>
                  </a:lnTo>
                  <a:lnTo>
                    <a:pt x="5069611" y="1792147"/>
                  </a:lnTo>
                  <a:lnTo>
                    <a:pt x="5070741" y="1792605"/>
                  </a:lnTo>
                  <a:lnTo>
                    <a:pt x="5073370" y="1792605"/>
                  </a:lnTo>
                  <a:lnTo>
                    <a:pt x="5074488" y="1792147"/>
                  </a:lnTo>
                  <a:lnTo>
                    <a:pt x="5076355" y="1790280"/>
                  </a:lnTo>
                  <a:lnTo>
                    <a:pt x="5076812" y="1789163"/>
                  </a:lnTo>
                  <a:lnTo>
                    <a:pt x="5076812" y="1786534"/>
                  </a:lnTo>
                  <a:close/>
                </a:path>
                <a:path w="5695950" h="1792604">
                  <a:moveTo>
                    <a:pt x="5076812" y="894994"/>
                  </a:moveTo>
                  <a:lnTo>
                    <a:pt x="5076355" y="893876"/>
                  </a:lnTo>
                  <a:lnTo>
                    <a:pt x="5074488" y="892009"/>
                  </a:lnTo>
                  <a:lnTo>
                    <a:pt x="5073370" y="891552"/>
                  </a:lnTo>
                  <a:lnTo>
                    <a:pt x="5070741" y="891552"/>
                  </a:lnTo>
                  <a:lnTo>
                    <a:pt x="5069611" y="892009"/>
                  </a:lnTo>
                  <a:lnTo>
                    <a:pt x="5067757" y="893876"/>
                  </a:lnTo>
                  <a:lnTo>
                    <a:pt x="5067287" y="894994"/>
                  </a:lnTo>
                  <a:lnTo>
                    <a:pt x="5067287" y="897623"/>
                  </a:lnTo>
                  <a:lnTo>
                    <a:pt x="5067757" y="898740"/>
                  </a:lnTo>
                  <a:lnTo>
                    <a:pt x="5069611" y="900607"/>
                  </a:lnTo>
                  <a:lnTo>
                    <a:pt x="5070741" y="901077"/>
                  </a:lnTo>
                  <a:lnTo>
                    <a:pt x="5073370" y="901077"/>
                  </a:lnTo>
                  <a:lnTo>
                    <a:pt x="5074488" y="900607"/>
                  </a:lnTo>
                  <a:lnTo>
                    <a:pt x="5076355" y="898740"/>
                  </a:lnTo>
                  <a:lnTo>
                    <a:pt x="5076812" y="897623"/>
                  </a:lnTo>
                  <a:lnTo>
                    <a:pt x="5076812" y="894994"/>
                  </a:lnTo>
                  <a:close/>
                </a:path>
                <a:path w="5695950" h="1792604">
                  <a:moveTo>
                    <a:pt x="5076812" y="3454"/>
                  </a:moveTo>
                  <a:lnTo>
                    <a:pt x="5076355" y="2336"/>
                  </a:lnTo>
                  <a:lnTo>
                    <a:pt x="5074488" y="469"/>
                  </a:lnTo>
                  <a:lnTo>
                    <a:pt x="5073370" y="0"/>
                  </a:lnTo>
                  <a:lnTo>
                    <a:pt x="5070741" y="0"/>
                  </a:lnTo>
                  <a:lnTo>
                    <a:pt x="5069611" y="469"/>
                  </a:lnTo>
                  <a:lnTo>
                    <a:pt x="5067757" y="2336"/>
                  </a:lnTo>
                  <a:lnTo>
                    <a:pt x="5067287" y="3454"/>
                  </a:lnTo>
                  <a:lnTo>
                    <a:pt x="5067287" y="6083"/>
                  </a:lnTo>
                  <a:lnTo>
                    <a:pt x="5067757" y="7200"/>
                  </a:lnTo>
                  <a:lnTo>
                    <a:pt x="5069611" y="9067"/>
                  </a:lnTo>
                  <a:lnTo>
                    <a:pt x="5070741" y="9525"/>
                  </a:lnTo>
                  <a:lnTo>
                    <a:pt x="5073370" y="9525"/>
                  </a:lnTo>
                  <a:lnTo>
                    <a:pt x="5074488" y="9067"/>
                  </a:lnTo>
                  <a:lnTo>
                    <a:pt x="5076355" y="7200"/>
                  </a:lnTo>
                  <a:lnTo>
                    <a:pt x="5076812" y="6083"/>
                  </a:lnTo>
                  <a:lnTo>
                    <a:pt x="5076812" y="3454"/>
                  </a:lnTo>
                  <a:close/>
                </a:path>
                <a:path w="5695950" h="1792604">
                  <a:moveTo>
                    <a:pt x="5124437" y="1786534"/>
                  </a:moveTo>
                  <a:lnTo>
                    <a:pt x="5123980" y="1785416"/>
                  </a:lnTo>
                  <a:lnTo>
                    <a:pt x="5122113" y="1783549"/>
                  </a:lnTo>
                  <a:lnTo>
                    <a:pt x="5120995" y="1783080"/>
                  </a:lnTo>
                  <a:lnTo>
                    <a:pt x="5118366" y="1783080"/>
                  </a:lnTo>
                  <a:lnTo>
                    <a:pt x="5117236" y="1783549"/>
                  </a:lnTo>
                  <a:lnTo>
                    <a:pt x="5115382" y="1785416"/>
                  </a:lnTo>
                  <a:lnTo>
                    <a:pt x="5114912" y="1786534"/>
                  </a:lnTo>
                  <a:lnTo>
                    <a:pt x="5114912" y="1789163"/>
                  </a:lnTo>
                  <a:lnTo>
                    <a:pt x="5115382" y="1790280"/>
                  </a:lnTo>
                  <a:lnTo>
                    <a:pt x="5117236" y="1792147"/>
                  </a:lnTo>
                  <a:lnTo>
                    <a:pt x="5118366" y="1792605"/>
                  </a:lnTo>
                  <a:lnTo>
                    <a:pt x="5120995" y="1792605"/>
                  </a:lnTo>
                  <a:lnTo>
                    <a:pt x="5122113" y="1792147"/>
                  </a:lnTo>
                  <a:lnTo>
                    <a:pt x="5123980" y="1790280"/>
                  </a:lnTo>
                  <a:lnTo>
                    <a:pt x="5124437" y="1789163"/>
                  </a:lnTo>
                  <a:lnTo>
                    <a:pt x="5124437" y="1786534"/>
                  </a:lnTo>
                  <a:close/>
                </a:path>
                <a:path w="5695950" h="1792604">
                  <a:moveTo>
                    <a:pt x="5124437" y="894994"/>
                  </a:moveTo>
                  <a:lnTo>
                    <a:pt x="5123980" y="893876"/>
                  </a:lnTo>
                  <a:lnTo>
                    <a:pt x="5122113" y="892009"/>
                  </a:lnTo>
                  <a:lnTo>
                    <a:pt x="5120995" y="891552"/>
                  </a:lnTo>
                  <a:lnTo>
                    <a:pt x="5118366" y="891552"/>
                  </a:lnTo>
                  <a:lnTo>
                    <a:pt x="5117236" y="892009"/>
                  </a:lnTo>
                  <a:lnTo>
                    <a:pt x="5115382" y="893876"/>
                  </a:lnTo>
                  <a:lnTo>
                    <a:pt x="5114912" y="894994"/>
                  </a:lnTo>
                  <a:lnTo>
                    <a:pt x="5114912" y="897623"/>
                  </a:lnTo>
                  <a:lnTo>
                    <a:pt x="5115382" y="898740"/>
                  </a:lnTo>
                  <a:lnTo>
                    <a:pt x="5117236" y="900607"/>
                  </a:lnTo>
                  <a:lnTo>
                    <a:pt x="5118366" y="901077"/>
                  </a:lnTo>
                  <a:lnTo>
                    <a:pt x="5120995" y="901077"/>
                  </a:lnTo>
                  <a:lnTo>
                    <a:pt x="5122113" y="900607"/>
                  </a:lnTo>
                  <a:lnTo>
                    <a:pt x="5123980" y="898740"/>
                  </a:lnTo>
                  <a:lnTo>
                    <a:pt x="5124437" y="897623"/>
                  </a:lnTo>
                  <a:lnTo>
                    <a:pt x="5124437" y="894994"/>
                  </a:lnTo>
                  <a:close/>
                </a:path>
                <a:path w="5695950" h="1792604">
                  <a:moveTo>
                    <a:pt x="5124437" y="3454"/>
                  </a:moveTo>
                  <a:lnTo>
                    <a:pt x="5123980" y="2336"/>
                  </a:lnTo>
                  <a:lnTo>
                    <a:pt x="5122113" y="469"/>
                  </a:lnTo>
                  <a:lnTo>
                    <a:pt x="5120995" y="0"/>
                  </a:lnTo>
                  <a:lnTo>
                    <a:pt x="5118366" y="0"/>
                  </a:lnTo>
                  <a:lnTo>
                    <a:pt x="5117236" y="469"/>
                  </a:lnTo>
                  <a:lnTo>
                    <a:pt x="5115382" y="2336"/>
                  </a:lnTo>
                  <a:lnTo>
                    <a:pt x="5114912" y="3454"/>
                  </a:lnTo>
                  <a:lnTo>
                    <a:pt x="5114912" y="6083"/>
                  </a:lnTo>
                  <a:lnTo>
                    <a:pt x="5115382" y="7200"/>
                  </a:lnTo>
                  <a:lnTo>
                    <a:pt x="5117236" y="9067"/>
                  </a:lnTo>
                  <a:lnTo>
                    <a:pt x="5118366" y="9525"/>
                  </a:lnTo>
                  <a:lnTo>
                    <a:pt x="5120995" y="9525"/>
                  </a:lnTo>
                  <a:lnTo>
                    <a:pt x="5122113" y="9067"/>
                  </a:lnTo>
                  <a:lnTo>
                    <a:pt x="5123980" y="7200"/>
                  </a:lnTo>
                  <a:lnTo>
                    <a:pt x="5124437" y="6083"/>
                  </a:lnTo>
                  <a:lnTo>
                    <a:pt x="5124437" y="3454"/>
                  </a:lnTo>
                  <a:close/>
                </a:path>
                <a:path w="5695950" h="1792604">
                  <a:moveTo>
                    <a:pt x="5172062" y="1786534"/>
                  </a:moveTo>
                  <a:lnTo>
                    <a:pt x="5171605" y="1785416"/>
                  </a:lnTo>
                  <a:lnTo>
                    <a:pt x="5169738" y="1783549"/>
                  </a:lnTo>
                  <a:lnTo>
                    <a:pt x="5168620" y="1783080"/>
                  </a:lnTo>
                  <a:lnTo>
                    <a:pt x="5165991" y="1783080"/>
                  </a:lnTo>
                  <a:lnTo>
                    <a:pt x="5164861" y="1783549"/>
                  </a:lnTo>
                  <a:lnTo>
                    <a:pt x="5163007" y="1785416"/>
                  </a:lnTo>
                  <a:lnTo>
                    <a:pt x="5162537" y="1786534"/>
                  </a:lnTo>
                  <a:lnTo>
                    <a:pt x="5162537" y="1789163"/>
                  </a:lnTo>
                  <a:lnTo>
                    <a:pt x="5163007" y="1790280"/>
                  </a:lnTo>
                  <a:lnTo>
                    <a:pt x="5164861" y="1792147"/>
                  </a:lnTo>
                  <a:lnTo>
                    <a:pt x="5165991" y="1792605"/>
                  </a:lnTo>
                  <a:lnTo>
                    <a:pt x="5168620" y="1792605"/>
                  </a:lnTo>
                  <a:lnTo>
                    <a:pt x="5169738" y="1792147"/>
                  </a:lnTo>
                  <a:lnTo>
                    <a:pt x="5171605" y="1790280"/>
                  </a:lnTo>
                  <a:lnTo>
                    <a:pt x="5172062" y="1789163"/>
                  </a:lnTo>
                  <a:lnTo>
                    <a:pt x="5172062" y="1786534"/>
                  </a:lnTo>
                  <a:close/>
                </a:path>
                <a:path w="5695950" h="1792604">
                  <a:moveTo>
                    <a:pt x="5172062" y="894994"/>
                  </a:moveTo>
                  <a:lnTo>
                    <a:pt x="5171605" y="893876"/>
                  </a:lnTo>
                  <a:lnTo>
                    <a:pt x="5169738" y="892009"/>
                  </a:lnTo>
                  <a:lnTo>
                    <a:pt x="5168620" y="891552"/>
                  </a:lnTo>
                  <a:lnTo>
                    <a:pt x="5165991" y="891552"/>
                  </a:lnTo>
                  <a:lnTo>
                    <a:pt x="5164861" y="892009"/>
                  </a:lnTo>
                  <a:lnTo>
                    <a:pt x="5163007" y="893876"/>
                  </a:lnTo>
                  <a:lnTo>
                    <a:pt x="5162537" y="894994"/>
                  </a:lnTo>
                  <a:lnTo>
                    <a:pt x="5162537" y="897623"/>
                  </a:lnTo>
                  <a:lnTo>
                    <a:pt x="5163007" y="898740"/>
                  </a:lnTo>
                  <a:lnTo>
                    <a:pt x="5164861" y="900607"/>
                  </a:lnTo>
                  <a:lnTo>
                    <a:pt x="5165991" y="901077"/>
                  </a:lnTo>
                  <a:lnTo>
                    <a:pt x="5168620" y="901077"/>
                  </a:lnTo>
                  <a:lnTo>
                    <a:pt x="5169738" y="900607"/>
                  </a:lnTo>
                  <a:lnTo>
                    <a:pt x="5171605" y="898740"/>
                  </a:lnTo>
                  <a:lnTo>
                    <a:pt x="5172062" y="897623"/>
                  </a:lnTo>
                  <a:lnTo>
                    <a:pt x="5172062" y="894994"/>
                  </a:lnTo>
                  <a:close/>
                </a:path>
                <a:path w="5695950" h="1792604">
                  <a:moveTo>
                    <a:pt x="5172062" y="3454"/>
                  </a:moveTo>
                  <a:lnTo>
                    <a:pt x="5171605" y="2336"/>
                  </a:lnTo>
                  <a:lnTo>
                    <a:pt x="5169738" y="469"/>
                  </a:lnTo>
                  <a:lnTo>
                    <a:pt x="5168620" y="0"/>
                  </a:lnTo>
                  <a:lnTo>
                    <a:pt x="5165991" y="0"/>
                  </a:lnTo>
                  <a:lnTo>
                    <a:pt x="5164861" y="469"/>
                  </a:lnTo>
                  <a:lnTo>
                    <a:pt x="5163007" y="2336"/>
                  </a:lnTo>
                  <a:lnTo>
                    <a:pt x="5162537" y="3454"/>
                  </a:lnTo>
                  <a:lnTo>
                    <a:pt x="5162537" y="6083"/>
                  </a:lnTo>
                  <a:lnTo>
                    <a:pt x="5163007" y="7200"/>
                  </a:lnTo>
                  <a:lnTo>
                    <a:pt x="5164861" y="9067"/>
                  </a:lnTo>
                  <a:lnTo>
                    <a:pt x="5165991" y="9525"/>
                  </a:lnTo>
                  <a:lnTo>
                    <a:pt x="5168620" y="9525"/>
                  </a:lnTo>
                  <a:lnTo>
                    <a:pt x="5169738" y="9067"/>
                  </a:lnTo>
                  <a:lnTo>
                    <a:pt x="5171605" y="7200"/>
                  </a:lnTo>
                  <a:lnTo>
                    <a:pt x="5172062" y="6083"/>
                  </a:lnTo>
                  <a:lnTo>
                    <a:pt x="5172062" y="3454"/>
                  </a:lnTo>
                  <a:close/>
                </a:path>
                <a:path w="5695950" h="1792604">
                  <a:moveTo>
                    <a:pt x="5219687" y="1786534"/>
                  </a:moveTo>
                  <a:lnTo>
                    <a:pt x="5219230" y="1785416"/>
                  </a:lnTo>
                  <a:lnTo>
                    <a:pt x="5217363" y="1783549"/>
                  </a:lnTo>
                  <a:lnTo>
                    <a:pt x="5216245" y="1783080"/>
                  </a:lnTo>
                  <a:lnTo>
                    <a:pt x="5213616" y="1783080"/>
                  </a:lnTo>
                  <a:lnTo>
                    <a:pt x="5212499" y="1783549"/>
                  </a:lnTo>
                  <a:lnTo>
                    <a:pt x="5210632" y="1785416"/>
                  </a:lnTo>
                  <a:lnTo>
                    <a:pt x="5210162" y="1786534"/>
                  </a:lnTo>
                  <a:lnTo>
                    <a:pt x="5210162" y="1789163"/>
                  </a:lnTo>
                  <a:lnTo>
                    <a:pt x="5210632" y="1790280"/>
                  </a:lnTo>
                  <a:lnTo>
                    <a:pt x="5212499" y="1792147"/>
                  </a:lnTo>
                  <a:lnTo>
                    <a:pt x="5213616" y="1792605"/>
                  </a:lnTo>
                  <a:lnTo>
                    <a:pt x="5216245" y="1792605"/>
                  </a:lnTo>
                  <a:lnTo>
                    <a:pt x="5217363" y="1792147"/>
                  </a:lnTo>
                  <a:lnTo>
                    <a:pt x="5219230" y="1790280"/>
                  </a:lnTo>
                  <a:lnTo>
                    <a:pt x="5219687" y="1789163"/>
                  </a:lnTo>
                  <a:lnTo>
                    <a:pt x="5219687" y="1786534"/>
                  </a:lnTo>
                  <a:close/>
                </a:path>
                <a:path w="5695950" h="1792604">
                  <a:moveTo>
                    <a:pt x="5219687" y="894994"/>
                  </a:moveTo>
                  <a:lnTo>
                    <a:pt x="5219230" y="893876"/>
                  </a:lnTo>
                  <a:lnTo>
                    <a:pt x="5217363" y="892009"/>
                  </a:lnTo>
                  <a:lnTo>
                    <a:pt x="5216245" y="891552"/>
                  </a:lnTo>
                  <a:lnTo>
                    <a:pt x="5213616" y="891552"/>
                  </a:lnTo>
                  <a:lnTo>
                    <a:pt x="5212499" y="892009"/>
                  </a:lnTo>
                  <a:lnTo>
                    <a:pt x="5210632" y="893876"/>
                  </a:lnTo>
                  <a:lnTo>
                    <a:pt x="5210162" y="894994"/>
                  </a:lnTo>
                  <a:lnTo>
                    <a:pt x="5210162" y="897623"/>
                  </a:lnTo>
                  <a:lnTo>
                    <a:pt x="5210632" y="898740"/>
                  </a:lnTo>
                  <a:lnTo>
                    <a:pt x="5212499" y="900607"/>
                  </a:lnTo>
                  <a:lnTo>
                    <a:pt x="5213616" y="901077"/>
                  </a:lnTo>
                  <a:lnTo>
                    <a:pt x="5216245" y="901077"/>
                  </a:lnTo>
                  <a:lnTo>
                    <a:pt x="5217363" y="900607"/>
                  </a:lnTo>
                  <a:lnTo>
                    <a:pt x="5219230" y="898740"/>
                  </a:lnTo>
                  <a:lnTo>
                    <a:pt x="5219687" y="897623"/>
                  </a:lnTo>
                  <a:lnTo>
                    <a:pt x="5219687" y="894994"/>
                  </a:lnTo>
                  <a:close/>
                </a:path>
                <a:path w="5695950" h="1792604">
                  <a:moveTo>
                    <a:pt x="5219687" y="3454"/>
                  </a:moveTo>
                  <a:lnTo>
                    <a:pt x="5219230" y="2336"/>
                  </a:lnTo>
                  <a:lnTo>
                    <a:pt x="5217363" y="469"/>
                  </a:lnTo>
                  <a:lnTo>
                    <a:pt x="5216245" y="0"/>
                  </a:lnTo>
                  <a:lnTo>
                    <a:pt x="5213616" y="0"/>
                  </a:lnTo>
                  <a:lnTo>
                    <a:pt x="5212499" y="469"/>
                  </a:lnTo>
                  <a:lnTo>
                    <a:pt x="5210632" y="2336"/>
                  </a:lnTo>
                  <a:lnTo>
                    <a:pt x="5210162" y="3454"/>
                  </a:lnTo>
                  <a:lnTo>
                    <a:pt x="5210162" y="6083"/>
                  </a:lnTo>
                  <a:lnTo>
                    <a:pt x="5210632" y="7200"/>
                  </a:lnTo>
                  <a:lnTo>
                    <a:pt x="5212499" y="9067"/>
                  </a:lnTo>
                  <a:lnTo>
                    <a:pt x="5213616" y="9525"/>
                  </a:lnTo>
                  <a:lnTo>
                    <a:pt x="5216245" y="9525"/>
                  </a:lnTo>
                  <a:lnTo>
                    <a:pt x="5217363" y="9067"/>
                  </a:lnTo>
                  <a:lnTo>
                    <a:pt x="5219230" y="7200"/>
                  </a:lnTo>
                  <a:lnTo>
                    <a:pt x="5219687" y="6083"/>
                  </a:lnTo>
                  <a:lnTo>
                    <a:pt x="5219687" y="3454"/>
                  </a:lnTo>
                  <a:close/>
                </a:path>
                <a:path w="5695950" h="1792604">
                  <a:moveTo>
                    <a:pt x="5267312" y="1786534"/>
                  </a:moveTo>
                  <a:lnTo>
                    <a:pt x="5266855" y="1785416"/>
                  </a:lnTo>
                  <a:lnTo>
                    <a:pt x="5264988" y="1783549"/>
                  </a:lnTo>
                  <a:lnTo>
                    <a:pt x="5263870" y="1783080"/>
                  </a:lnTo>
                  <a:lnTo>
                    <a:pt x="5261241" y="1783080"/>
                  </a:lnTo>
                  <a:lnTo>
                    <a:pt x="5260111" y="1783549"/>
                  </a:lnTo>
                  <a:lnTo>
                    <a:pt x="5258257" y="1785416"/>
                  </a:lnTo>
                  <a:lnTo>
                    <a:pt x="5257787" y="1786534"/>
                  </a:lnTo>
                  <a:lnTo>
                    <a:pt x="5257787" y="1789163"/>
                  </a:lnTo>
                  <a:lnTo>
                    <a:pt x="5258257" y="1790280"/>
                  </a:lnTo>
                  <a:lnTo>
                    <a:pt x="5260111" y="1792147"/>
                  </a:lnTo>
                  <a:lnTo>
                    <a:pt x="5261241" y="1792605"/>
                  </a:lnTo>
                  <a:lnTo>
                    <a:pt x="5263870" y="1792605"/>
                  </a:lnTo>
                  <a:lnTo>
                    <a:pt x="5264988" y="1792147"/>
                  </a:lnTo>
                  <a:lnTo>
                    <a:pt x="5266855" y="1790280"/>
                  </a:lnTo>
                  <a:lnTo>
                    <a:pt x="5267312" y="1789163"/>
                  </a:lnTo>
                  <a:lnTo>
                    <a:pt x="5267312" y="1786534"/>
                  </a:lnTo>
                  <a:close/>
                </a:path>
                <a:path w="5695950" h="1792604">
                  <a:moveTo>
                    <a:pt x="5267312" y="894994"/>
                  </a:moveTo>
                  <a:lnTo>
                    <a:pt x="5266855" y="893876"/>
                  </a:lnTo>
                  <a:lnTo>
                    <a:pt x="5264988" y="892009"/>
                  </a:lnTo>
                  <a:lnTo>
                    <a:pt x="5263870" y="891552"/>
                  </a:lnTo>
                  <a:lnTo>
                    <a:pt x="5261241" y="891552"/>
                  </a:lnTo>
                  <a:lnTo>
                    <a:pt x="5260111" y="892009"/>
                  </a:lnTo>
                  <a:lnTo>
                    <a:pt x="5258257" y="893876"/>
                  </a:lnTo>
                  <a:lnTo>
                    <a:pt x="5257787" y="894994"/>
                  </a:lnTo>
                  <a:lnTo>
                    <a:pt x="5257787" y="897623"/>
                  </a:lnTo>
                  <a:lnTo>
                    <a:pt x="5258257" y="898740"/>
                  </a:lnTo>
                  <a:lnTo>
                    <a:pt x="5260111" y="900607"/>
                  </a:lnTo>
                  <a:lnTo>
                    <a:pt x="5261241" y="901077"/>
                  </a:lnTo>
                  <a:lnTo>
                    <a:pt x="5263870" y="901077"/>
                  </a:lnTo>
                  <a:lnTo>
                    <a:pt x="5264988" y="900607"/>
                  </a:lnTo>
                  <a:lnTo>
                    <a:pt x="5266855" y="898740"/>
                  </a:lnTo>
                  <a:lnTo>
                    <a:pt x="5267312" y="897623"/>
                  </a:lnTo>
                  <a:lnTo>
                    <a:pt x="5267312" y="894994"/>
                  </a:lnTo>
                  <a:close/>
                </a:path>
                <a:path w="5695950" h="1792604">
                  <a:moveTo>
                    <a:pt x="5267312" y="3454"/>
                  </a:moveTo>
                  <a:lnTo>
                    <a:pt x="5266855" y="2336"/>
                  </a:lnTo>
                  <a:lnTo>
                    <a:pt x="5264988" y="469"/>
                  </a:lnTo>
                  <a:lnTo>
                    <a:pt x="5263870" y="0"/>
                  </a:lnTo>
                  <a:lnTo>
                    <a:pt x="5261241" y="0"/>
                  </a:lnTo>
                  <a:lnTo>
                    <a:pt x="5260111" y="469"/>
                  </a:lnTo>
                  <a:lnTo>
                    <a:pt x="5258257" y="2336"/>
                  </a:lnTo>
                  <a:lnTo>
                    <a:pt x="5257787" y="3454"/>
                  </a:lnTo>
                  <a:lnTo>
                    <a:pt x="5257787" y="6083"/>
                  </a:lnTo>
                  <a:lnTo>
                    <a:pt x="5258257" y="7200"/>
                  </a:lnTo>
                  <a:lnTo>
                    <a:pt x="5260111" y="9067"/>
                  </a:lnTo>
                  <a:lnTo>
                    <a:pt x="5261241" y="9525"/>
                  </a:lnTo>
                  <a:lnTo>
                    <a:pt x="5263870" y="9525"/>
                  </a:lnTo>
                  <a:lnTo>
                    <a:pt x="5264988" y="9067"/>
                  </a:lnTo>
                  <a:lnTo>
                    <a:pt x="5266855" y="7200"/>
                  </a:lnTo>
                  <a:lnTo>
                    <a:pt x="5267312" y="6083"/>
                  </a:lnTo>
                  <a:lnTo>
                    <a:pt x="5267312" y="3454"/>
                  </a:lnTo>
                  <a:close/>
                </a:path>
                <a:path w="5695950" h="1792604">
                  <a:moveTo>
                    <a:pt x="5314937" y="1786534"/>
                  </a:moveTo>
                  <a:lnTo>
                    <a:pt x="5314480" y="1785416"/>
                  </a:lnTo>
                  <a:lnTo>
                    <a:pt x="5312613" y="1783549"/>
                  </a:lnTo>
                  <a:lnTo>
                    <a:pt x="5311495" y="1783080"/>
                  </a:lnTo>
                  <a:lnTo>
                    <a:pt x="5308866" y="1783080"/>
                  </a:lnTo>
                  <a:lnTo>
                    <a:pt x="5307736" y="1783549"/>
                  </a:lnTo>
                  <a:lnTo>
                    <a:pt x="5305882" y="1785416"/>
                  </a:lnTo>
                  <a:lnTo>
                    <a:pt x="5305412" y="1786534"/>
                  </a:lnTo>
                  <a:lnTo>
                    <a:pt x="5305412" y="1789163"/>
                  </a:lnTo>
                  <a:lnTo>
                    <a:pt x="5305882" y="1790280"/>
                  </a:lnTo>
                  <a:lnTo>
                    <a:pt x="5307736" y="1792147"/>
                  </a:lnTo>
                  <a:lnTo>
                    <a:pt x="5308866" y="1792605"/>
                  </a:lnTo>
                  <a:lnTo>
                    <a:pt x="5311495" y="1792605"/>
                  </a:lnTo>
                  <a:lnTo>
                    <a:pt x="5312613" y="1792147"/>
                  </a:lnTo>
                  <a:lnTo>
                    <a:pt x="5314480" y="1790280"/>
                  </a:lnTo>
                  <a:lnTo>
                    <a:pt x="5314937" y="1789163"/>
                  </a:lnTo>
                  <a:lnTo>
                    <a:pt x="5314937" y="1786534"/>
                  </a:lnTo>
                  <a:close/>
                </a:path>
                <a:path w="5695950" h="1792604">
                  <a:moveTo>
                    <a:pt x="5314937" y="894994"/>
                  </a:moveTo>
                  <a:lnTo>
                    <a:pt x="5314480" y="893876"/>
                  </a:lnTo>
                  <a:lnTo>
                    <a:pt x="5312613" y="892009"/>
                  </a:lnTo>
                  <a:lnTo>
                    <a:pt x="5311495" y="891552"/>
                  </a:lnTo>
                  <a:lnTo>
                    <a:pt x="5308866" y="891552"/>
                  </a:lnTo>
                  <a:lnTo>
                    <a:pt x="5307736" y="892009"/>
                  </a:lnTo>
                  <a:lnTo>
                    <a:pt x="5305882" y="893876"/>
                  </a:lnTo>
                  <a:lnTo>
                    <a:pt x="5305412" y="894994"/>
                  </a:lnTo>
                  <a:lnTo>
                    <a:pt x="5305412" y="897623"/>
                  </a:lnTo>
                  <a:lnTo>
                    <a:pt x="5305882" y="898740"/>
                  </a:lnTo>
                  <a:lnTo>
                    <a:pt x="5307736" y="900607"/>
                  </a:lnTo>
                  <a:lnTo>
                    <a:pt x="5308866" y="901077"/>
                  </a:lnTo>
                  <a:lnTo>
                    <a:pt x="5311495" y="901077"/>
                  </a:lnTo>
                  <a:lnTo>
                    <a:pt x="5312613" y="900607"/>
                  </a:lnTo>
                  <a:lnTo>
                    <a:pt x="5314480" y="898740"/>
                  </a:lnTo>
                  <a:lnTo>
                    <a:pt x="5314937" y="897623"/>
                  </a:lnTo>
                  <a:lnTo>
                    <a:pt x="5314937" y="894994"/>
                  </a:lnTo>
                  <a:close/>
                </a:path>
                <a:path w="5695950" h="1792604">
                  <a:moveTo>
                    <a:pt x="5314937" y="3454"/>
                  </a:moveTo>
                  <a:lnTo>
                    <a:pt x="5314480" y="2336"/>
                  </a:lnTo>
                  <a:lnTo>
                    <a:pt x="5312613" y="469"/>
                  </a:lnTo>
                  <a:lnTo>
                    <a:pt x="5311495" y="0"/>
                  </a:lnTo>
                  <a:lnTo>
                    <a:pt x="5308866" y="0"/>
                  </a:lnTo>
                  <a:lnTo>
                    <a:pt x="5307736" y="469"/>
                  </a:lnTo>
                  <a:lnTo>
                    <a:pt x="5305882" y="2336"/>
                  </a:lnTo>
                  <a:lnTo>
                    <a:pt x="5305412" y="3454"/>
                  </a:lnTo>
                  <a:lnTo>
                    <a:pt x="5305412" y="6083"/>
                  </a:lnTo>
                  <a:lnTo>
                    <a:pt x="5305882" y="7200"/>
                  </a:lnTo>
                  <a:lnTo>
                    <a:pt x="5307736" y="9067"/>
                  </a:lnTo>
                  <a:lnTo>
                    <a:pt x="5308866" y="9525"/>
                  </a:lnTo>
                  <a:lnTo>
                    <a:pt x="5311495" y="9525"/>
                  </a:lnTo>
                  <a:lnTo>
                    <a:pt x="5312613" y="9067"/>
                  </a:lnTo>
                  <a:lnTo>
                    <a:pt x="5314480" y="7200"/>
                  </a:lnTo>
                  <a:lnTo>
                    <a:pt x="5314937" y="6083"/>
                  </a:lnTo>
                  <a:lnTo>
                    <a:pt x="5314937" y="3454"/>
                  </a:lnTo>
                  <a:close/>
                </a:path>
                <a:path w="5695950" h="1792604">
                  <a:moveTo>
                    <a:pt x="5362562" y="1786534"/>
                  </a:moveTo>
                  <a:lnTo>
                    <a:pt x="5362105" y="1785416"/>
                  </a:lnTo>
                  <a:lnTo>
                    <a:pt x="5360238" y="1783549"/>
                  </a:lnTo>
                  <a:lnTo>
                    <a:pt x="5359120" y="1783080"/>
                  </a:lnTo>
                  <a:lnTo>
                    <a:pt x="5356491" y="1783080"/>
                  </a:lnTo>
                  <a:lnTo>
                    <a:pt x="5355361" y="1783549"/>
                  </a:lnTo>
                  <a:lnTo>
                    <a:pt x="5353507" y="1785416"/>
                  </a:lnTo>
                  <a:lnTo>
                    <a:pt x="5353037" y="1786534"/>
                  </a:lnTo>
                  <a:lnTo>
                    <a:pt x="5353037" y="1789163"/>
                  </a:lnTo>
                  <a:lnTo>
                    <a:pt x="5353507" y="1790280"/>
                  </a:lnTo>
                  <a:lnTo>
                    <a:pt x="5355361" y="1792147"/>
                  </a:lnTo>
                  <a:lnTo>
                    <a:pt x="5356491" y="1792605"/>
                  </a:lnTo>
                  <a:lnTo>
                    <a:pt x="5359120" y="1792605"/>
                  </a:lnTo>
                  <a:lnTo>
                    <a:pt x="5360238" y="1792147"/>
                  </a:lnTo>
                  <a:lnTo>
                    <a:pt x="5362105" y="1790280"/>
                  </a:lnTo>
                  <a:lnTo>
                    <a:pt x="5362562" y="1789163"/>
                  </a:lnTo>
                  <a:lnTo>
                    <a:pt x="5362562" y="1786534"/>
                  </a:lnTo>
                  <a:close/>
                </a:path>
                <a:path w="5695950" h="1792604">
                  <a:moveTo>
                    <a:pt x="5362562" y="894994"/>
                  </a:moveTo>
                  <a:lnTo>
                    <a:pt x="5362105" y="893876"/>
                  </a:lnTo>
                  <a:lnTo>
                    <a:pt x="5360238" y="892009"/>
                  </a:lnTo>
                  <a:lnTo>
                    <a:pt x="5359120" y="891552"/>
                  </a:lnTo>
                  <a:lnTo>
                    <a:pt x="5356491" y="891552"/>
                  </a:lnTo>
                  <a:lnTo>
                    <a:pt x="5355361" y="892009"/>
                  </a:lnTo>
                  <a:lnTo>
                    <a:pt x="5353507" y="893876"/>
                  </a:lnTo>
                  <a:lnTo>
                    <a:pt x="5353037" y="894994"/>
                  </a:lnTo>
                  <a:lnTo>
                    <a:pt x="5353037" y="897623"/>
                  </a:lnTo>
                  <a:lnTo>
                    <a:pt x="5353507" y="898740"/>
                  </a:lnTo>
                  <a:lnTo>
                    <a:pt x="5355361" y="900607"/>
                  </a:lnTo>
                  <a:lnTo>
                    <a:pt x="5356491" y="901077"/>
                  </a:lnTo>
                  <a:lnTo>
                    <a:pt x="5359120" y="901077"/>
                  </a:lnTo>
                  <a:lnTo>
                    <a:pt x="5360238" y="900607"/>
                  </a:lnTo>
                  <a:lnTo>
                    <a:pt x="5362105" y="898740"/>
                  </a:lnTo>
                  <a:lnTo>
                    <a:pt x="5362562" y="897623"/>
                  </a:lnTo>
                  <a:lnTo>
                    <a:pt x="5362562" y="894994"/>
                  </a:lnTo>
                  <a:close/>
                </a:path>
                <a:path w="5695950" h="1792604">
                  <a:moveTo>
                    <a:pt x="5362562" y="3454"/>
                  </a:moveTo>
                  <a:lnTo>
                    <a:pt x="5362105" y="2336"/>
                  </a:lnTo>
                  <a:lnTo>
                    <a:pt x="5360238" y="469"/>
                  </a:lnTo>
                  <a:lnTo>
                    <a:pt x="5359120" y="0"/>
                  </a:lnTo>
                  <a:lnTo>
                    <a:pt x="5356491" y="0"/>
                  </a:lnTo>
                  <a:lnTo>
                    <a:pt x="5355361" y="469"/>
                  </a:lnTo>
                  <a:lnTo>
                    <a:pt x="5353507" y="2336"/>
                  </a:lnTo>
                  <a:lnTo>
                    <a:pt x="5353037" y="3454"/>
                  </a:lnTo>
                  <a:lnTo>
                    <a:pt x="5353037" y="6083"/>
                  </a:lnTo>
                  <a:lnTo>
                    <a:pt x="5353507" y="7200"/>
                  </a:lnTo>
                  <a:lnTo>
                    <a:pt x="5355361" y="9067"/>
                  </a:lnTo>
                  <a:lnTo>
                    <a:pt x="5356491" y="9525"/>
                  </a:lnTo>
                  <a:lnTo>
                    <a:pt x="5359120" y="9525"/>
                  </a:lnTo>
                  <a:lnTo>
                    <a:pt x="5360238" y="9067"/>
                  </a:lnTo>
                  <a:lnTo>
                    <a:pt x="5362105" y="7200"/>
                  </a:lnTo>
                  <a:lnTo>
                    <a:pt x="5362562" y="6083"/>
                  </a:lnTo>
                  <a:lnTo>
                    <a:pt x="5362562" y="3454"/>
                  </a:lnTo>
                  <a:close/>
                </a:path>
                <a:path w="5695950" h="1792604">
                  <a:moveTo>
                    <a:pt x="5410187" y="1786534"/>
                  </a:moveTo>
                  <a:lnTo>
                    <a:pt x="5409730" y="1785416"/>
                  </a:lnTo>
                  <a:lnTo>
                    <a:pt x="5407863" y="1783549"/>
                  </a:lnTo>
                  <a:lnTo>
                    <a:pt x="5406745" y="1783080"/>
                  </a:lnTo>
                  <a:lnTo>
                    <a:pt x="5404116" y="1783080"/>
                  </a:lnTo>
                  <a:lnTo>
                    <a:pt x="5402986" y="1783549"/>
                  </a:lnTo>
                  <a:lnTo>
                    <a:pt x="5401132" y="1785416"/>
                  </a:lnTo>
                  <a:lnTo>
                    <a:pt x="5400662" y="1786534"/>
                  </a:lnTo>
                  <a:lnTo>
                    <a:pt x="5400662" y="1789163"/>
                  </a:lnTo>
                  <a:lnTo>
                    <a:pt x="5401132" y="1790280"/>
                  </a:lnTo>
                  <a:lnTo>
                    <a:pt x="5402986" y="1792147"/>
                  </a:lnTo>
                  <a:lnTo>
                    <a:pt x="5404116" y="1792605"/>
                  </a:lnTo>
                  <a:lnTo>
                    <a:pt x="5406745" y="1792605"/>
                  </a:lnTo>
                  <a:lnTo>
                    <a:pt x="5407863" y="1792147"/>
                  </a:lnTo>
                  <a:lnTo>
                    <a:pt x="5409730" y="1790280"/>
                  </a:lnTo>
                  <a:lnTo>
                    <a:pt x="5410187" y="1789163"/>
                  </a:lnTo>
                  <a:lnTo>
                    <a:pt x="5410187" y="1786534"/>
                  </a:lnTo>
                  <a:close/>
                </a:path>
                <a:path w="5695950" h="1792604">
                  <a:moveTo>
                    <a:pt x="5410187" y="894994"/>
                  </a:moveTo>
                  <a:lnTo>
                    <a:pt x="5409730" y="893876"/>
                  </a:lnTo>
                  <a:lnTo>
                    <a:pt x="5407863" y="892009"/>
                  </a:lnTo>
                  <a:lnTo>
                    <a:pt x="5406745" y="891552"/>
                  </a:lnTo>
                  <a:lnTo>
                    <a:pt x="5404116" y="891552"/>
                  </a:lnTo>
                  <a:lnTo>
                    <a:pt x="5402986" y="892009"/>
                  </a:lnTo>
                  <a:lnTo>
                    <a:pt x="5401132" y="893876"/>
                  </a:lnTo>
                  <a:lnTo>
                    <a:pt x="5400662" y="894994"/>
                  </a:lnTo>
                  <a:lnTo>
                    <a:pt x="5400662" y="897623"/>
                  </a:lnTo>
                  <a:lnTo>
                    <a:pt x="5401132" y="898740"/>
                  </a:lnTo>
                  <a:lnTo>
                    <a:pt x="5402986" y="900607"/>
                  </a:lnTo>
                  <a:lnTo>
                    <a:pt x="5404116" y="901077"/>
                  </a:lnTo>
                  <a:lnTo>
                    <a:pt x="5406745" y="901077"/>
                  </a:lnTo>
                  <a:lnTo>
                    <a:pt x="5407863" y="900607"/>
                  </a:lnTo>
                  <a:lnTo>
                    <a:pt x="5409730" y="898740"/>
                  </a:lnTo>
                  <a:lnTo>
                    <a:pt x="5410187" y="897623"/>
                  </a:lnTo>
                  <a:lnTo>
                    <a:pt x="5410187" y="894994"/>
                  </a:lnTo>
                  <a:close/>
                </a:path>
                <a:path w="5695950" h="1792604">
                  <a:moveTo>
                    <a:pt x="5410187" y="3454"/>
                  </a:moveTo>
                  <a:lnTo>
                    <a:pt x="5409730" y="2336"/>
                  </a:lnTo>
                  <a:lnTo>
                    <a:pt x="5407863" y="469"/>
                  </a:lnTo>
                  <a:lnTo>
                    <a:pt x="5406745" y="0"/>
                  </a:lnTo>
                  <a:lnTo>
                    <a:pt x="5404116" y="0"/>
                  </a:lnTo>
                  <a:lnTo>
                    <a:pt x="5402986" y="469"/>
                  </a:lnTo>
                  <a:lnTo>
                    <a:pt x="5401132" y="2336"/>
                  </a:lnTo>
                  <a:lnTo>
                    <a:pt x="5400662" y="3454"/>
                  </a:lnTo>
                  <a:lnTo>
                    <a:pt x="5400662" y="6083"/>
                  </a:lnTo>
                  <a:lnTo>
                    <a:pt x="5401132" y="7200"/>
                  </a:lnTo>
                  <a:lnTo>
                    <a:pt x="5402986" y="9067"/>
                  </a:lnTo>
                  <a:lnTo>
                    <a:pt x="5404116" y="9525"/>
                  </a:lnTo>
                  <a:lnTo>
                    <a:pt x="5406745" y="9525"/>
                  </a:lnTo>
                  <a:lnTo>
                    <a:pt x="5407863" y="9067"/>
                  </a:lnTo>
                  <a:lnTo>
                    <a:pt x="5409730" y="7200"/>
                  </a:lnTo>
                  <a:lnTo>
                    <a:pt x="5410187" y="6083"/>
                  </a:lnTo>
                  <a:lnTo>
                    <a:pt x="5410187" y="3454"/>
                  </a:lnTo>
                  <a:close/>
                </a:path>
                <a:path w="5695950" h="1792604">
                  <a:moveTo>
                    <a:pt x="5457812" y="1786534"/>
                  </a:moveTo>
                  <a:lnTo>
                    <a:pt x="5457355" y="1785416"/>
                  </a:lnTo>
                  <a:lnTo>
                    <a:pt x="5455488" y="1783549"/>
                  </a:lnTo>
                  <a:lnTo>
                    <a:pt x="5454370" y="1783080"/>
                  </a:lnTo>
                  <a:lnTo>
                    <a:pt x="5451741" y="1783080"/>
                  </a:lnTo>
                  <a:lnTo>
                    <a:pt x="5450611" y="1783549"/>
                  </a:lnTo>
                  <a:lnTo>
                    <a:pt x="5448757" y="1785416"/>
                  </a:lnTo>
                  <a:lnTo>
                    <a:pt x="5448287" y="1786534"/>
                  </a:lnTo>
                  <a:lnTo>
                    <a:pt x="5448287" y="1789163"/>
                  </a:lnTo>
                  <a:lnTo>
                    <a:pt x="5448757" y="1790280"/>
                  </a:lnTo>
                  <a:lnTo>
                    <a:pt x="5450611" y="1792147"/>
                  </a:lnTo>
                  <a:lnTo>
                    <a:pt x="5451741" y="1792605"/>
                  </a:lnTo>
                  <a:lnTo>
                    <a:pt x="5454370" y="1792605"/>
                  </a:lnTo>
                  <a:lnTo>
                    <a:pt x="5455488" y="1792147"/>
                  </a:lnTo>
                  <a:lnTo>
                    <a:pt x="5457355" y="1790280"/>
                  </a:lnTo>
                  <a:lnTo>
                    <a:pt x="5457812" y="1789163"/>
                  </a:lnTo>
                  <a:lnTo>
                    <a:pt x="5457812" y="1786534"/>
                  </a:lnTo>
                  <a:close/>
                </a:path>
                <a:path w="5695950" h="1792604">
                  <a:moveTo>
                    <a:pt x="5457812" y="894994"/>
                  </a:moveTo>
                  <a:lnTo>
                    <a:pt x="5457355" y="893876"/>
                  </a:lnTo>
                  <a:lnTo>
                    <a:pt x="5455488" y="892009"/>
                  </a:lnTo>
                  <a:lnTo>
                    <a:pt x="5454370" y="891552"/>
                  </a:lnTo>
                  <a:lnTo>
                    <a:pt x="5451741" y="891552"/>
                  </a:lnTo>
                  <a:lnTo>
                    <a:pt x="5450611" y="892009"/>
                  </a:lnTo>
                  <a:lnTo>
                    <a:pt x="5448757" y="893876"/>
                  </a:lnTo>
                  <a:lnTo>
                    <a:pt x="5448287" y="894994"/>
                  </a:lnTo>
                  <a:lnTo>
                    <a:pt x="5448287" y="897623"/>
                  </a:lnTo>
                  <a:lnTo>
                    <a:pt x="5448757" y="898740"/>
                  </a:lnTo>
                  <a:lnTo>
                    <a:pt x="5450611" y="900607"/>
                  </a:lnTo>
                  <a:lnTo>
                    <a:pt x="5451741" y="901077"/>
                  </a:lnTo>
                  <a:lnTo>
                    <a:pt x="5454370" y="901077"/>
                  </a:lnTo>
                  <a:lnTo>
                    <a:pt x="5455488" y="900607"/>
                  </a:lnTo>
                  <a:lnTo>
                    <a:pt x="5457355" y="898740"/>
                  </a:lnTo>
                  <a:lnTo>
                    <a:pt x="5457812" y="897623"/>
                  </a:lnTo>
                  <a:lnTo>
                    <a:pt x="5457812" y="894994"/>
                  </a:lnTo>
                  <a:close/>
                </a:path>
                <a:path w="5695950" h="1792604">
                  <a:moveTo>
                    <a:pt x="5457812" y="3454"/>
                  </a:moveTo>
                  <a:lnTo>
                    <a:pt x="5457355" y="2336"/>
                  </a:lnTo>
                  <a:lnTo>
                    <a:pt x="5455488" y="469"/>
                  </a:lnTo>
                  <a:lnTo>
                    <a:pt x="5454370" y="0"/>
                  </a:lnTo>
                  <a:lnTo>
                    <a:pt x="5451741" y="0"/>
                  </a:lnTo>
                  <a:lnTo>
                    <a:pt x="5450611" y="469"/>
                  </a:lnTo>
                  <a:lnTo>
                    <a:pt x="5448757" y="2336"/>
                  </a:lnTo>
                  <a:lnTo>
                    <a:pt x="5448287" y="3454"/>
                  </a:lnTo>
                  <a:lnTo>
                    <a:pt x="5448287" y="6083"/>
                  </a:lnTo>
                  <a:lnTo>
                    <a:pt x="5448757" y="7200"/>
                  </a:lnTo>
                  <a:lnTo>
                    <a:pt x="5450611" y="9067"/>
                  </a:lnTo>
                  <a:lnTo>
                    <a:pt x="5451741" y="9525"/>
                  </a:lnTo>
                  <a:lnTo>
                    <a:pt x="5454370" y="9525"/>
                  </a:lnTo>
                  <a:lnTo>
                    <a:pt x="5455488" y="9067"/>
                  </a:lnTo>
                  <a:lnTo>
                    <a:pt x="5457355" y="7200"/>
                  </a:lnTo>
                  <a:lnTo>
                    <a:pt x="5457812" y="6083"/>
                  </a:lnTo>
                  <a:lnTo>
                    <a:pt x="5457812" y="3454"/>
                  </a:lnTo>
                  <a:close/>
                </a:path>
                <a:path w="5695950" h="1792604">
                  <a:moveTo>
                    <a:pt x="5505437" y="1786534"/>
                  </a:moveTo>
                  <a:lnTo>
                    <a:pt x="5504980" y="1785416"/>
                  </a:lnTo>
                  <a:lnTo>
                    <a:pt x="5503113" y="1783549"/>
                  </a:lnTo>
                  <a:lnTo>
                    <a:pt x="5501995" y="1783080"/>
                  </a:lnTo>
                  <a:lnTo>
                    <a:pt x="5499366" y="1783080"/>
                  </a:lnTo>
                  <a:lnTo>
                    <a:pt x="5498236" y="1783549"/>
                  </a:lnTo>
                  <a:lnTo>
                    <a:pt x="5496382" y="1785416"/>
                  </a:lnTo>
                  <a:lnTo>
                    <a:pt x="5495912" y="1786534"/>
                  </a:lnTo>
                  <a:lnTo>
                    <a:pt x="5495912" y="1789163"/>
                  </a:lnTo>
                  <a:lnTo>
                    <a:pt x="5496382" y="1790280"/>
                  </a:lnTo>
                  <a:lnTo>
                    <a:pt x="5498236" y="1792147"/>
                  </a:lnTo>
                  <a:lnTo>
                    <a:pt x="5499366" y="1792605"/>
                  </a:lnTo>
                  <a:lnTo>
                    <a:pt x="5501995" y="1792605"/>
                  </a:lnTo>
                  <a:lnTo>
                    <a:pt x="5503113" y="1792147"/>
                  </a:lnTo>
                  <a:lnTo>
                    <a:pt x="5504980" y="1790280"/>
                  </a:lnTo>
                  <a:lnTo>
                    <a:pt x="5505437" y="1789163"/>
                  </a:lnTo>
                  <a:lnTo>
                    <a:pt x="5505437" y="1786534"/>
                  </a:lnTo>
                  <a:close/>
                </a:path>
                <a:path w="5695950" h="1792604">
                  <a:moveTo>
                    <a:pt x="5505437" y="894994"/>
                  </a:moveTo>
                  <a:lnTo>
                    <a:pt x="5504980" y="893876"/>
                  </a:lnTo>
                  <a:lnTo>
                    <a:pt x="5503113" y="892009"/>
                  </a:lnTo>
                  <a:lnTo>
                    <a:pt x="5501995" y="891552"/>
                  </a:lnTo>
                  <a:lnTo>
                    <a:pt x="5499366" y="891552"/>
                  </a:lnTo>
                  <a:lnTo>
                    <a:pt x="5498236" y="892009"/>
                  </a:lnTo>
                  <a:lnTo>
                    <a:pt x="5496382" y="893876"/>
                  </a:lnTo>
                  <a:lnTo>
                    <a:pt x="5495912" y="894994"/>
                  </a:lnTo>
                  <a:lnTo>
                    <a:pt x="5495912" y="897623"/>
                  </a:lnTo>
                  <a:lnTo>
                    <a:pt x="5496382" y="898740"/>
                  </a:lnTo>
                  <a:lnTo>
                    <a:pt x="5498236" y="900607"/>
                  </a:lnTo>
                  <a:lnTo>
                    <a:pt x="5499366" y="901077"/>
                  </a:lnTo>
                  <a:lnTo>
                    <a:pt x="5501995" y="901077"/>
                  </a:lnTo>
                  <a:lnTo>
                    <a:pt x="5503113" y="900607"/>
                  </a:lnTo>
                  <a:lnTo>
                    <a:pt x="5504980" y="898740"/>
                  </a:lnTo>
                  <a:lnTo>
                    <a:pt x="5505437" y="897623"/>
                  </a:lnTo>
                  <a:lnTo>
                    <a:pt x="5505437" y="894994"/>
                  </a:lnTo>
                  <a:close/>
                </a:path>
                <a:path w="5695950" h="1792604">
                  <a:moveTo>
                    <a:pt x="5505437" y="3454"/>
                  </a:moveTo>
                  <a:lnTo>
                    <a:pt x="5504980" y="2336"/>
                  </a:lnTo>
                  <a:lnTo>
                    <a:pt x="5503113" y="469"/>
                  </a:lnTo>
                  <a:lnTo>
                    <a:pt x="5501995" y="0"/>
                  </a:lnTo>
                  <a:lnTo>
                    <a:pt x="5499366" y="0"/>
                  </a:lnTo>
                  <a:lnTo>
                    <a:pt x="5498236" y="469"/>
                  </a:lnTo>
                  <a:lnTo>
                    <a:pt x="5496382" y="2336"/>
                  </a:lnTo>
                  <a:lnTo>
                    <a:pt x="5495912" y="3454"/>
                  </a:lnTo>
                  <a:lnTo>
                    <a:pt x="5495912" y="6083"/>
                  </a:lnTo>
                  <a:lnTo>
                    <a:pt x="5496382" y="7200"/>
                  </a:lnTo>
                  <a:lnTo>
                    <a:pt x="5498236" y="9067"/>
                  </a:lnTo>
                  <a:lnTo>
                    <a:pt x="5499366" y="9525"/>
                  </a:lnTo>
                  <a:lnTo>
                    <a:pt x="5501995" y="9525"/>
                  </a:lnTo>
                  <a:lnTo>
                    <a:pt x="5503113" y="9067"/>
                  </a:lnTo>
                  <a:lnTo>
                    <a:pt x="5504980" y="7200"/>
                  </a:lnTo>
                  <a:lnTo>
                    <a:pt x="5505437" y="6083"/>
                  </a:lnTo>
                  <a:lnTo>
                    <a:pt x="5505437" y="3454"/>
                  </a:lnTo>
                  <a:close/>
                </a:path>
                <a:path w="5695950" h="1792604">
                  <a:moveTo>
                    <a:pt x="5553062" y="1786534"/>
                  </a:moveTo>
                  <a:lnTo>
                    <a:pt x="5552605" y="1785416"/>
                  </a:lnTo>
                  <a:lnTo>
                    <a:pt x="5550738" y="1783549"/>
                  </a:lnTo>
                  <a:lnTo>
                    <a:pt x="5549620" y="1783080"/>
                  </a:lnTo>
                  <a:lnTo>
                    <a:pt x="5546991" y="1783080"/>
                  </a:lnTo>
                  <a:lnTo>
                    <a:pt x="5545861" y="1783549"/>
                  </a:lnTo>
                  <a:lnTo>
                    <a:pt x="5544007" y="1785416"/>
                  </a:lnTo>
                  <a:lnTo>
                    <a:pt x="5543537" y="1786534"/>
                  </a:lnTo>
                  <a:lnTo>
                    <a:pt x="5543537" y="1789163"/>
                  </a:lnTo>
                  <a:lnTo>
                    <a:pt x="5544007" y="1790280"/>
                  </a:lnTo>
                  <a:lnTo>
                    <a:pt x="5545861" y="1792147"/>
                  </a:lnTo>
                  <a:lnTo>
                    <a:pt x="5546991" y="1792605"/>
                  </a:lnTo>
                  <a:lnTo>
                    <a:pt x="5549620" y="1792605"/>
                  </a:lnTo>
                  <a:lnTo>
                    <a:pt x="5550738" y="1792147"/>
                  </a:lnTo>
                  <a:lnTo>
                    <a:pt x="5552605" y="1790280"/>
                  </a:lnTo>
                  <a:lnTo>
                    <a:pt x="5553062" y="1789163"/>
                  </a:lnTo>
                  <a:lnTo>
                    <a:pt x="5553062" y="1786534"/>
                  </a:lnTo>
                  <a:close/>
                </a:path>
                <a:path w="5695950" h="1792604">
                  <a:moveTo>
                    <a:pt x="5553062" y="894994"/>
                  </a:moveTo>
                  <a:lnTo>
                    <a:pt x="5552605" y="893876"/>
                  </a:lnTo>
                  <a:lnTo>
                    <a:pt x="5550738" y="892009"/>
                  </a:lnTo>
                  <a:lnTo>
                    <a:pt x="5549620" y="891552"/>
                  </a:lnTo>
                  <a:lnTo>
                    <a:pt x="5546991" y="891552"/>
                  </a:lnTo>
                  <a:lnTo>
                    <a:pt x="5545861" y="892009"/>
                  </a:lnTo>
                  <a:lnTo>
                    <a:pt x="5544007" y="893876"/>
                  </a:lnTo>
                  <a:lnTo>
                    <a:pt x="5543537" y="894994"/>
                  </a:lnTo>
                  <a:lnTo>
                    <a:pt x="5543537" y="897623"/>
                  </a:lnTo>
                  <a:lnTo>
                    <a:pt x="5544007" y="898740"/>
                  </a:lnTo>
                  <a:lnTo>
                    <a:pt x="5545861" y="900607"/>
                  </a:lnTo>
                  <a:lnTo>
                    <a:pt x="5546991" y="901077"/>
                  </a:lnTo>
                  <a:lnTo>
                    <a:pt x="5549620" y="901077"/>
                  </a:lnTo>
                  <a:lnTo>
                    <a:pt x="5550738" y="900607"/>
                  </a:lnTo>
                  <a:lnTo>
                    <a:pt x="5552605" y="898740"/>
                  </a:lnTo>
                  <a:lnTo>
                    <a:pt x="5553062" y="897623"/>
                  </a:lnTo>
                  <a:lnTo>
                    <a:pt x="5553062" y="894994"/>
                  </a:lnTo>
                  <a:close/>
                </a:path>
                <a:path w="5695950" h="1792604">
                  <a:moveTo>
                    <a:pt x="5553062" y="3454"/>
                  </a:moveTo>
                  <a:lnTo>
                    <a:pt x="5552605" y="2336"/>
                  </a:lnTo>
                  <a:lnTo>
                    <a:pt x="5550738" y="469"/>
                  </a:lnTo>
                  <a:lnTo>
                    <a:pt x="5549620" y="0"/>
                  </a:lnTo>
                  <a:lnTo>
                    <a:pt x="5546991" y="0"/>
                  </a:lnTo>
                  <a:lnTo>
                    <a:pt x="5545861" y="469"/>
                  </a:lnTo>
                  <a:lnTo>
                    <a:pt x="5544007" y="2336"/>
                  </a:lnTo>
                  <a:lnTo>
                    <a:pt x="5543537" y="3454"/>
                  </a:lnTo>
                  <a:lnTo>
                    <a:pt x="5543537" y="6083"/>
                  </a:lnTo>
                  <a:lnTo>
                    <a:pt x="5544007" y="7200"/>
                  </a:lnTo>
                  <a:lnTo>
                    <a:pt x="5545861" y="9067"/>
                  </a:lnTo>
                  <a:lnTo>
                    <a:pt x="5546991" y="9525"/>
                  </a:lnTo>
                  <a:lnTo>
                    <a:pt x="5549620" y="9525"/>
                  </a:lnTo>
                  <a:lnTo>
                    <a:pt x="5550738" y="9067"/>
                  </a:lnTo>
                  <a:lnTo>
                    <a:pt x="5552605" y="7200"/>
                  </a:lnTo>
                  <a:lnTo>
                    <a:pt x="5553062" y="6083"/>
                  </a:lnTo>
                  <a:lnTo>
                    <a:pt x="5553062" y="3454"/>
                  </a:lnTo>
                  <a:close/>
                </a:path>
                <a:path w="5695950" h="1792604">
                  <a:moveTo>
                    <a:pt x="5600687" y="1786534"/>
                  </a:moveTo>
                  <a:lnTo>
                    <a:pt x="5600230" y="1785416"/>
                  </a:lnTo>
                  <a:lnTo>
                    <a:pt x="5598363" y="1783549"/>
                  </a:lnTo>
                  <a:lnTo>
                    <a:pt x="5597245" y="1783080"/>
                  </a:lnTo>
                  <a:lnTo>
                    <a:pt x="5594616" y="1783080"/>
                  </a:lnTo>
                  <a:lnTo>
                    <a:pt x="5593486" y="1783549"/>
                  </a:lnTo>
                  <a:lnTo>
                    <a:pt x="5591632" y="1785416"/>
                  </a:lnTo>
                  <a:lnTo>
                    <a:pt x="5591162" y="1786534"/>
                  </a:lnTo>
                  <a:lnTo>
                    <a:pt x="5591162" y="1789163"/>
                  </a:lnTo>
                  <a:lnTo>
                    <a:pt x="5591632" y="1790280"/>
                  </a:lnTo>
                  <a:lnTo>
                    <a:pt x="5593486" y="1792147"/>
                  </a:lnTo>
                  <a:lnTo>
                    <a:pt x="5594616" y="1792605"/>
                  </a:lnTo>
                  <a:lnTo>
                    <a:pt x="5597245" y="1792605"/>
                  </a:lnTo>
                  <a:lnTo>
                    <a:pt x="5598363" y="1792147"/>
                  </a:lnTo>
                  <a:lnTo>
                    <a:pt x="5600230" y="1790280"/>
                  </a:lnTo>
                  <a:lnTo>
                    <a:pt x="5600687" y="1789163"/>
                  </a:lnTo>
                  <a:lnTo>
                    <a:pt x="5600687" y="1786534"/>
                  </a:lnTo>
                  <a:close/>
                </a:path>
                <a:path w="5695950" h="1792604">
                  <a:moveTo>
                    <a:pt x="5600687" y="894994"/>
                  </a:moveTo>
                  <a:lnTo>
                    <a:pt x="5600230" y="893876"/>
                  </a:lnTo>
                  <a:lnTo>
                    <a:pt x="5598363" y="892009"/>
                  </a:lnTo>
                  <a:lnTo>
                    <a:pt x="5597245" y="891552"/>
                  </a:lnTo>
                  <a:lnTo>
                    <a:pt x="5594616" y="891552"/>
                  </a:lnTo>
                  <a:lnTo>
                    <a:pt x="5593486" y="892009"/>
                  </a:lnTo>
                  <a:lnTo>
                    <a:pt x="5591632" y="893876"/>
                  </a:lnTo>
                  <a:lnTo>
                    <a:pt x="5591162" y="894994"/>
                  </a:lnTo>
                  <a:lnTo>
                    <a:pt x="5591162" y="897623"/>
                  </a:lnTo>
                  <a:lnTo>
                    <a:pt x="5591632" y="898740"/>
                  </a:lnTo>
                  <a:lnTo>
                    <a:pt x="5593486" y="900607"/>
                  </a:lnTo>
                  <a:lnTo>
                    <a:pt x="5594616" y="901077"/>
                  </a:lnTo>
                  <a:lnTo>
                    <a:pt x="5597245" y="901077"/>
                  </a:lnTo>
                  <a:lnTo>
                    <a:pt x="5598363" y="900607"/>
                  </a:lnTo>
                  <a:lnTo>
                    <a:pt x="5600230" y="898740"/>
                  </a:lnTo>
                  <a:lnTo>
                    <a:pt x="5600687" y="897623"/>
                  </a:lnTo>
                  <a:lnTo>
                    <a:pt x="5600687" y="894994"/>
                  </a:lnTo>
                  <a:close/>
                </a:path>
                <a:path w="5695950" h="1792604">
                  <a:moveTo>
                    <a:pt x="5600687" y="3454"/>
                  </a:moveTo>
                  <a:lnTo>
                    <a:pt x="5600230" y="2336"/>
                  </a:lnTo>
                  <a:lnTo>
                    <a:pt x="5598363" y="469"/>
                  </a:lnTo>
                  <a:lnTo>
                    <a:pt x="5597245" y="0"/>
                  </a:lnTo>
                  <a:lnTo>
                    <a:pt x="5594616" y="0"/>
                  </a:lnTo>
                  <a:lnTo>
                    <a:pt x="5593486" y="469"/>
                  </a:lnTo>
                  <a:lnTo>
                    <a:pt x="5591632" y="2336"/>
                  </a:lnTo>
                  <a:lnTo>
                    <a:pt x="5591162" y="3454"/>
                  </a:lnTo>
                  <a:lnTo>
                    <a:pt x="5591162" y="6083"/>
                  </a:lnTo>
                  <a:lnTo>
                    <a:pt x="5591632" y="7200"/>
                  </a:lnTo>
                  <a:lnTo>
                    <a:pt x="5593486" y="9067"/>
                  </a:lnTo>
                  <a:lnTo>
                    <a:pt x="5594616" y="9525"/>
                  </a:lnTo>
                  <a:lnTo>
                    <a:pt x="5597245" y="9525"/>
                  </a:lnTo>
                  <a:lnTo>
                    <a:pt x="5598363" y="9067"/>
                  </a:lnTo>
                  <a:lnTo>
                    <a:pt x="5600230" y="7200"/>
                  </a:lnTo>
                  <a:lnTo>
                    <a:pt x="5600687" y="6083"/>
                  </a:lnTo>
                  <a:lnTo>
                    <a:pt x="5600687" y="3454"/>
                  </a:lnTo>
                  <a:close/>
                </a:path>
                <a:path w="5695950" h="1792604">
                  <a:moveTo>
                    <a:pt x="5648312" y="1786534"/>
                  </a:moveTo>
                  <a:lnTo>
                    <a:pt x="5647855" y="1785416"/>
                  </a:lnTo>
                  <a:lnTo>
                    <a:pt x="5645988" y="1783549"/>
                  </a:lnTo>
                  <a:lnTo>
                    <a:pt x="5644870" y="1783080"/>
                  </a:lnTo>
                  <a:lnTo>
                    <a:pt x="5642241" y="1783080"/>
                  </a:lnTo>
                  <a:lnTo>
                    <a:pt x="5641111" y="1783549"/>
                  </a:lnTo>
                  <a:lnTo>
                    <a:pt x="5639257" y="1785416"/>
                  </a:lnTo>
                  <a:lnTo>
                    <a:pt x="5638787" y="1786534"/>
                  </a:lnTo>
                  <a:lnTo>
                    <a:pt x="5638787" y="1789163"/>
                  </a:lnTo>
                  <a:lnTo>
                    <a:pt x="5639257" y="1790280"/>
                  </a:lnTo>
                  <a:lnTo>
                    <a:pt x="5641111" y="1792147"/>
                  </a:lnTo>
                  <a:lnTo>
                    <a:pt x="5642241" y="1792605"/>
                  </a:lnTo>
                  <a:lnTo>
                    <a:pt x="5644870" y="1792605"/>
                  </a:lnTo>
                  <a:lnTo>
                    <a:pt x="5645988" y="1792147"/>
                  </a:lnTo>
                  <a:lnTo>
                    <a:pt x="5647855" y="1790280"/>
                  </a:lnTo>
                  <a:lnTo>
                    <a:pt x="5648312" y="1789163"/>
                  </a:lnTo>
                  <a:lnTo>
                    <a:pt x="5648312" y="1786534"/>
                  </a:lnTo>
                  <a:close/>
                </a:path>
                <a:path w="5695950" h="1792604">
                  <a:moveTo>
                    <a:pt x="5648312" y="894994"/>
                  </a:moveTo>
                  <a:lnTo>
                    <a:pt x="5647855" y="893876"/>
                  </a:lnTo>
                  <a:lnTo>
                    <a:pt x="5645988" y="892009"/>
                  </a:lnTo>
                  <a:lnTo>
                    <a:pt x="5644870" y="891552"/>
                  </a:lnTo>
                  <a:lnTo>
                    <a:pt x="5642241" y="891552"/>
                  </a:lnTo>
                  <a:lnTo>
                    <a:pt x="5641111" y="892009"/>
                  </a:lnTo>
                  <a:lnTo>
                    <a:pt x="5639257" y="893876"/>
                  </a:lnTo>
                  <a:lnTo>
                    <a:pt x="5638787" y="894994"/>
                  </a:lnTo>
                  <a:lnTo>
                    <a:pt x="5638787" y="897623"/>
                  </a:lnTo>
                  <a:lnTo>
                    <a:pt x="5639257" y="898740"/>
                  </a:lnTo>
                  <a:lnTo>
                    <a:pt x="5641111" y="900607"/>
                  </a:lnTo>
                  <a:lnTo>
                    <a:pt x="5642241" y="901077"/>
                  </a:lnTo>
                  <a:lnTo>
                    <a:pt x="5644870" y="901077"/>
                  </a:lnTo>
                  <a:lnTo>
                    <a:pt x="5645988" y="900607"/>
                  </a:lnTo>
                  <a:lnTo>
                    <a:pt x="5647855" y="898740"/>
                  </a:lnTo>
                  <a:lnTo>
                    <a:pt x="5648312" y="897623"/>
                  </a:lnTo>
                  <a:lnTo>
                    <a:pt x="5648312" y="894994"/>
                  </a:lnTo>
                  <a:close/>
                </a:path>
                <a:path w="5695950" h="1792604">
                  <a:moveTo>
                    <a:pt x="5648312" y="3454"/>
                  </a:moveTo>
                  <a:lnTo>
                    <a:pt x="5647855" y="2336"/>
                  </a:lnTo>
                  <a:lnTo>
                    <a:pt x="5645988" y="469"/>
                  </a:lnTo>
                  <a:lnTo>
                    <a:pt x="5644870" y="0"/>
                  </a:lnTo>
                  <a:lnTo>
                    <a:pt x="5642241" y="0"/>
                  </a:lnTo>
                  <a:lnTo>
                    <a:pt x="5641111" y="469"/>
                  </a:lnTo>
                  <a:lnTo>
                    <a:pt x="5639257" y="2336"/>
                  </a:lnTo>
                  <a:lnTo>
                    <a:pt x="5638787" y="3454"/>
                  </a:lnTo>
                  <a:lnTo>
                    <a:pt x="5638787" y="6083"/>
                  </a:lnTo>
                  <a:lnTo>
                    <a:pt x="5639257" y="7200"/>
                  </a:lnTo>
                  <a:lnTo>
                    <a:pt x="5641111" y="9067"/>
                  </a:lnTo>
                  <a:lnTo>
                    <a:pt x="5642241" y="9525"/>
                  </a:lnTo>
                  <a:lnTo>
                    <a:pt x="5644870" y="9525"/>
                  </a:lnTo>
                  <a:lnTo>
                    <a:pt x="5645988" y="9067"/>
                  </a:lnTo>
                  <a:lnTo>
                    <a:pt x="5647855" y="7200"/>
                  </a:lnTo>
                  <a:lnTo>
                    <a:pt x="5648312" y="6083"/>
                  </a:lnTo>
                  <a:lnTo>
                    <a:pt x="5648312" y="3454"/>
                  </a:lnTo>
                  <a:close/>
                </a:path>
                <a:path w="5695950" h="1792604">
                  <a:moveTo>
                    <a:pt x="5695937" y="1786534"/>
                  </a:moveTo>
                  <a:lnTo>
                    <a:pt x="5695480" y="1785416"/>
                  </a:lnTo>
                  <a:lnTo>
                    <a:pt x="5693613" y="1783549"/>
                  </a:lnTo>
                  <a:lnTo>
                    <a:pt x="5692495" y="1783080"/>
                  </a:lnTo>
                  <a:lnTo>
                    <a:pt x="5689866" y="1783080"/>
                  </a:lnTo>
                  <a:lnTo>
                    <a:pt x="5688736" y="1783549"/>
                  </a:lnTo>
                  <a:lnTo>
                    <a:pt x="5686882" y="1785416"/>
                  </a:lnTo>
                  <a:lnTo>
                    <a:pt x="5686412" y="1786534"/>
                  </a:lnTo>
                  <a:lnTo>
                    <a:pt x="5686412" y="1789163"/>
                  </a:lnTo>
                  <a:lnTo>
                    <a:pt x="5686882" y="1790280"/>
                  </a:lnTo>
                  <a:lnTo>
                    <a:pt x="5688736" y="1792147"/>
                  </a:lnTo>
                  <a:lnTo>
                    <a:pt x="5689866" y="1792605"/>
                  </a:lnTo>
                  <a:lnTo>
                    <a:pt x="5692495" y="1792605"/>
                  </a:lnTo>
                  <a:lnTo>
                    <a:pt x="5693613" y="1792147"/>
                  </a:lnTo>
                  <a:lnTo>
                    <a:pt x="5695480" y="1790280"/>
                  </a:lnTo>
                  <a:lnTo>
                    <a:pt x="5695937" y="1789163"/>
                  </a:lnTo>
                  <a:lnTo>
                    <a:pt x="5695937" y="1786534"/>
                  </a:lnTo>
                  <a:close/>
                </a:path>
                <a:path w="5695950" h="1792604">
                  <a:moveTo>
                    <a:pt x="5695937" y="894994"/>
                  </a:moveTo>
                  <a:lnTo>
                    <a:pt x="5695480" y="893876"/>
                  </a:lnTo>
                  <a:lnTo>
                    <a:pt x="5693613" y="892009"/>
                  </a:lnTo>
                  <a:lnTo>
                    <a:pt x="5692495" y="891552"/>
                  </a:lnTo>
                  <a:lnTo>
                    <a:pt x="5689866" y="891552"/>
                  </a:lnTo>
                  <a:lnTo>
                    <a:pt x="5688736" y="892009"/>
                  </a:lnTo>
                  <a:lnTo>
                    <a:pt x="5686882" y="893876"/>
                  </a:lnTo>
                  <a:lnTo>
                    <a:pt x="5686412" y="894994"/>
                  </a:lnTo>
                  <a:lnTo>
                    <a:pt x="5686412" y="897623"/>
                  </a:lnTo>
                  <a:lnTo>
                    <a:pt x="5686882" y="898740"/>
                  </a:lnTo>
                  <a:lnTo>
                    <a:pt x="5688736" y="900607"/>
                  </a:lnTo>
                  <a:lnTo>
                    <a:pt x="5689866" y="901077"/>
                  </a:lnTo>
                  <a:lnTo>
                    <a:pt x="5692495" y="901077"/>
                  </a:lnTo>
                  <a:lnTo>
                    <a:pt x="5693613" y="900607"/>
                  </a:lnTo>
                  <a:lnTo>
                    <a:pt x="5695480" y="898740"/>
                  </a:lnTo>
                  <a:lnTo>
                    <a:pt x="5695937" y="897623"/>
                  </a:lnTo>
                  <a:lnTo>
                    <a:pt x="5695937" y="894994"/>
                  </a:lnTo>
                  <a:close/>
                </a:path>
                <a:path w="5695950" h="1792604">
                  <a:moveTo>
                    <a:pt x="5695937" y="3454"/>
                  </a:moveTo>
                  <a:lnTo>
                    <a:pt x="5695480" y="2336"/>
                  </a:lnTo>
                  <a:lnTo>
                    <a:pt x="5693613" y="469"/>
                  </a:lnTo>
                  <a:lnTo>
                    <a:pt x="5692495" y="0"/>
                  </a:lnTo>
                  <a:lnTo>
                    <a:pt x="5689866" y="0"/>
                  </a:lnTo>
                  <a:lnTo>
                    <a:pt x="5688736" y="469"/>
                  </a:lnTo>
                  <a:lnTo>
                    <a:pt x="5686882" y="2336"/>
                  </a:lnTo>
                  <a:lnTo>
                    <a:pt x="5686412" y="3454"/>
                  </a:lnTo>
                  <a:lnTo>
                    <a:pt x="5686412" y="6083"/>
                  </a:lnTo>
                  <a:lnTo>
                    <a:pt x="5686882" y="7200"/>
                  </a:lnTo>
                  <a:lnTo>
                    <a:pt x="5688736" y="9067"/>
                  </a:lnTo>
                  <a:lnTo>
                    <a:pt x="5689866" y="9525"/>
                  </a:lnTo>
                  <a:lnTo>
                    <a:pt x="5692495" y="9525"/>
                  </a:lnTo>
                  <a:lnTo>
                    <a:pt x="5693613" y="9067"/>
                  </a:lnTo>
                  <a:lnTo>
                    <a:pt x="5695480" y="7200"/>
                  </a:lnTo>
                  <a:lnTo>
                    <a:pt x="5695937" y="6083"/>
                  </a:lnTo>
                  <a:lnTo>
                    <a:pt x="5695937" y="3454"/>
                  </a:lnTo>
                  <a:close/>
                </a:path>
              </a:pathLst>
            </a:custGeom>
            <a:solidFill>
              <a:srgbClr val="605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09799" y="1770506"/>
              <a:ext cx="589915" cy="1515745"/>
            </a:xfrm>
            <a:custGeom>
              <a:avLst/>
              <a:gdLst/>
              <a:ahLst/>
              <a:cxnLst/>
              <a:rect l="l" t="t" r="r" b="b"/>
              <a:pathLst>
                <a:path w="589914" h="1515745">
                  <a:moveTo>
                    <a:pt x="589547" y="1515617"/>
                  </a:moveTo>
                  <a:lnTo>
                    <a:pt x="0" y="1515617"/>
                  </a:lnTo>
                  <a:lnTo>
                    <a:pt x="0" y="0"/>
                  </a:lnTo>
                  <a:lnTo>
                    <a:pt x="589547" y="0"/>
                  </a:lnTo>
                  <a:lnTo>
                    <a:pt x="589547" y="1515617"/>
                  </a:lnTo>
                  <a:close/>
                </a:path>
              </a:pathLst>
            </a:custGeom>
            <a:solidFill>
              <a:srgbClr val="36FF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09799" y="1770506"/>
              <a:ext cx="589915" cy="1515745"/>
            </a:xfrm>
            <a:custGeom>
              <a:avLst/>
              <a:gdLst/>
              <a:ahLst/>
              <a:cxnLst/>
              <a:rect l="l" t="t" r="r" b="b"/>
              <a:pathLst>
                <a:path w="589914" h="1515745">
                  <a:moveTo>
                    <a:pt x="0" y="0"/>
                  </a:moveTo>
                  <a:lnTo>
                    <a:pt x="589547" y="0"/>
                  </a:lnTo>
                  <a:lnTo>
                    <a:pt x="589547" y="1515617"/>
                  </a:lnTo>
                  <a:lnTo>
                    <a:pt x="0" y="151561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65549" y="1815083"/>
              <a:ext cx="589915" cy="1471295"/>
            </a:xfrm>
            <a:custGeom>
              <a:avLst/>
              <a:gdLst/>
              <a:ahLst/>
              <a:cxnLst/>
              <a:rect l="l" t="t" r="r" b="b"/>
              <a:pathLst>
                <a:path w="589914" h="1471295">
                  <a:moveTo>
                    <a:pt x="589547" y="1471040"/>
                  </a:moveTo>
                  <a:lnTo>
                    <a:pt x="0" y="1471040"/>
                  </a:lnTo>
                  <a:lnTo>
                    <a:pt x="0" y="0"/>
                  </a:lnTo>
                  <a:lnTo>
                    <a:pt x="589547" y="0"/>
                  </a:lnTo>
                  <a:lnTo>
                    <a:pt x="589547" y="1471040"/>
                  </a:lnTo>
                  <a:close/>
                </a:path>
              </a:pathLst>
            </a:custGeom>
            <a:solidFill>
              <a:srgbClr val="36FF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65549" y="1815083"/>
              <a:ext cx="589915" cy="1471295"/>
            </a:xfrm>
            <a:custGeom>
              <a:avLst/>
              <a:gdLst/>
              <a:ahLst/>
              <a:cxnLst/>
              <a:rect l="l" t="t" r="r" b="b"/>
              <a:pathLst>
                <a:path w="589914" h="1471295">
                  <a:moveTo>
                    <a:pt x="0" y="0"/>
                  </a:moveTo>
                  <a:lnTo>
                    <a:pt x="589547" y="0"/>
                  </a:lnTo>
                  <a:lnTo>
                    <a:pt x="589547" y="1471040"/>
                  </a:lnTo>
                  <a:lnTo>
                    <a:pt x="0" y="147104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99346" y="1904237"/>
              <a:ext cx="2145665" cy="1382395"/>
            </a:xfrm>
            <a:custGeom>
              <a:avLst/>
              <a:gdLst/>
              <a:ahLst/>
              <a:cxnLst/>
              <a:rect l="l" t="t" r="r" b="b"/>
              <a:pathLst>
                <a:path w="2145665" h="1382395">
                  <a:moveTo>
                    <a:pt x="589546" y="713232"/>
                  </a:moveTo>
                  <a:lnTo>
                    <a:pt x="0" y="713232"/>
                  </a:lnTo>
                  <a:lnTo>
                    <a:pt x="0" y="1381887"/>
                  </a:lnTo>
                  <a:lnTo>
                    <a:pt x="589546" y="1381887"/>
                  </a:lnTo>
                  <a:lnTo>
                    <a:pt x="589546" y="713232"/>
                  </a:lnTo>
                  <a:close/>
                </a:path>
                <a:path w="2145665" h="1382395">
                  <a:moveTo>
                    <a:pt x="2145296" y="0"/>
                  </a:moveTo>
                  <a:lnTo>
                    <a:pt x="1555750" y="0"/>
                  </a:lnTo>
                  <a:lnTo>
                    <a:pt x="1555750" y="1381887"/>
                  </a:lnTo>
                  <a:lnTo>
                    <a:pt x="2145296" y="1381887"/>
                  </a:lnTo>
                  <a:lnTo>
                    <a:pt x="2145296" y="0"/>
                  </a:lnTo>
                  <a:close/>
                </a:path>
              </a:pathLst>
            </a:custGeom>
            <a:solidFill>
              <a:srgbClr val="F07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0853" y="2976191"/>
            <a:ext cx="230386" cy="18514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125" spc="-23" dirty="0">
                <a:solidFill>
                  <a:srgbClr val="D1D0CD"/>
                </a:solidFill>
                <a:latin typeface="Arial MT"/>
                <a:cs typeface="Arial MT"/>
              </a:rPr>
              <a:t>0%</a:t>
            </a:r>
            <a:endParaRPr sz="1125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323" y="2140371"/>
            <a:ext cx="310158" cy="18514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125" spc="-23" dirty="0">
                <a:solidFill>
                  <a:srgbClr val="D1D0CD"/>
                </a:solidFill>
                <a:latin typeface="Arial MT"/>
                <a:cs typeface="Arial MT"/>
              </a:rPr>
              <a:t>20%</a:t>
            </a:r>
            <a:endParaRPr sz="1125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323" y="1304553"/>
            <a:ext cx="310158" cy="18514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125" spc="-23" dirty="0">
                <a:solidFill>
                  <a:srgbClr val="D1D0CD"/>
                </a:solidFill>
                <a:latin typeface="Arial MT"/>
                <a:cs typeface="Arial MT"/>
              </a:rPr>
              <a:t>40%</a:t>
            </a:r>
            <a:endParaRPr sz="1125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41067" y="1425868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34.00%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99582" y="1467659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33.00%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93768" y="2219896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15.00%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52283" y="1551241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31.00%</a:t>
            </a:r>
            <a:endParaRPr sz="1031">
              <a:latin typeface="Arial Black"/>
              <a:cs typeface="Arial Black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99609" y="1409104"/>
            <a:ext cx="5228630" cy="1680567"/>
            <a:chOff x="6648449" y="1503044"/>
            <a:chExt cx="5577205" cy="1792605"/>
          </a:xfrm>
        </p:grpSpPr>
        <p:sp>
          <p:nvSpPr>
            <p:cNvPr id="28" name="object 28"/>
            <p:cNvSpPr/>
            <p:nvPr/>
          </p:nvSpPr>
          <p:spPr>
            <a:xfrm>
              <a:off x="6648437" y="1503044"/>
              <a:ext cx="5577205" cy="1792605"/>
            </a:xfrm>
            <a:custGeom>
              <a:avLst/>
              <a:gdLst/>
              <a:ahLst/>
              <a:cxnLst/>
              <a:rect l="l" t="t" r="r" b="b"/>
              <a:pathLst>
                <a:path w="5577205" h="1792604">
                  <a:moveTo>
                    <a:pt x="4762" y="1786534"/>
                  </a:moveTo>
                  <a:lnTo>
                    <a:pt x="4305" y="1785416"/>
                  </a:lnTo>
                  <a:lnTo>
                    <a:pt x="2438" y="1783549"/>
                  </a:lnTo>
                  <a:lnTo>
                    <a:pt x="1320" y="1783080"/>
                  </a:lnTo>
                  <a:lnTo>
                    <a:pt x="0" y="1783080"/>
                  </a:lnTo>
                  <a:lnTo>
                    <a:pt x="0" y="1792605"/>
                  </a:lnTo>
                  <a:lnTo>
                    <a:pt x="1320" y="1792605"/>
                  </a:lnTo>
                  <a:lnTo>
                    <a:pt x="2438" y="1792147"/>
                  </a:lnTo>
                  <a:lnTo>
                    <a:pt x="4305" y="1790280"/>
                  </a:lnTo>
                  <a:lnTo>
                    <a:pt x="4762" y="1789163"/>
                  </a:lnTo>
                  <a:lnTo>
                    <a:pt x="4762" y="1786534"/>
                  </a:lnTo>
                  <a:close/>
                </a:path>
                <a:path w="5577205" h="1792604">
                  <a:moveTo>
                    <a:pt x="4762" y="894994"/>
                  </a:moveTo>
                  <a:lnTo>
                    <a:pt x="4305" y="893876"/>
                  </a:lnTo>
                  <a:lnTo>
                    <a:pt x="2438" y="892009"/>
                  </a:lnTo>
                  <a:lnTo>
                    <a:pt x="1320" y="891552"/>
                  </a:lnTo>
                  <a:lnTo>
                    <a:pt x="0" y="891552"/>
                  </a:lnTo>
                  <a:lnTo>
                    <a:pt x="0" y="901077"/>
                  </a:lnTo>
                  <a:lnTo>
                    <a:pt x="1320" y="901077"/>
                  </a:lnTo>
                  <a:lnTo>
                    <a:pt x="2438" y="900607"/>
                  </a:lnTo>
                  <a:lnTo>
                    <a:pt x="4305" y="898740"/>
                  </a:lnTo>
                  <a:lnTo>
                    <a:pt x="4762" y="897623"/>
                  </a:lnTo>
                  <a:lnTo>
                    <a:pt x="4762" y="894994"/>
                  </a:lnTo>
                  <a:close/>
                </a:path>
                <a:path w="5577205" h="1792604">
                  <a:moveTo>
                    <a:pt x="4762" y="3454"/>
                  </a:moveTo>
                  <a:lnTo>
                    <a:pt x="4305" y="2336"/>
                  </a:lnTo>
                  <a:lnTo>
                    <a:pt x="2438" y="469"/>
                  </a:lnTo>
                  <a:lnTo>
                    <a:pt x="132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1320" y="9525"/>
                  </a:lnTo>
                  <a:lnTo>
                    <a:pt x="2438" y="9067"/>
                  </a:lnTo>
                  <a:lnTo>
                    <a:pt x="4305" y="7200"/>
                  </a:lnTo>
                  <a:lnTo>
                    <a:pt x="4762" y="6083"/>
                  </a:lnTo>
                  <a:lnTo>
                    <a:pt x="4762" y="3454"/>
                  </a:lnTo>
                  <a:close/>
                </a:path>
                <a:path w="5577205" h="1792604">
                  <a:moveTo>
                    <a:pt x="52387" y="1786534"/>
                  </a:moveTo>
                  <a:lnTo>
                    <a:pt x="51930" y="1785416"/>
                  </a:lnTo>
                  <a:lnTo>
                    <a:pt x="50063" y="1783549"/>
                  </a:lnTo>
                  <a:lnTo>
                    <a:pt x="48945" y="1783080"/>
                  </a:lnTo>
                  <a:lnTo>
                    <a:pt x="46316" y="1783080"/>
                  </a:lnTo>
                  <a:lnTo>
                    <a:pt x="45199" y="1783549"/>
                  </a:lnTo>
                  <a:lnTo>
                    <a:pt x="43332" y="1785416"/>
                  </a:lnTo>
                  <a:lnTo>
                    <a:pt x="42862" y="1786534"/>
                  </a:lnTo>
                  <a:lnTo>
                    <a:pt x="42862" y="1789163"/>
                  </a:lnTo>
                  <a:lnTo>
                    <a:pt x="43332" y="1790280"/>
                  </a:lnTo>
                  <a:lnTo>
                    <a:pt x="45199" y="1792147"/>
                  </a:lnTo>
                  <a:lnTo>
                    <a:pt x="46316" y="1792605"/>
                  </a:lnTo>
                  <a:lnTo>
                    <a:pt x="48945" y="1792605"/>
                  </a:lnTo>
                  <a:lnTo>
                    <a:pt x="50063" y="1792147"/>
                  </a:lnTo>
                  <a:lnTo>
                    <a:pt x="51930" y="1790280"/>
                  </a:lnTo>
                  <a:lnTo>
                    <a:pt x="52387" y="1789163"/>
                  </a:lnTo>
                  <a:lnTo>
                    <a:pt x="52387" y="1786534"/>
                  </a:lnTo>
                  <a:close/>
                </a:path>
                <a:path w="5577205" h="1792604">
                  <a:moveTo>
                    <a:pt x="52387" y="894994"/>
                  </a:moveTo>
                  <a:lnTo>
                    <a:pt x="51930" y="893876"/>
                  </a:lnTo>
                  <a:lnTo>
                    <a:pt x="50063" y="892009"/>
                  </a:lnTo>
                  <a:lnTo>
                    <a:pt x="48945" y="891552"/>
                  </a:lnTo>
                  <a:lnTo>
                    <a:pt x="46316" y="891552"/>
                  </a:lnTo>
                  <a:lnTo>
                    <a:pt x="45199" y="892009"/>
                  </a:lnTo>
                  <a:lnTo>
                    <a:pt x="43332" y="893876"/>
                  </a:lnTo>
                  <a:lnTo>
                    <a:pt x="42862" y="894994"/>
                  </a:lnTo>
                  <a:lnTo>
                    <a:pt x="42862" y="897623"/>
                  </a:lnTo>
                  <a:lnTo>
                    <a:pt x="43332" y="898740"/>
                  </a:lnTo>
                  <a:lnTo>
                    <a:pt x="45199" y="900607"/>
                  </a:lnTo>
                  <a:lnTo>
                    <a:pt x="46316" y="901077"/>
                  </a:lnTo>
                  <a:lnTo>
                    <a:pt x="48945" y="901077"/>
                  </a:lnTo>
                  <a:lnTo>
                    <a:pt x="50063" y="900607"/>
                  </a:lnTo>
                  <a:lnTo>
                    <a:pt x="51930" y="898740"/>
                  </a:lnTo>
                  <a:lnTo>
                    <a:pt x="52387" y="897623"/>
                  </a:lnTo>
                  <a:lnTo>
                    <a:pt x="52387" y="894994"/>
                  </a:lnTo>
                  <a:close/>
                </a:path>
                <a:path w="5577205" h="1792604">
                  <a:moveTo>
                    <a:pt x="52387" y="3454"/>
                  </a:moveTo>
                  <a:lnTo>
                    <a:pt x="51930" y="2336"/>
                  </a:lnTo>
                  <a:lnTo>
                    <a:pt x="50063" y="469"/>
                  </a:lnTo>
                  <a:lnTo>
                    <a:pt x="48945" y="0"/>
                  </a:lnTo>
                  <a:lnTo>
                    <a:pt x="46316" y="0"/>
                  </a:lnTo>
                  <a:lnTo>
                    <a:pt x="45199" y="469"/>
                  </a:lnTo>
                  <a:lnTo>
                    <a:pt x="43332" y="2336"/>
                  </a:lnTo>
                  <a:lnTo>
                    <a:pt x="42862" y="3454"/>
                  </a:lnTo>
                  <a:lnTo>
                    <a:pt x="42862" y="6083"/>
                  </a:lnTo>
                  <a:lnTo>
                    <a:pt x="43332" y="7200"/>
                  </a:lnTo>
                  <a:lnTo>
                    <a:pt x="45199" y="9067"/>
                  </a:lnTo>
                  <a:lnTo>
                    <a:pt x="46316" y="9525"/>
                  </a:lnTo>
                  <a:lnTo>
                    <a:pt x="48945" y="9525"/>
                  </a:lnTo>
                  <a:lnTo>
                    <a:pt x="50063" y="9067"/>
                  </a:lnTo>
                  <a:lnTo>
                    <a:pt x="51930" y="7200"/>
                  </a:lnTo>
                  <a:lnTo>
                    <a:pt x="52387" y="6083"/>
                  </a:lnTo>
                  <a:lnTo>
                    <a:pt x="52387" y="3454"/>
                  </a:lnTo>
                  <a:close/>
                </a:path>
                <a:path w="5577205" h="1792604">
                  <a:moveTo>
                    <a:pt x="100012" y="1786534"/>
                  </a:moveTo>
                  <a:lnTo>
                    <a:pt x="99555" y="1785416"/>
                  </a:lnTo>
                  <a:lnTo>
                    <a:pt x="97688" y="1783549"/>
                  </a:lnTo>
                  <a:lnTo>
                    <a:pt x="96570" y="1783080"/>
                  </a:lnTo>
                  <a:lnTo>
                    <a:pt x="93941" y="1783080"/>
                  </a:lnTo>
                  <a:lnTo>
                    <a:pt x="92824" y="1783549"/>
                  </a:lnTo>
                  <a:lnTo>
                    <a:pt x="90957" y="1785416"/>
                  </a:lnTo>
                  <a:lnTo>
                    <a:pt x="90487" y="1786534"/>
                  </a:lnTo>
                  <a:lnTo>
                    <a:pt x="90487" y="1789163"/>
                  </a:lnTo>
                  <a:lnTo>
                    <a:pt x="90957" y="1790280"/>
                  </a:lnTo>
                  <a:lnTo>
                    <a:pt x="92824" y="1792147"/>
                  </a:lnTo>
                  <a:lnTo>
                    <a:pt x="93941" y="1792605"/>
                  </a:lnTo>
                  <a:lnTo>
                    <a:pt x="96570" y="1792605"/>
                  </a:lnTo>
                  <a:lnTo>
                    <a:pt x="97688" y="1792147"/>
                  </a:lnTo>
                  <a:lnTo>
                    <a:pt x="99555" y="1790280"/>
                  </a:lnTo>
                  <a:lnTo>
                    <a:pt x="100012" y="1789163"/>
                  </a:lnTo>
                  <a:lnTo>
                    <a:pt x="100012" y="1786534"/>
                  </a:lnTo>
                  <a:close/>
                </a:path>
                <a:path w="5577205" h="1792604">
                  <a:moveTo>
                    <a:pt x="100012" y="894994"/>
                  </a:moveTo>
                  <a:lnTo>
                    <a:pt x="99555" y="893876"/>
                  </a:lnTo>
                  <a:lnTo>
                    <a:pt x="97688" y="892009"/>
                  </a:lnTo>
                  <a:lnTo>
                    <a:pt x="96570" y="891552"/>
                  </a:lnTo>
                  <a:lnTo>
                    <a:pt x="93941" y="891552"/>
                  </a:lnTo>
                  <a:lnTo>
                    <a:pt x="92824" y="892009"/>
                  </a:lnTo>
                  <a:lnTo>
                    <a:pt x="90957" y="893876"/>
                  </a:lnTo>
                  <a:lnTo>
                    <a:pt x="90487" y="894994"/>
                  </a:lnTo>
                  <a:lnTo>
                    <a:pt x="90487" y="897623"/>
                  </a:lnTo>
                  <a:lnTo>
                    <a:pt x="90957" y="898740"/>
                  </a:lnTo>
                  <a:lnTo>
                    <a:pt x="92824" y="900607"/>
                  </a:lnTo>
                  <a:lnTo>
                    <a:pt x="93941" y="901077"/>
                  </a:lnTo>
                  <a:lnTo>
                    <a:pt x="96570" y="901077"/>
                  </a:lnTo>
                  <a:lnTo>
                    <a:pt x="97688" y="900607"/>
                  </a:lnTo>
                  <a:lnTo>
                    <a:pt x="99555" y="898740"/>
                  </a:lnTo>
                  <a:lnTo>
                    <a:pt x="100012" y="897623"/>
                  </a:lnTo>
                  <a:lnTo>
                    <a:pt x="100012" y="894994"/>
                  </a:lnTo>
                  <a:close/>
                </a:path>
                <a:path w="5577205" h="1792604">
                  <a:moveTo>
                    <a:pt x="100012" y="3454"/>
                  </a:moveTo>
                  <a:lnTo>
                    <a:pt x="99555" y="2336"/>
                  </a:lnTo>
                  <a:lnTo>
                    <a:pt x="97688" y="469"/>
                  </a:lnTo>
                  <a:lnTo>
                    <a:pt x="96570" y="0"/>
                  </a:lnTo>
                  <a:lnTo>
                    <a:pt x="93941" y="0"/>
                  </a:lnTo>
                  <a:lnTo>
                    <a:pt x="92824" y="469"/>
                  </a:lnTo>
                  <a:lnTo>
                    <a:pt x="90957" y="2336"/>
                  </a:lnTo>
                  <a:lnTo>
                    <a:pt x="90487" y="3454"/>
                  </a:lnTo>
                  <a:lnTo>
                    <a:pt x="90487" y="6083"/>
                  </a:lnTo>
                  <a:lnTo>
                    <a:pt x="90957" y="7200"/>
                  </a:lnTo>
                  <a:lnTo>
                    <a:pt x="92824" y="9067"/>
                  </a:lnTo>
                  <a:lnTo>
                    <a:pt x="93941" y="9525"/>
                  </a:lnTo>
                  <a:lnTo>
                    <a:pt x="96570" y="9525"/>
                  </a:lnTo>
                  <a:lnTo>
                    <a:pt x="97688" y="9067"/>
                  </a:lnTo>
                  <a:lnTo>
                    <a:pt x="99555" y="7200"/>
                  </a:lnTo>
                  <a:lnTo>
                    <a:pt x="100012" y="6083"/>
                  </a:lnTo>
                  <a:lnTo>
                    <a:pt x="100012" y="3454"/>
                  </a:lnTo>
                  <a:close/>
                </a:path>
                <a:path w="5577205" h="1792604">
                  <a:moveTo>
                    <a:pt x="147637" y="1786534"/>
                  </a:moveTo>
                  <a:lnTo>
                    <a:pt x="147180" y="1785416"/>
                  </a:lnTo>
                  <a:lnTo>
                    <a:pt x="145313" y="1783549"/>
                  </a:lnTo>
                  <a:lnTo>
                    <a:pt x="144195" y="1783080"/>
                  </a:lnTo>
                  <a:lnTo>
                    <a:pt x="141566" y="1783080"/>
                  </a:lnTo>
                  <a:lnTo>
                    <a:pt x="140449" y="1783549"/>
                  </a:lnTo>
                  <a:lnTo>
                    <a:pt x="138582" y="1785416"/>
                  </a:lnTo>
                  <a:lnTo>
                    <a:pt x="138112" y="1786534"/>
                  </a:lnTo>
                  <a:lnTo>
                    <a:pt x="138112" y="1789163"/>
                  </a:lnTo>
                  <a:lnTo>
                    <a:pt x="138582" y="1790280"/>
                  </a:lnTo>
                  <a:lnTo>
                    <a:pt x="140449" y="1792147"/>
                  </a:lnTo>
                  <a:lnTo>
                    <a:pt x="141566" y="1792605"/>
                  </a:lnTo>
                  <a:lnTo>
                    <a:pt x="144195" y="1792605"/>
                  </a:lnTo>
                  <a:lnTo>
                    <a:pt x="145313" y="1792147"/>
                  </a:lnTo>
                  <a:lnTo>
                    <a:pt x="147180" y="1790280"/>
                  </a:lnTo>
                  <a:lnTo>
                    <a:pt x="147637" y="1789163"/>
                  </a:lnTo>
                  <a:lnTo>
                    <a:pt x="147637" y="1786534"/>
                  </a:lnTo>
                  <a:close/>
                </a:path>
                <a:path w="5577205" h="1792604">
                  <a:moveTo>
                    <a:pt x="147637" y="894994"/>
                  </a:moveTo>
                  <a:lnTo>
                    <a:pt x="147180" y="893876"/>
                  </a:lnTo>
                  <a:lnTo>
                    <a:pt x="145313" y="892009"/>
                  </a:lnTo>
                  <a:lnTo>
                    <a:pt x="144195" y="891552"/>
                  </a:lnTo>
                  <a:lnTo>
                    <a:pt x="141566" y="891552"/>
                  </a:lnTo>
                  <a:lnTo>
                    <a:pt x="140449" y="892009"/>
                  </a:lnTo>
                  <a:lnTo>
                    <a:pt x="138582" y="893876"/>
                  </a:lnTo>
                  <a:lnTo>
                    <a:pt x="138112" y="894994"/>
                  </a:lnTo>
                  <a:lnTo>
                    <a:pt x="138112" y="897623"/>
                  </a:lnTo>
                  <a:lnTo>
                    <a:pt x="138582" y="898740"/>
                  </a:lnTo>
                  <a:lnTo>
                    <a:pt x="140449" y="900607"/>
                  </a:lnTo>
                  <a:lnTo>
                    <a:pt x="141566" y="901077"/>
                  </a:lnTo>
                  <a:lnTo>
                    <a:pt x="144195" y="901077"/>
                  </a:lnTo>
                  <a:lnTo>
                    <a:pt x="145313" y="900607"/>
                  </a:lnTo>
                  <a:lnTo>
                    <a:pt x="147180" y="898740"/>
                  </a:lnTo>
                  <a:lnTo>
                    <a:pt x="147637" y="897623"/>
                  </a:lnTo>
                  <a:lnTo>
                    <a:pt x="147637" y="894994"/>
                  </a:lnTo>
                  <a:close/>
                </a:path>
                <a:path w="5577205" h="1792604">
                  <a:moveTo>
                    <a:pt x="147637" y="3454"/>
                  </a:moveTo>
                  <a:lnTo>
                    <a:pt x="147180" y="2336"/>
                  </a:lnTo>
                  <a:lnTo>
                    <a:pt x="145313" y="469"/>
                  </a:lnTo>
                  <a:lnTo>
                    <a:pt x="144195" y="0"/>
                  </a:lnTo>
                  <a:lnTo>
                    <a:pt x="141566" y="0"/>
                  </a:lnTo>
                  <a:lnTo>
                    <a:pt x="140449" y="469"/>
                  </a:lnTo>
                  <a:lnTo>
                    <a:pt x="138582" y="2336"/>
                  </a:lnTo>
                  <a:lnTo>
                    <a:pt x="138112" y="3454"/>
                  </a:lnTo>
                  <a:lnTo>
                    <a:pt x="138112" y="6083"/>
                  </a:lnTo>
                  <a:lnTo>
                    <a:pt x="138582" y="7200"/>
                  </a:lnTo>
                  <a:lnTo>
                    <a:pt x="140449" y="9067"/>
                  </a:lnTo>
                  <a:lnTo>
                    <a:pt x="141566" y="9525"/>
                  </a:lnTo>
                  <a:lnTo>
                    <a:pt x="144195" y="9525"/>
                  </a:lnTo>
                  <a:lnTo>
                    <a:pt x="145313" y="9067"/>
                  </a:lnTo>
                  <a:lnTo>
                    <a:pt x="147180" y="7200"/>
                  </a:lnTo>
                  <a:lnTo>
                    <a:pt x="147637" y="6083"/>
                  </a:lnTo>
                  <a:lnTo>
                    <a:pt x="147637" y="3454"/>
                  </a:lnTo>
                  <a:close/>
                </a:path>
                <a:path w="5577205" h="1792604">
                  <a:moveTo>
                    <a:pt x="195262" y="1786534"/>
                  </a:moveTo>
                  <a:lnTo>
                    <a:pt x="194805" y="1785416"/>
                  </a:lnTo>
                  <a:lnTo>
                    <a:pt x="192938" y="1783549"/>
                  </a:lnTo>
                  <a:lnTo>
                    <a:pt x="191820" y="1783080"/>
                  </a:lnTo>
                  <a:lnTo>
                    <a:pt x="189191" y="1783080"/>
                  </a:lnTo>
                  <a:lnTo>
                    <a:pt x="188074" y="1783549"/>
                  </a:lnTo>
                  <a:lnTo>
                    <a:pt x="186207" y="1785416"/>
                  </a:lnTo>
                  <a:lnTo>
                    <a:pt x="185737" y="1786534"/>
                  </a:lnTo>
                  <a:lnTo>
                    <a:pt x="185737" y="1789163"/>
                  </a:lnTo>
                  <a:lnTo>
                    <a:pt x="186207" y="1790280"/>
                  </a:lnTo>
                  <a:lnTo>
                    <a:pt x="188074" y="1792147"/>
                  </a:lnTo>
                  <a:lnTo>
                    <a:pt x="189191" y="1792605"/>
                  </a:lnTo>
                  <a:lnTo>
                    <a:pt x="191820" y="1792605"/>
                  </a:lnTo>
                  <a:lnTo>
                    <a:pt x="192938" y="1792147"/>
                  </a:lnTo>
                  <a:lnTo>
                    <a:pt x="194805" y="1790280"/>
                  </a:lnTo>
                  <a:lnTo>
                    <a:pt x="195262" y="1789163"/>
                  </a:lnTo>
                  <a:lnTo>
                    <a:pt x="195262" y="1786534"/>
                  </a:lnTo>
                  <a:close/>
                </a:path>
                <a:path w="5577205" h="1792604">
                  <a:moveTo>
                    <a:pt x="195262" y="894994"/>
                  </a:moveTo>
                  <a:lnTo>
                    <a:pt x="194805" y="893876"/>
                  </a:lnTo>
                  <a:lnTo>
                    <a:pt x="192938" y="892009"/>
                  </a:lnTo>
                  <a:lnTo>
                    <a:pt x="191820" y="891552"/>
                  </a:lnTo>
                  <a:lnTo>
                    <a:pt x="189191" y="891552"/>
                  </a:lnTo>
                  <a:lnTo>
                    <a:pt x="188074" y="892009"/>
                  </a:lnTo>
                  <a:lnTo>
                    <a:pt x="186207" y="893876"/>
                  </a:lnTo>
                  <a:lnTo>
                    <a:pt x="185737" y="894994"/>
                  </a:lnTo>
                  <a:lnTo>
                    <a:pt x="185737" y="897623"/>
                  </a:lnTo>
                  <a:lnTo>
                    <a:pt x="186207" y="898740"/>
                  </a:lnTo>
                  <a:lnTo>
                    <a:pt x="188074" y="900607"/>
                  </a:lnTo>
                  <a:lnTo>
                    <a:pt x="189191" y="901077"/>
                  </a:lnTo>
                  <a:lnTo>
                    <a:pt x="191820" y="901077"/>
                  </a:lnTo>
                  <a:lnTo>
                    <a:pt x="192938" y="900607"/>
                  </a:lnTo>
                  <a:lnTo>
                    <a:pt x="194805" y="898740"/>
                  </a:lnTo>
                  <a:lnTo>
                    <a:pt x="195262" y="897623"/>
                  </a:lnTo>
                  <a:lnTo>
                    <a:pt x="195262" y="894994"/>
                  </a:lnTo>
                  <a:close/>
                </a:path>
                <a:path w="5577205" h="1792604">
                  <a:moveTo>
                    <a:pt x="195262" y="3454"/>
                  </a:moveTo>
                  <a:lnTo>
                    <a:pt x="194805" y="2336"/>
                  </a:lnTo>
                  <a:lnTo>
                    <a:pt x="192938" y="469"/>
                  </a:lnTo>
                  <a:lnTo>
                    <a:pt x="191820" y="0"/>
                  </a:lnTo>
                  <a:lnTo>
                    <a:pt x="189191" y="0"/>
                  </a:lnTo>
                  <a:lnTo>
                    <a:pt x="188074" y="469"/>
                  </a:lnTo>
                  <a:lnTo>
                    <a:pt x="186207" y="2336"/>
                  </a:lnTo>
                  <a:lnTo>
                    <a:pt x="185737" y="3454"/>
                  </a:lnTo>
                  <a:lnTo>
                    <a:pt x="185737" y="6083"/>
                  </a:lnTo>
                  <a:lnTo>
                    <a:pt x="186207" y="7200"/>
                  </a:lnTo>
                  <a:lnTo>
                    <a:pt x="188074" y="9067"/>
                  </a:lnTo>
                  <a:lnTo>
                    <a:pt x="189191" y="9525"/>
                  </a:lnTo>
                  <a:lnTo>
                    <a:pt x="191820" y="9525"/>
                  </a:lnTo>
                  <a:lnTo>
                    <a:pt x="192938" y="9067"/>
                  </a:lnTo>
                  <a:lnTo>
                    <a:pt x="194805" y="7200"/>
                  </a:lnTo>
                  <a:lnTo>
                    <a:pt x="195262" y="6083"/>
                  </a:lnTo>
                  <a:lnTo>
                    <a:pt x="195262" y="3454"/>
                  </a:lnTo>
                  <a:close/>
                </a:path>
                <a:path w="5577205" h="1792604">
                  <a:moveTo>
                    <a:pt x="242887" y="1786534"/>
                  </a:moveTo>
                  <a:lnTo>
                    <a:pt x="242430" y="1785416"/>
                  </a:lnTo>
                  <a:lnTo>
                    <a:pt x="240563" y="1783549"/>
                  </a:lnTo>
                  <a:lnTo>
                    <a:pt x="239445" y="1783080"/>
                  </a:lnTo>
                  <a:lnTo>
                    <a:pt x="236816" y="1783080"/>
                  </a:lnTo>
                  <a:lnTo>
                    <a:pt x="235699" y="1783549"/>
                  </a:lnTo>
                  <a:lnTo>
                    <a:pt x="233832" y="1785416"/>
                  </a:lnTo>
                  <a:lnTo>
                    <a:pt x="233362" y="1786534"/>
                  </a:lnTo>
                  <a:lnTo>
                    <a:pt x="233362" y="1789163"/>
                  </a:lnTo>
                  <a:lnTo>
                    <a:pt x="233832" y="1790280"/>
                  </a:lnTo>
                  <a:lnTo>
                    <a:pt x="235699" y="1792147"/>
                  </a:lnTo>
                  <a:lnTo>
                    <a:pt x="236816" y="1792605"/>
                  </a:lnTo>
                  <a:lnTo>
                    <a:pt x="239445" y="1792605"/>
                  </a:lnTo>
                  <a:lnTo>
                    <a:pt x="240563" y="1792147"/>
                  </a:lnTo>
                  <a:lnTo>
                    <a:pt x="242430" y="1790280"/>
                  </a:lnTo>
                  <a:lnTo>
                    <a:pt x="242887" y="1789163"/>
                  </a:lnTo>
                  <a:lnTo>
                    <a:pt x="242887" y="1786534"/>
                  </a:lnTo>
                  <a:close/>
                </a:path>
                <a:path w="5577205" h="1792604">
                  <a:moveTo>
                    <a:pt x="242887" y="894994"/>
                  </a:moveTo>
                  <a:lnTo>
                    <a:pt x="242430" y="893876"/>
                  </a:lnTo>
                  <a:lnTo>
                    <a:pt x="240563" y="892009"/>
                  </a:lnTo>
                  <a:lnTo>
                    <a:pt x="239445" y="891552"/>
                  </a:lnTo>
                  <a:lnTo>
                    <a:pt x="236816" y="891552"/>
                  </a:lnTo>
                  <a:lnTo>
                    <a:pt x="235699" y="892009"/>
                  </a:lnTo>
                  <a:lnTo>
                    <a:pt x="233832" y="893876"/>
                  </a:lnTo>
                  <a:lnTo>
                    <a:pt x="233362" y="894994"/>
                  </a:lnTo>
                  <a:lnTo>
                    <a:pt x="233362" y="897623"/>
                  </a:lnTo>
                  <a:lnTo>
                    <a:pt x="233832" y="898740"/>
                  </a:lnTo>
                  <a:lnTo>
                    <a:pt x="235699" y="900607"/>
                  </a:lnTo>
                  <a:lnTo>
                    <a:pt x="236816" y="901077"/>
                  </a:lnTo>
                  <a:lnTo>
                    <a:pt x="239445" y="901077"/>
                  </a:lnTo>
                  <a:lnTo>
                    <a:pt x="240563" y="900607"/>
                  </a:lnTo>
                  <a:lnTo>
                    <a:pt x="242430" y="898740"/>
                  </a:lnTo>
                  <a:lnTo>
                    <a:pt x="242887" y="897623"/>
                  </a:lnTo>
                  <a:lnTo>
                    <a:pt x="242887" y="894994"/>
                  </a:lnTo>
                  <a:close/>
                </a:path>
                <a:path w="5577205" h="1792604">
                  <a:moveTo>
                    <a:pt x="242887" y="3454"/>
                  </a:moveTo>
                  <a:lnTo>
                    <a:pt x="242430" y="2336"/>
                  </a:lnTo>
                  <a:lnTo>
                    <a:pt x="240563" y="469"/>
                  </a:lnTo>
                  <a:lnTo>
                    <a:pt x="239445" y="0"/>
                  </a:lnTo>
                  <a:lnTo>
                    <a:pt x="236816" y="0"/>
                  </a:lnTo>
                  <a:lnTo>
                    <a:pt x="235699" y="469"/>
                  </a:lnTo>
                  <a:lnTo>
                    <a:pt x="233832" y="2336"/>
                  </a:lnTo>
                  <a:lnTo>
                    <a:pt x="233362" y="3454"/>
                  </a:lnTo>
                  <a:lnTo>
                    <a:pt x="233362" y="6083"/>
                  </a:lnTo>
                  <a:lnTo>
                    <a:pt x="233832" y="7200"/>
                  </a:lnTo>
                  <a:lnTo>
                    <a:pt x="235699" y="9067"/>
                  </a:lnTo>
                  <a:lnTo>
                    <a:pt x="236816" y="9525"/>
                  </a:lnTo>
                  <a:lnTo>
                    <a:pt x="239445" y="9525"/>
                  </a:lnTo>
                  <a:lnTo>
                    <a:pt x="240563" y="9067"/>
                  </a:lnTo>
                  <a:lnTo>
                    <a:pt x="242430" y="7200"/>
                  </a:lnTo>
                  <a:lnTo>
                    <a:pt x="242887" y="6083"/>
                  </a:lnTo>
                  <a:lnTo>
                    <a:pt x="242887" y="3454"/>
                  </a:lnTo>
                  <a:close/>
                </a:path>
                <a:path w="5577205" h="1792604">
                  <a:moveTo>
                    <a:pt x="290512" y="1786534"/>
                  </a:moveTo>
                  <a:lnTo>
                    <a:pt x="290055" y="1785416"/>
                  </a:lnTo>
                  <a:lnTo>
                    <a:pt x="288188" y="1783549"/>
                  </a:lnTo>
                  <a:lnTo>
                    <a:pt x="287070" y="1783080"/>
                  </a:lnTo>
                  <a:lnTo>
                    <a:pt x="284441" y="1783080"/>
                  </a:lnTo>
                  <a:lnTo>
                    <a:pt x="283324" y="1783549"/>
                  </a:lnTo>
                  <a:lnTo>
                    <a:pt x="281457" y="1785416"/>
                  </a:lnTo>
                  <a:lnTo>
                    <a:pt x="280987" y="1786534"/>
                  </a:lnTo>
                  <a:lnTo>
                    <a:pt x="280987" y="1789163"/>
                  </a:lnTo>
                  <a:lnTo>
                    <a:pt x="281457" y="1790280"/>
                  </a:lnTo>
                  <a:lnTo>
                    <a:pt x="283324" y="1792147"/>
                  </a:lnTo>
                  <a:lnTo>
                    <a:pt x="284441" y="1792605"/>
                  </a:lnTo>
                  <a:lnTo>
                    <a:pt x="287070" y="1792605"/>
                  </a:lnTo>
                  <a:lnTo>
                    <a:pt x="288188" y="1792147"/>
                  </a:lnTo>
                  <a:lnTo>
                    <a:pt x="290055" y="1790280"/>
                  </a:lnTo>
                  <a:lnTo>
                    <a:pt x="290512" y="1789163"/>
                  </a:lnTo>
                  <a:lnTo>
                    <a:pt x="290512" y="1786534"/>
                  </a:lnTo>
                  <a:close/>
                </a:path>
                <a:path w="5577205" h="1792604">
                  <a:moveTo>
                    <a:pt x="290512" y="894994"/>
                  </a:moveTo>
                  <a:lnTo>
                    <a:pt x="290055" y="893876"/>
                  </a:lnTo>
                  <a:lnTo>
                    <a:pt x="288188" y="892009"/>
                  </a:lnTo>
                  <a:lnTo>
                    <a:pt x="287070" y="891552"/>
                  </a:lnTo>
                  <a:lnTo>
                    <a:pt x="284441" y="891552"/>
                  </a:lnTo>
                  <a:lnTo>
                    <a:pt x="283324" y="892009"/>
                  </a:lnTo>
                  <a:lnTo>
                    <a:pt x="281457" y="893876"/>
                  </a:lnTo>
                  <a:lnTo>
                    <a:pt x="280987" y="894994"/>
                  </a:lnTo>
                  <a:lnTo>
                    <a:pt x="280987" y="897623"/>
                  </a:lnTo>
                  <a:lnTo>
                    <a:pt x="281457" y="898740"/>
                  </a:lnTo>
                  <a:lnTo>
                    <a:pt x="283324" y="900607"/>
                  </a:lnTo>
                  <a:lnTo>
                    <a:pt x="284441" y="901077"/>
                  </a:lnTo>
                  <a:lnTo>
                    <a:pt x="287070" y="901077"/>
                  </a:lnTo>
                  <a:lnTo>
                    <a:pt x="288188" y="900607"/>
                  </a:lnTo>
                  <a:lnTo>
                    <a:pt x="290055" y="898740"/>
                  </a:lnTo>
                  <a:lnTo>
                    <a:pt x="290512" y="897623"/>
                  </a:lnTo>
                  <a:lnTo>
                    <a:pt x="290512" y="894994"/>
                  </a:lnTo>
                  <a:close/>
                </a:path>
                <a:path w="5577205" h="1792604">
                  <a:moveTo>
                    <a:pt x="290512" y="3454"/>
                  </a:moveTo>
                  <a:lnTo>
                    <a:pt x="290055" y="2336"/>
                  </a:lnTo>
                  <a:lnTo>
                    <a:pt x="288188" y="469"/>
                  </a:lnTo>
                  <a:lnTo>
                    <a:pt x="287070" y="0"/>
                  </a:lnTo>
                  <a:lnTo>
                    <a:pt x="284441" y="0"/>
                  </a:lnTo>
                  <a:lnTo>
                    <a:pt x="283324" y="469"/>
                  </a:lnTo>
                  <a:lnTo>
                    <a:pt x="281457" y="2336"/>
                  </a:lnTo>
                  <a:lnTo>
                    <a:pt x="280987" y="3454"/>
                  </a:lnTo>
                  <a:lnTo>
                    <a:pt x="280987" y="6083"/>
                  </a:lnTo>
                  <a:lnTo>
                    <a:pt x="281457" y="7200"/>
                  </a:lnTo>
                  <a:lnTo>
                    <a:pt x="283324" y="9067"/>
                  </a:lnTo>
                  <a:lnTo>
                    <a:pt x="284441" y="9525"/>
                  </a:lnTo>
                  <a:lnTo>
                    <a:pt x="287070" y="9525"/>
                  </a:lnTo>
                  <a:lnTo>
                    <a:pt x="288188" y="9067"/>
                  </a:lnTo>
                  <a:lnTo>
                    <a:pt x="290055" y="7200"/>
                  </a:lnTo>
                  <a:lnTo>
                    <a:pt x="290512" y="6083"/>
                  </a:lnTo>
                  <a:lnTo>
                    <a:pt x="290512" y="3454"/>
                  </a:lnTo>
                  <a:close/>
                </a:path>
                <a:path w="5577205" h="1792604">
                  <a:moveTo>
                    <a:pt x="338137" y="1786534"/>
                  </a:moveTo>
                  <a:lnTo>
                    <a:pt x="337680" y="1785416"/>
                  </a:lnTo>
                  <a:lnTo>
                    <a:pt x="335813" y="1783549"/>
                  </a:lnTo>
                  <a:lnTo>
                    <a:pt x="334695" y="1783080"/>
                  </a:lnTo>
                  <a:lnTo>
                    <a:pt x="332066" y="1783080"/>
                  </a:lnTo>
                  <a:lnTo>
                    <a:pt x="330949" y="1783549"/>
                  </a:lnTo>
                  <a:lnTo>
                    <a:pt x="329082" y="1785416"/>
                  </a:lnTo>
                  <a:lnTo>
                    <a:pt x="328612" y="1786534"/>
                  </a:lnTo>
                  <a:lnTo>
                    <a:pt x="328612" y="1789163"/>
                  </a:lnTo>
                  <a:lnTo>
                    <a:pt x="329082" y="1790280"/>
                  </a:lnTo>
                  <a:lnTo>
                    <a:pt x="330949" y="1792147"/>
                  </a:lnTo>
                  <a:lnTo>
                    <a:pt x="332066" y="1792605"/>
                  </a:lnTo>
                  <a:lnTo>
                    <a:pt x="334695" y="1792605"/>
                  </a:lnTo>
                  <a:lnTo>
                    <a:pt x="335813" y="1792147"/>
                  </a:lnTo>
                  <a:lnTo>
                    <a:pt x="337680" y="1790280"/>
                  </a:lnTo>
                  <a:lnTo>
                    <a:pt x="338137" y="1789163"/>
                  </a:lnTo>
                  <a:lnTo>
                    <a:pt x="338137" y="1786534"/>
                  </a:lnTo>
                  <a:close/>
                </a:path>
                <a:path w="5577205" h="1792604">
                  <a:moveTo>
                    <a:pt x="338137" y="894994"/>
                  </a:moveTo>
                  <a:lnTo>
                    <a:pt x="337680" y="893876"/>
                  </a:lnTo>
                  <a:lnTo>
                    <a:pt x="335813" y="892009"/>
                  </a:lnTo>
                  <a:lnTo>
                    <a:pt x="334695" y="891552"/>
                  </a:lnTo>
                  <a:lnTo>
                    <a:pt x="332066" y="891552"/>
                  </a:lnTo>
                  <a:lnTo>
                    <a:pt x="330949" y="892009"/>
                  </a:lnTo>
                  <a:lnTo>
                    <a:pt x="329082" y="893876"/>
                  </a:lnTo>
                  <a:lnTo>
                    <a:pt x="328612" y="894994"/>
                  </a:lnTo>
                  <a:lnTo>
                    <a:pt x="328612" y="897623"/>
                  </a:lnTo>
                  <a:lnTo>
                    <a:pt x="329082" y="898740"/>
                  </a:lnTo>
                  <a:lnTo>
                    <a:pt x="330949" y="900607"/>
                  </a:lnTo>
                  <a:lnTo>
                    <a:pt x="332066" y="901077"/>
                  </a:lnTo>
                  <a:lnTo>
                    <a:pt x="334695" y="901077"/>
                  </a:lnTo>
                  <a:lnTo>
                    <a:pt x="335813" y="900607"/>
                  </a:lnTo>
                  <a:lnTo>
                    <a:pt x="337680" y="898740"/>
                  </a:lnTo>
                  <a:lnTo>
                    <a:pt x="338137" y="897623"/>
                  </a:lnTo>
                  <a:lnTo>
                    <a:pt x="338137" y="894994"/>
                  </a:lnTo>
                  <a:close/>
                </a:path>
                <a:path w="5577205" h="1792604">
                  <a:moveTo>
                    <a:pt x="338137" y="3454"/>
                  </a:moveTo>
                  <a:lnTo>
                    <a:pt x="337680" y="2336"/>
                  </a:lnTo>
                  <a:lnTo>
                    <a:pt x="335813" y="469"/>
                  </a:lnTo>
                  <a:lnTo>
                    <a:pt x="334695" y="0"/>
                  </a:lnTo>
                  <a:lnTo>
                    <a:pt x="332066" y="0"/>
                  </a:lnTo>
                  <a:lnTo>
                    <a:pt x="330949" y="469"/>
                  </a:lnTo>
                  <a:lnTo>
                    <a:pt x="329082" y="2336"/>
                  </a:lnTo>
                  <a:lnTo>
                    <a:pt x="328612" y="3454"/>
                  </a:lnTo>
                  <a:lnTo>
                    <a:pt x="328612" y="6083"/>
                  </a:lnTo>
                  <a:lnTo>
                    <a:pt x="329082" y="7200"/>
                  </a:lnTo>
                  <a:lnTo>
                    <a:pt x="330949" y="9067"/>
                  </a:lnTo>
                  <a:lnTo>
                    <a:pt x="332066" y="9525"/>
                  </a:lnTo>
                  <a:lnTo>
                    <a:pt x="334695" y="9525"/>
                  </a:lnTo>
                  <a:lnTo>
                    <a:pt x="335813" y="9067"/>
                  </a:lnTo>
                  <a:lnTo>
                    <a:pt x="337680" y="7200"/>
                  </a:lnTo>
                  <a:lnTo>
                    <a:pt x="338137" y="6083"/>
                  </a:lnTo>
                  <a:lnTo>
                    <a:pt x="338137" y="3454"/>
                  </a:lnTo>
                  <a:close/>
                </a:path>
                <a:path w="5577205" h="1792604">
                  <a:moveTo>
                    <a:pt x="385762" y="1786534"/>
                  </a:moveTo>
                  <a:lnTo>
                    <a:pt x="385305" y="1785416"/>
                  </a:lnTo>
                  <a:lnTo>
                    <a:pt x="383438" y="1783549"/>
                  </a:lnTo>
                  <a:lnTo>
                    <a:pt x="382320" y="1783080"/>
                  </a:lnTo>
                  <a:lnTo>
                    <a:pt x="379691" y="1783080"/>
                  </a:lnTo>
                  <a:lnTo>
                    <a:pt x="378574" y="1783549"/>
                  </a:lnTo>
                  <a:lnTo>
                    <a:pt x="376707" y="1785416"/>
                  </a:lnTo>
                  <a:lnTo>
                    <a:pt x="376237" y="1786534"/>
                  </a:lnTo>
                  <a:lnTo>
                    <a:pt x="376237" y="1789163"/>
                  </a:lnTo>
                  <a:lnTo>
                    <a:pt x="376707" y="1790280"/>
                  </a:lnTo>
                  <a:lnTo>
                    <a:pt x="378574" y="1792147"/>
                  </a:lnTo>
                  <a:lnTo>
                    <a:pt x="379691" y="1792605"/>
                  </a:lnTo>
                  <a:lnTo>
                    <a:pt x="382320" y="1792605"/>
                  </a:lnTo>
                  <a:lnTo>
                    <a:pt x="383438" y="1792147"/>
                  </a:lnTo>
                  <a:lnTo>
                    <a:pt x="385305" y="1790280"/>
                  </a:lnTo>
                  <a:lnTo>
                    <a:pt x="385762" y="1789163"/>
                  </a:lnTo>
                  <a:lnTo>
                    <a:pt x="385762" y="1786534"/>
                  </a:lnTo>
                  <a:close/>
                </a:path>
                <a:path w="5577205" h="1792604">
                  <a:moveTo>
                    <a:pt x="385762" y="894994"/>
                  </a:moveTo>
                  <a:lnTo>
                    <a:pt x="385305" y="893876"/>
                  </a:lnTo>
                  <a:lnTo>
                    <a:pt x="383438" y="892009"/>
                  </a:lnTo>
                  <a:lnTo>
                    <a:pt x="382320" y="891552"/>
                  </a:lnTo>
                  <a:lnTo>
                    <a:pt x="379691" y="891552"/>
                  </a:lnTo>
                  <a:lnTo>
                    <a:pt x="378574" y="892009"/>
                  </a:lnTo>
                  <a:lnTo>
                    <a:pt x="376707" y="893876"/>
                  </a:lnTo>
                  <a:lnTo>
                    <a:pt x="376237" y="894994"/>
                  </a:lnTo>
                  <a:lnTo>
                    <a:pt x="376237" y="897623"/>
                  </a:lnTo>
                  <a:lnTo>
                    <a:pt x="376707" y="898740"/>
                  </a:lnTo>
                  <a:lnTo>
                    <a:pt x="378574" y="900607"/>
                  </a:lnTo>
                  <a:lnTo>
                    <a:pt x="379691" y="901077"/>
                  </a:lnTo>
                  <a:lnTo>
                    <a:pt x="382320" y="901077"/>
                  </a:lnTo>
                  <a:lnTo>
                    <a:pt x="383438" y="900607"/>
                  </a:lnTo>
                  <a:lnTo>
                    <a:pt x="385305" y="898740"/>
                  </a:lnTo>
                  <a:lnTo>
                    <a:pt x="385762" y="897623"/>
                  </a:lnTo>
                  <a:lnTo>
                    <a:pt x="385762" y="894994"/>
                  </a:lnTo>
                  <a:close/>
                </a:path>
                <a:path w="5577205" h="1792604">
                  <a:moveTo>
                    <a:pt x="385762" y="3454"/>
                  </a:moveTo>
                  <a:lnTo>
                    <a:pt x="385305" y="2336"/>
                  </a:lnTo>
                  <a:lnTo>
                    <a:pt x="383438" y="469"/>
                  </a:lnTo>
                  <a:lnTo>
                    <a:pt x="382320" y="0"/>
                  </a:lnTo>
                  <a:lnTo>
                    <a:pt x="379691" y="0"/>
                  </a:lnTo>
                  <a:lnTo>
                    <a:pt x="378574" y="469"/>
                  </a:lnTo>
                  <a:lnTo>
                    <a:pt x="376707" y="2336"/>
                  </a:lnTo>
                  <a:lnTo>
                    <a:pt x="376237" y="3454"/>
                  </a:lnTo>
                  <a:lnTo>
                    <a:pt x="376237" y="6083"/>
                  </a:lnTo>
                  <a:lnTo>
                    <a:pt x="376707" y="7200"/>
                  </a:lnTo>
                  <a:lnTo>
                    <a:pt x="378574" y="9067"/>
                  </a:lnTo>
                  <a:lnTo>
                    <a:pt x="379691" y="9525"/>
                  </a:lnTo>
                  <a:lnTo>
                    <a:pt x="382320" y="9525"/>
                  </a:lnTo>
                  <a:lnTo>
                    <a:pt x="383438" y="9067"/>
                  </a:lnTo>
                  <a:lnTo>
                    <a:pt x="385305" y="7200"/>
                  </a:lnTo>
                  <a:lnTo>
                    <a:pt x="385762" y="6083"/>
                  </a:lnTo>
                  <a:lnTo>
                    <a:pt x="385762" y="3454"/>
                  </a:lnTo>
                  <a:close/>
                </a:path>
                <a:path w="5577205" h="1792604">
                  <a:moveTo>
                    <a:pt x="433387" y="1786534"/>
                  </a:moveTo>
                  <a:lnTo>
                    <a:pt x="432930" y="1785416"/>
                  </a:lnTo>
                  <a:lnTo>
                    <a:pt x="431063" y="1783549"/>
                  </a:lnTo>
                  <a:lnTo>
                    <a:pt x="429945" y="1783080"/>
                  </a:lnTo>
                  <a:lnTo>
                    <a:pt x="427316" y="1783080"/>
                  </a:lnTo>
                  <a:lnTo>
                    <a:pt x="426199" y="1783549"/>
                  </a:lnTo>
                  <a:lnTo>
                    <a:pt x="424332" y="1785416"/>
                  </a:lnTo>
                  <a:lnTo>
                    <a:pt x="423862" y="1786534"/>
                  </a:lnTo>
                  <a:lnTo>
                    <a:pt x="423862" y="1789163"/>
                  </a:lnTo>
                  <a:lnTo>
                    <a:pt x="424332" y="1790280"/>
                  </a:lnTo>
                  <a:lnTo>
                    <a:pt x="426199" y="1792147"/>
                  </a:lnTo>
                  <a:lnTo>
                    <a:pt x="427316" y="1792605"/>
                  </a:lnTo>
                  <a:lnTo>
                    <a:pt x="429945" y="1792605"/>
                  </a:lnTo>
                  <a:lnTo>
                    <a:pt x="431063" y="1792147"/>
                  </a:lnTo>
                  <a:lnTo>
                    <a:pt x="432930" y="1790280"/>
                  </a:lnTo>
                  <a:lnTo>
                    <a:pt x="433387" y="1789163"/>
                  </a:lnTo>
                  <a:lnTo>
                    <a:pt x="433387" y="1786534"/>
                  </a:lnTo>
                  <a:close/>
                </a:path>
                <a:path w="5577205" h="1792604">
                  <a:moveTo>
                    <a:pt x="433387" y="894994"/>
                  </a:moveTo>
                  <a:lnTo>
                    <a:pt x="432930" y="893876"/>
                  </a:lnTo>
                  <a:lnTo>
                    <a:pt x="431063" y="892009"/>
                  </a:lnTo>
                  <a:lnTo>
                    <a:pt x="429945" y="891552"/>
                  </a:lnTo>
                  <a:lnTo>
                    <a:pt x="427316" y="891552"/>
                  </a:lnTo>
                  <a:lnTo>
                    <a:pt x="426199" y="892009"/>
                  </a:lnTo>
                  <a:lnTo>
                    <a:pt x="424332" y="893876"/>
                  </a:lnTo>
                  <a:lnTo>
                    <a:pt x="423862" y="894994"/>
                  </a:lnTo>
                  <a:lnTo>
                    <a:pt x="423862" y="897623"/>
                  </a:lnTo>
                  <a:lnTo>
                    <a:pt x="424332" y="898740"/>
                  </a:lnTo>
                  <a:lnTo>
                    <a:pt x="426199" y="900607"/>
                  </a:lnTo>
                  <a:lnTo>
                    <a:pt x="427316" y="901077"/>
                  </a:lnTo>
                  <a:lnTo>
                    <a:pt x="429945" y="901077"/>
                  </a:lnTo>
                  <a:lnTo>
                    <a:pt x="431063" y="900607"/>
                  </a:lnTo>
                  <a:lnTo>
                    <a:pt x="432930" y="898740"/>
                  </a:lnTo>
                  <a:lnTo>
                    <a:pt x="433387" y="897623"/>
                  </a:lnTo>
                  <a:lnTo>
                    <a:pt x="433387" y="894994"/>
                  </a:lnTo>
                  <a:close/>
                </a:path>
                <a:path w="5577205" h="1792604">
                  <a:moveTo>
                    <a:pt x="433387" y="3454"/>
                  </a:moveTo>
                  <a:lnTo>
                    <a:pt x="432930" y="2336"/>
                  </a:lnTo>
                  <a:lnTo>
                    <a:pt x="431063" y="469"/>
                  </a:lnTo>
                  <a:lnTo>
                    <a:pt x="429945" y="0"/>
                  </a:lnTo>
                  <a:lnTo>
                    <a:pt x="427316" y="0"/>
                  </a:lnTo>
                  <a:lnTo>
                    <a:pt x="426199" y="469"/>
                  </a:lnTo>
                  <a:lnTo>
                    <a:pt x="424332" y="2336"/>
                  </a:lnTo>
                  <a:lnTo>
                    <a:pt x="423862" y="3454"/>
                  </a:lnTo>
                  <a:lnTo>
                    <a:pt x="423862" y="6083"/>
                  </a:lnTo>
                  <a:lnTo>
                    <a:pt x="424332" y="7200"/>
                  </a:lnTo>
                  <a:lnTo>
                    <a:pt x="426199" y="9067"/>
                  </a:lnTo>
                  <a:lnTo>
                    <a:pt x="427316" y="9525"/>
                  </a:lnTo>
                  <a:lnTo>
                    <a:pt x="429945" y="9525"/>
                  </a:lnTo>
                  <a:lnTo>
                    <a:pt x="431063" y="9067"/>
                  </a:lnTo>
                  <a:lnTo>
                    <a:pt x="432930" y="7200"/>
                  </a:lnTo>
                  <a:lnTo>
                    <a:pt x="433387" y="6083"/>
                  </a:lnTo>
                  <a:lnTo>
                    <a:pt x="433387" y="3454"/>
                  </a:lnTo>
                  <a:close/>
                </a:path>
                <a:path w="5577205" h="1792604">
                  <a:moveTo>
                    <a:pt x="481012" y="1786534"/>
                  </a:moveTo>
                  <a:lnTo>
                    <a:pt x="480555" y="1785416"/>
                  </a:lnTo>
                  <a:lnTo>
                    <a:pt x="478688" y="1783549"/>
                  </a:lnTo>
                  <a:lnTo>
                    <a:pt x="477570" y="1783080"/>
                  </a:lnTo>
                  <a:lnTo>
                    <a:pt x="474941" y="1783080"/>
                  </a:lnTo>
                  <a:lnTo>
                    <a:pt x="473824" y="1783549"/>
                  </a:lnTo>
                  <a:lnTo>
                    <a:pt x="471957" y="1785416"/>
                  </a:lnTo>
                  <a:lnTo>
                    <a:pt x="471487" y="1786534"/>
                  </a:lnTo>
                  <a:lnTo>
                    <a:pt x="471487" y="1789163"/>
                  </a:lnTo>
                  <a:lnTo>
                    <a:pt x="471957" y="1790280"/>
                  </a:lnTo>
                  <a:lnTo>
                    <a:pt x="473824" y="1792147"/>
                  </a:lnTo>
                  <a:lnTo>
                    <a:pt x="474941" y="1792605"/>
                  </a:lnTo>
                  <a:lnTo>
                    <a:pt x="477570" y="1792605"/>
                  </a:lnTo>
                  <a:lnTo>
                    <a:pt x="478688" y="1792147"/>
                  </a:lnTo>
                  <a:lnTo>
                    <a:pt x="480555" y="1790280"/>
                  </a:lnTo>
                  <a:lnTo>
                    <a:pt x="481012" y="1789163"/>
                  </a:lnTo>
                  <a:lnTo>
                    <a:pt x="481012" y="1786534"/>
                  </a:lnTo>
                  <a:close/>
                </a:path>
                <a:path w="5577205" h="1792604">
                  <a:moveTo>
                    <a:pt x="481012" y="894994"/>
                  </a:moveTo>
                  <a:lnTo>
                    <a:pt x="480555" y="893876"/>
                  </a:lnTo>
                  <a:lnTo>
                    <a:pt x="478688" y="892009"/>
                  </a:lnTo>
                  <a:lnTo>
                    <a:pt x="477570" y="891552"/>
                  </a:lnTo>
                  <a:lnTo>
                    <a:pt x="474941" y="891552"/>
                  </a:lnTo>
                  <a:lnTo>
                    <a:pt x="473824" y="892009"/>
                  </a:lnTo>
                  <a:lnTo>
                    <a:pt x="471957" y="893876"/>
                  </a:lnTo>
                  <a:lnTo>
                    <a:pt x="471487" y="894994"/>
                  </a:lnTo>
                  <a:lnTo>
                    <a:pt x="471487" y="897623"/>
                  </a:lnTo>
                  <a:lnTo>
                    <a:pt x="471957" y="898740"/>
                  </a:lnTo>
                  <a:lnTo>
                    <a:pt x="473824" y="900607"/>
                  </a:lnTo>
                  <a:lnTo>
                    <a:pt x="474941" y="901077"/>
                  </a:lnTo>
                  <a:lnTo>
                    <a:pt x="477570" y="901077"/>
                  </a:lnTo>
                  <a:lnTo>
                    <a:pt x="478688" y="900607"/>
                  </a:lnTo>
                  <a:lnTo>
                    <a:pt x="480555" y="898740"/>
                  </a:lnTo>
                  <a:lnTo>
                    <a:pt x="481012" y="897623"/>
                  </a:lnTo>
                  <a:lnTo>
                    <a:pt x="481012" y="894994"/>
                  </a:lnTo>
                  <a:close/>
                </a:path>
                <a:path w="5577205" h="1792604">
                  <a:moveTo>
                    <a:pt x="481012" y="3454"/>
                  </a:moveTo>
                  <a:lnTo>
                    <a:pt x="480555" y="2336"/>
                  </a:lnTo>
                  <a:lnTo>
                    <a:pt x="478688" y="469"/>
                  </a:lnTo>
                  <a:lnTo>
                    <a:pt x="477570" y="0"/>
                  </a:lnTo>
                  <a:lnTo>
                    <a:pt x="474941" y="0"/>
                  </a:lnTo>
                  <a:lnTo>
                    <a:pt x="473824" y="469"/>
                  </a:lnTo>
                  <a:lnTo>
                    <a:pt x="471957" y="2336"/>
                  </a:lnTo>
                  <a:lnTo>
                    <a:pt x="471487" y="3454"/>
                  </a:lnTo>
                  <a:lnTo>
                    <a:pt x="471487" y="6083"/>
                  </a:lnTo>
                  <a:lnTo>
                    <a:pt x="471957" y="7200"/>
                  </a:lnTo>
                  <a:lnTo>
                    <a:pt x="473824" y="9067"/>
                  </a:lnTo>
                  <a:lnTo>
                    <a:pt x="474941" y="9525"/>
                  </a:lnTo>
                  <a:lnTo>
                    <a:pt x="477570" y="9525"/>
                  </a:lnTo>
                  <a:lnTo>
                    <a:pt x="478688" y="9067"/>
                  </a:lnTo>
                  <a:lnTo>
                    <a:pt x="480555" y="7200"/>
                  </a:lnTo>
                  <a:lnTo>
                    <a:pt x="481012" y="6083"/>
                  </a:lnTo>
                  <a:lnTo>
                    <a:pt x="481012" y="3454"/>
                  </a:lnTo>
                  <a:close/>
                </a:path>
                <a:path w="5577205" h="1792604">
                  <a:moveTo>
                    <a:pt x="528637" y="1786534"/>
                  </a:moveTo>
                  <a:lnTo>
                    <a:pt x="528180" y="1785416"/>
                  </a:lnTo>
                  <a:lnTo>
                    <a:pt x="526313" y="1783549"/>
                  </a:lnTo>
                  <a:lnTo>
                    <a:pt x="525195" y="1783080"/>
                  </a:lnTo>
                  <a:lnTo>
                    <a:pt x="522566" y="1783080"/>
                  </a:lnTo>
                  <a:lnTo>
                    <a:pt x="521449" y="1783549"/>
                  </a:lnTo>
                  <a:lnTo>
                    <a:pt x="519582" y="1785416"/>
                  </a:lnTo>
                  <a:lnTo>
                    <a:pt x="519112" y="1786534"/>
                  </a:lnTo>
                  <a:lnTo>
                    <a:pt x="519112" y="1789163"/>
                  </a:lnTo>
                  <a:lnTo>
                    <a:pt x="519582" y="1790280"/>
                  </a:lnTo>
                  <a:lnTo>
                    <a:pt x="521449" y="1792147"/>
                  </a:lnTo>
                  <a:lnTo>
                    <a:pt x="522566" y="1792605"/>
                  </a:lnTo>
                  <a:lnTo>
                    <a:pt x="525195" y="1792605"/>
                  </a:lnTo>
                  <a:lnTo>
                    <a:pt x="526313" y="1792147"/>
                  </a:lnTo>
                  <a:lnTo>
                    <a:pt x="528180" y="1790280"/>
                  </a:lnTo>
                  <a:lnTo>
                    <a:pt x="528637" y="1789163"/>
                  </a:lnTo>
                  <a:lnTo>
                    <a:pt x="528637" y="1786534"/>
                  </a:lnTo>
                  <a:close/>
                </a:path>
                <a:path w="5577205" h="1792604">
                  <a:moveTo>
                    <a:pt x="528637" y="894994"/>
                  </a:moveTo>
                  <a:lnTo>
                    <a:pt x="528180" y="893876"/>
                  </a:lnTo>
                  <a:lnTo>
                    <a:pt x="526313" y="892009"/>
                  </a:lnTo>
                  <a:lnTo>
                    <a:pt x="525195" y="891552"/>
                  </a:lnTo>
                  <a:lnTo>
                    <a:pt x="522566" y="891552"/>
                  </a:lnTo>
                  <a:lnTo>
                    <a:pt x="521449" y="892009"/>
                  </a:lnTo>
                  <a:lnTo>
                    <a:pt x="519582" y="893876"/>
                  </a:lnTo>
                  <a:lnTo>
                    <a:pt x="519112" y="894994"/>
                  </a:lnTo>
                  <a:lnTo>
                    <a:pt x="519112" y="897623"/>
                  </a:lnTo>
                  <a:lnTo>
                    <a:pt x="519582" y="898740"/>
                  </a:lnTo>
                  <a:lnTo>
                    <a:pt x="521449" y="900607"/>
                  </a:lnTo>
                  <a:lnTo>
                    <a:pt x="522566" y="901077"/>
                  </a:lnTo>
                  <a:lnTo>
                    <a:pt x="525195" y="901077"/>
                  </a:lnTo>
                  <a:lnTo>
                    <a:pt x="526313" y="900607"/>
                  </a:lnTo>
                  <a:lnTo>
                    <a:pt x="528180" y="898740"/>
                  </a:lnTo>
                  <a:lnTo>
                    <a:pt x="528637" y="897623"/>
                  </a:lnTo>
                  <a:lnTo>
                    <a:pt x="528637" y="894994"/>
                  </a:lnTo>
                  <a:close/>
                </a:path>
                <a:path w="5577205" h="1792604">
                  <a:moveTo>
                    <a:pt x="528637" y="3454"/>
                  </a:moveTo>
                  <a:lnTo>
                    <a:pt x="528180" y="2336"/>
                  </a:lnTo>
                  <a:lnTo>
                    <a:pt x="526313" y="469"/>
                  </a:lnTo>
                  <a:lnTo>
                    <a:pt x="525195" y="0"/>
                  </a:lnTo>
                  <a:lnTo>
                    <a:pt x="522566" y="0"/>
                  </a:lnTo>
                  <a:lnTo>
                    <a:pt x="521449" y="469"/>
                  </a:lnTo>
                  <a:lnTo>
                    <a:pt x="519582" y="2336"/>
                  </a:lnTo>
                  <a:lnTo>
                    <a:pt x="519112" y="3454"/>
                  </a:lnTo>
                  <a:lnTo>
                    <a:pt x="519112" y="6083"/>
                  </a:lnTo>
                  <a:lnTo>
                    <a:pt x="519582" y="7200"/>
                  </a:lnTo>
                  <a:lnTo>
                    <a:pt x="521449" y="9067"/>
                  </a:lnTo>
                  <a:lnTo>
                    <a:pt x="522566" y="9525"/>
                  </a:lnTo>
                  <a:lnTo>
                    <a:pt x="525195" y="9525"/>
                  </a:lnTo>
                  <a:lnTo>
                    <a:pt x="526313" y="9067"/>
                  </a:lnTo>
                  <a:lnTo>
                    <a:pt x="528180" y="7200"/>
                  </a:lnTo>
                  <a:lnTo>
                    <a:pt x="528637" y="6083"/>
                  </a:lnTo>
                  <a:lnTo>
                    <a:pt x="528637" y="3454"/>
                  </a:lnTo>
                  <a:close/>
                </a:path>
                <a:path w="5577205" h="1792604">
                  <a:moveTo>
                    <a:pt x="576262" y="1786534"/>
                  </a:moveTo>
                  <a:lnTo>
                    <a:pt x="575805" y="1785416"/>
                  </a:lnTo>
                  <a:lnTo>
                    <a:pt x="573938" y="1783549"/>
                  </a:lnTo>
                  <a:lnTo>
                    <a:pt x="572820" y="1783080"/>
                  </a:lnTo>
                  <a:lnTo>
                    <a:pt x="570191" y="1783080"/>
                  </a:lnTo>
                  <a:lnTo>
                    <a:pt x="569074" y="1783549"/>
                  </a:lnTo>
                  <a:lnTo>
                    <a:pt x="567207" y="1785416"/>
                  </a:lnTo>
                  <a:lnTo>
                    <a:pt x="566737" y="1786534"/>
                  </a:lnTo>
                  <a:lnTo>
                    <a:pt x="566737" y="1789163"/>
                  </a:lnTo>
                  <a:lnTo>
                    <a:pt x="567207" y="1790280"/>
                  </a:lnTo>
                  <a:lnTo>
                    <a:pt x="569074" y="1792147"/>
                  </a:lnTo>
                  <a:lnTo>
                    <a:pt x="570191" y="1792605"/>
                  </a:lnTo>
                  <a:lnTo>
                    <a:pt x="572820" y="1792605"/>
                  </a:lnTo>
                  <a:lnTo>
                    <a:pt x="573938" y="1792147"/>
                  </a:lnTo>
                  <a:lnTo>
                    <a:pt x="575805" y="1790280"/>
                  </a:lnTo>
                  <a:lnTo>
                    <a:pt x="576262" y="1789163"/>
                  </a:lnTo>
                  <a:lnTo>
                    <a:pt x="576262" y="1786534"/>
                  </a:lnTo>
                  <a:close/>
                </a:path>
                <a:path w="5577205" h="1792604">
                  <a:moveTo>
                    <a:pt x="576262" y="894994"/>
                  </a:moveTo>
                  <a:lnTo>
                    <a:pt x="575805" y="893876"/>
                  </a:lnTo>
                  <a:lnTo>
                    <a:pt x="573938" y="892009"/>
                  </a:lnTo>
                  <a:lnTo>
                    <a:pt x="572820" y="891552"/>
                  </a:lnTo>
                  <a:lnTo>
                    <a:pt x="570191" y="891552"/>
                  </a:lnTo>
                  <a:lnTo>
                    <a:pt x="569074" y="892009"/>
                  </a:lnTo>
                  <a:lnTo>
                    <a:pt x="567207" y="893876"/>
                  </a:lnTo>
                  <a:lnTo>
                    <a:pt x="566737" y="894994"/>
                  </a:lnTo>
                  <a:lnTo>
                    <a:pt x="566737" y="897623"/>
                  </a:lnTo>
                  <a:lnTo>
                    <a:pt x="567207" y="898740"/>
                  </a:lnTo>
                  <a:lnTo>
                    <a:pt x="569074" y="900607"/>
                  </a:lnTo>
                  <a:lnTo>
                    <a:pt x="570191" y="901077"/>
                  </a:lnTo>
                  <a:lnTo>
                    <a:pt x="572820" y="901077"/>
                  </a:lnTo>
                  <a:lnTo>
                    <a:pt x="573938" y="900607"/>
                  </a:lnTo>
                  <a:lnTo>
                    <a:pt x="575805" y="898740"/>
                  </a:lnTo>
                  <a:lnTo>
                    <a:pt x="576262" y="897623"/>
                  </a:lnTo>
                  <a:lnTo>
                    <a:pt x="576262" y="894994"/>
                  </a:lnTo>
                  <a:close/>
                </a:path>
                <a:path w="5577205" h="1792604">
                  <a:moveTo>
                    <a:pt x="576262" y="3454"/>
                  </a:moveTo>
                  <a:lnTo>
                    <a:pt x="575805" y="2336"/>
                  </a:lnTo>
                  <a:lnTo>
                    <a:pt x="573938" y="469"/>
                  </a:lnTo>
                  <a:lnTo>
                    <a:pt x="572820" y="0"/>
                  </a:lnTo>
                  <a:lnTo>
                    <a:pt x="570191" y="0"/>
                  </a:lnTo>
                  <a:lnTo>
                    <a:pt x="569074" y="469"/>
                  </a:lnTo>
                  <a:lnTo>
                    <a:pt x="567207" y="2336"/>
                  </a:lnTo>
                  <a:lnTo>
                    <a:pt x="566737" y="3454"/>
                  </a:lnTo>
                  <a:lnTo>
                    <a:pt x="566737" y="6083"/>
                  </a:lnTo>
                  <a:lnTo>
                    <a:pt x="567207" y="7200"/>
                  </a:lnTo>
                  <a:lnTo>
                    <a:pt x="569074" y="9067"/>
                  </a:lnTo>
                  <a:lnTo>
                    <a:pt x="570191" y="9525"/>
                  </a:lnTo>
                  <a:lnTo>
                    <a:pt x="572820" y="9525"/>
                  </a:lnTo>
                  <a:lnTo>
                    <a:pt x="573938" y="9067"/>
                  </a:lnTo>
                  <a:lnTo>
                    <a:pt x="575805" y="7200"/>
                  </a:lnTo>
                  <a:lnTo>
                    <a:pt x="576262" y="6083"/>
                  </a:lnTo>
                  <a:lnTo>
                    <a:pt x="576262" y="3454"/>
                  </a:lnTo>
                  <a:close/>
                </a:path>
                <a:path w="5577205" h="1792604">
                  <a:moveTo>
                    <a:pt x="623887" y="1786534"/>
                  </a:moveTo>
                  <a:lnTo>
                    <a:pt x="623430" y="1785416"/>
                  </a:lnTo>
                  <a:lnTo>
                    <a:pt x="621563" y="1783549"/>
                  </a:lnTo>
                  <a:lnTo>
                    <a:pt x="620445" y="1783080"/>
                  </a:lnTo>
                  <a:lnTo>
                    <a:pt x="617816" y="1783080"/>
                  </a:lnTo>
                  <a:lnTo>
                    <a:pt x="616699" y="1783549"/>
                  </a:lnTo>
                  <a:lnTo>
                    <a:pt x="614832" y="1785416"/>
                  </a:lnTo>
                  <a:lnTo>
                    <a:pt x="614362" y="1786534"/>
                  </a:lnTo>
                  <a:lnTo>
                    <a:pt x="614362" y="1789163"/>
                  </a:lnTo>
                  <a:lnTo>
                    <a:pt x="614832" y="1790280"/>
                  </a:lnTo>
                  <a:lnTo>
                    <a:pt x="616699" y="1792147"/>
                  </a:lnTo>
                  <a:lnTo>
                    <a:pt x="617816" y="1792605"/>
                  </a:lnTo>
                  <a:lnTo>
                    <a:pt x="620445" y="1792605"/>
                  </a:lnTo>
                  <a:lnTo>
                    <a:pt x="621563" y="1792147"/>
                  </a:lnTo>
                  <a:lnTo>
                    <a:pt x="623430" y="1790280"/>
                  </a:lnTo>
                  <a:lnTo>
                    <a:pt x="623887" y="1789163"/>
                  </a:lnTo>
                  <a:lnTo>
                    <a:pt x="623887" y="1786534"/>
                  </a:lnTo>
                  <a:close/>
                </a:path>
                <a:path w="5577205" h="1792604">
                  <a:moveTo>
                    <a:pt x="623887" y="894994"/>
                  </a:moveTo>
                  <a:lnTo>
                    <a:pt x="623430" y="893876"/>
                  </a:lnTo>
                  <a:lnTo>
                    <a:pt x="621563" y="892009"/>
                  </a:lnTo>
                  <a:lnTo>
                    <a:pt x="620445" y="891552"/>
                  </a:lnTo>
                  <a:lnTo>
                    <a:pt x="617816" y="891552"/>
                  </a:lnTo>
                  <a:lnTo>
                    <a:pt x="616699" y="892009"/>
                  </a:lnTo>
                  <a:lnTo>
                    <a:pt x="614832" y="893876"/>
                  </a:lnTo>
                  <a:lnTo>
                    <a:pt x="614362" y="894994"/>
                  </a:lnTo>
                  <a:lnTo>
                    <a:pt x="614362" y="897623"/>
                  </a:lnTo>
                  <a:lnTo>
                    <a:pt x="614832" y="898740"/>
                  </a:lnTo>
                  <a:lnTo>
                    <a:pt x="616699" y="900607"/>
                  </a:lnTo>
                  <a:lnTo>
                    <a:pt x="617816" y="901077"/>
                  </a:lnTo>
                  <a:lnTo>
                    <a:pt x="620445" y="901077"/>
                  </a:lnTo>
                  <a:lnTo>
                    <a:pt x="621563" y="900607"/>
                  </a:lnTo>
                  <a:lnTo>
                    <a:pt x="623430" y="898740"/>
                  </a:lnTo>
                  <a:lnTo>
                    <a:pt x="623887" y="897623"/>
                  </a:lnTo>
                  <a:lnTo>
                    <a:pt x="623887" y="894994"/>
                  </a:lnTo>
                  <a:close/>
                </a:path>
                <a:path w="5577205" h="1792604">
                  <a:moveTo>
                    <a:pt x="623887" y="3454"/>
                  </a:moveTo>
                  <a:lnTo>
                    <a:pt x="623430" y="2336"/>
                  </a:lnTo>
                  <a:lnTo>
                    <a:pt x="621563" y="469"/>
                  </a:lnTo>
                  <a:lnTo>
                    <a:pt x="620445" y="0"/>
                  </a:lnTo>
                  <a:lnTo>
                    <a:pt x="617816" y="0"/>
                  </a:lnTo>
                  <a:lnTo>
                    <a:pt x="616699" y="469"/>
                  </a:lnTo>
                  <a:lnTo>
                    <a:pt x="614832" y="2336"/>
                  </a:lnTo>
                  <a:lnTo>
                    <a:pt x="614362" y="3454"/>
                  </a:lnTo>
                  <a:lnTo>
                    <a:pt x="614362" y="6083"/>
                  </a:lnTo>
                  <a:lnTo>
                    <a:pt x="614832" y="7200"/>
                  </a:lnTo>
                  <a:lnTo>
                    <a:pt x="616699" y="9067"/>
                  </a:lnTo>
                  <a:lnTo>
                    <a:pt x="617816" y="9525"/>
                  </a:lnTo>
                  <a:lnTo>
                    <a:pt x="620445" y="9525"/>
                  </a:lnTo>
                  <a:lnTo>
                    <a:pt x="621563" y="9067"/>
                  </a:lnTo>
                  <a:lnTo>
                    <a:pt x="623430" y="7200"/>
                  </a:lnTo>
                  <a:lnTo>
                    <a:pt x="623887" y="6083"/>
                  </a:lnTo>
                  <a:lnTo>
                    <a:pt x="623887" y="3454"/>
                  </a:lnTo>
                  <a:close/>
                </a:path>
                <a:path w="5577205" h="1792604">
                  <a:moveTo>
                    <a:pt x="671512" y="1786534"/>
                  </a:moveTo>
                  <a:lnTo>
                    <a:pt x="671055" y="1785416"/>
                  </a:lnTo>
                  <a:lnTo>
                    <a:pt x="669188" y="1783549"/>
                  </a:lnTo>
                  <a:lnTo>
                    <a:pt x="668070" y="1783080"/>
                  </a:lnTo>
                  <a:lnTo>
                    <a:pt x="665441" y="1783080"/>
                  </a:lnTo>
                  <a:lnTo>
                    <a:pt x="664324" y="1783549"/>
                  </a:lnTo>
                  <a:lnTo>
                    <a:pt x="662457" y="1785416"/>
                  </a:lnTo>
                  <a:lnTo>
                    <a:pt x="661987" y="1786534"/>
                  </a:lnTo>
                  <a:lnTo>
                    <a:pt x="661987" y="1789163"/>
                  </a:lnTo>
                  <a:lnTo>
                    <a:pt x="662457" y="1790280"/>
                  </a:lnTo>
                  <a:lnTo>
                    <a:pt x="664324" y="1792147"/>
                  </a:lnTo>
                  <a:lnTo>
                    <a:pt x="665441" y="1792605"/>
                  </a:lnTo>
                  <a:lnTo>
                    <a:pt x="668070" y="1792605"/>
                  </a:lnTo>
                  <a:lnTo>
                    <a:pt x="669188" y="1792147"/>
                  </a:lnTo>
                  <a:lnTo>
                    <a:pt x="671055" y="1790280"/>
                  </a:lnTo>
                  <a:lnTo>
                    <a:pt x="671512" y="1789163"/>
                  </a:lnTo>
                  <a:lnTo>
                    <a:pt x="671512" y="1786534"/>
                  </a:lnTo>
                  <a:close/>
                </a:path>
                <a:path w="5577205" h="1792604">
                  <a:moveTo>
                    <a:pt x="671512" y="894994"/>
                  </a:moveTo>
                  <a:lnTo>
                    <a:pt x="671055" y="893876"/>
                  </a:lnTo>
                  <a:lnTo>
                    <a:pt x="669188" y="892009"/>
                  </a:lnTo>
                  <a:lnTo>
                    <a:pt x="668070" y="891552"/>
                  </a:lnTo>
                  <a:lnTo>
                    <a:pt x="665441" y="891552"/>
                  </a:lnTo>
                  <a:lnTo>
                    <a:pt x="664324" y="892009"/>
                  </a:lnTo>
                  <a:lnTo>
                    <a:pt x="662457" y="893876"/>
                  </a:lnTo>
                  <a:lnTo>
                    <a:pt x="661987" y="894994"/>
                  </a:lnTo>
                  <a:lnTo>
                    <a:pt x="661987" y="897623"/>
                  </a:lnTo>
                  <a:lnTo>
                    <a:pt x="662457" y="898740"/>
                  </a:lnTo>
                  <a:lnTo>
                    <a:pt x="664324" y="900607"/>
                  </a:lnTo>
                  <a:lnTo>
                    <a:pt x="665441" y="901077"/>
                  </a:lnTo>
                  <a:lnTo>
                    <a:pt x="668070" y="901077"/>
                  </a:lnTo>
                  <a:lnTo>
                    <a:pt x="669188" y="900607"/>
                  </a:lnTo>
                  <a:lnTo>
                    <a:pt x="671055" y="898740"/>
                  </a:lnTo>
                  <a:lnTo>
                    <a:pt x="671512" y="897623"/>
                  </a:lnTo>
                  <a:lnTo>
                    <a:pt x="671512" y="894994"/>
                  </a:lnTo>
                  <a:close/>
                </a:path>
                <a:path w="5577205" h="1792604">
                  <a:moveTo>
                    <a:pt x="671512" y="3454"/>
                  </a:moveTo>
                  <a:lnTo>
                    <a:pt x="671055" y="2336"/>
                  </a:lnTo>
                  <a:lnTo>
                    <a:pt x="669188" y="469"/>
                  </a:lnTo>
                  <a:lnTo>
                    <a:pt x="668070" y="0"/>
                  </a:lnTo>
                  <a:lnTo>
                    <a:pt x="665441" y="0"/>
                  </a:lnTo>
                  <a:lnTo>
                    <a:pt x="664324" y="469"/>
                  </a:lnTo>
                  <a:lnTo>
                    <a:pt x="662457" y="2336"/>
                  </a:lnTo>
                  <a:lnTo>
                    <a:pt x="661987" y="3454"/>
                  </a:lnTo>
                  <a:lnTo>
                    <a:pt x="661987" y="6083"/>
                  </a:lnTo>
                  <a:lnTo>
                    <a:pt x="662457" y="7200"/>
                  </a:lnTo>
                  <a:lnTo>
                    <a:pt x="664324" y="9067"/>
                  </a:lnTo>
                  <a:lnTo>
                    <a:pt x="665441" y="9525"/>
                  </a:lnTo>
                  <a:lnTo>
                    <a:pt x="668070" y="9525"/>
                  </a:lnTo>
                  <a:lnTo>
                    <a:pt x="669188" y="9067"/>
                  </a:lnTo>
                  <a:lnTo>
                    <a:pt x="671055" y="7200"/>
                  </a:lnTo>
                  <a:lnTo>
                    <a:pt x="671512" y="6083"/>
                  </a:lnTo>
                  <a:lnTo>
                    <a:pt x="671512" y="3454"/>
                  </a:lnTo>
                  <a:close/>
                </a:path>
                <a:path w="5577205" h="1792604">
                  <a:moveTo>
                    <a:pt x="719137" y="1786534"/>
                  </a:moveTo>
                  <a:lnTo>
                    <a:pt x="718680" y="1785416"/>
                  </a:lnTo>
                  <a:lnTo>
                    <a:pt x="716813" y="1783549"/>
                  </a:lnTo>
                  <a:lnTo>
                    <a:pt x="715695" y="1783080"/>
                  </a:lnTo>
                  <a:lnTo>
                    <a:pt x="713066" y="1783080"/>
                  </a:lnTo>
                  <a:lnTo>
                    <a:pt x="711949" y="1783549"/>
                  </a:lnTo>
                  <a:lnTo>
                    <a:pt x="710082" y="1785416"/>
                  </a:lnTo>
                  <a:lnTo>
                    <a:pt x="709612" y="1786534"/>
                  </a:lnTo>
                  <a:lnTo>
                    <a:pt x="709612" y="1789163"/>
                  </a:lnTo>
                  <a:lnTo>
                    <a:pt x="710082" y="1790280"/>
                  </a:lnTo>
                  <a:lnTo>
                    <a:pt x="711949" y="1792147"/>
                  </a:lnTo>
                  <a:lnTo>
                    <a:pt x="713066" y="1792605"/>
                  </a:lnTo>
                  <a:lnTo>
                    <a:pt x="715695" y="1792605"/>
                  </a:lnTo>
                  <a:lnTo>
                    <a:pt x="716813" y="1792147"/>
                  </a:lnTo>
                  <a:lnTo>
                    <a:pt x="718680" y="1790280"/>
                  </a:lnTo>
                  <a:lnTo>
                    <a:pt x="719137" y="1789163"/>
                  </a:lnTo>
                  <a:lnTo>
                    <a:pt x="719137" y="1786534"/>
                  </a:lnTo>
                  <a:close/>
                </a:path>
                <a:path w="5577205" h="1792604">
                  <a:moveTo>
                    <a:pt x="719137" y="894994"/>
                  </a:moveTo>
                  <a:lnTo>
                    <a:pt x="718680" y="893876"/>
                  </a:lnTo>
                  <a:lnTo>
                    <a:pt x="716813" y="892009"/>
                  </a:lnTo>
                  <a:lnTo>
                    <a:pt x="715695" y="891552"/>
                  </a:lnTo>
                  <a:lnTo>
                    <a:pt x="713066" y="891552"/>
                  </a:lnTo>
                  <a:lnTo>
                    <a:pt x="711949" y="892009"/>
                  </a:lnTo>
                  <a:lnTo>
                    <a:pt x="710082" y="893876"/>
                  </a:lnTo>
                  <a:lnTo>
                    <a:pt x="709612" y="894994"/>
                  </a:lnTo>
                  <a:lnTo>
                    <a:pt x="709612" y="897623"/>
                  </a:lnTo>
                  <a:lnTo>
                    <a:pt x="710082" y="898740"/>
                  </a:lnTo>
                  <a:lnTo>
                    <a:pt x="711949" y="900607"/>
                  </a:lnTo>
                  <a:lnTo>
                    <a:pt x="713066" y="901077"/>
                  </a:lnTo>
                  <a:lnTo>
                    <a:pt x="715695" y="901077"/>
                  </a:lnTo>
                  <a:lnTo>
                    <a:pt x="716813" y="900607"/>
                  </a:lnTo>
                  <a:lnTo>
                    <a:pt x="718680" y="898740"/>
                  </a:lnTo>
                  <a:lnTo>
                    <a:pt x="719137" y="897623"/>
                  </a:lnTo>
                  <a:lnTo>
                    <a:pt x="719137" y="894994"/>
                  </a:lnTo>
                  <a:close/>
                </a:path>
                <a:path w="5577205" h="1792604">
                  <a:moveTo>
                    <a:pt x="719137" y="3454"/>
                  </a:moveTo>
                  <a:lnTo>
                    <a:pt x="718680" y="2336"/>
                  </a:lnTo>
                  <a:lnTo>
                    <a:pt x="716813" y="469"/>
                  </a:lnTo>
                  <a:lnTo>
                    <a:pt x="715695" y="0"/>
                  </a:lnTo>
                  <a:lnTo>
                    <a:pt x="713066" y="0"/>
                  </a:lnTo>
                  <a:lnTo>
                    <a:pt x="711949" y="469"/>
                  </a:lnTo>
                  <a:lnTo>
                    <a:pt x="710082" y="2336"/>
                  </a:lnTo>
                  <a:lnTo>
                    <a:pt x="709612" y="3454"/>
                  </a:lnTo>
                  <a:lnTo>
                    <a:pt x="709612" y="6083"/>
                  </a:lnTo>
                  <a:lnTo>
                    <a:pt x="710082" y="7200"/>
                  </a:lnTo>
                  <a:lnTo>
                    <a:pt x="711949" y="9067"/>
                  </a:lnTo>
                  <a:lnTo>
                    <a:pt x="713066" y="9525"/>
                  </a:lnTo>
                  <a:lnTo>
                    <a:pt x="715695" y="9525"/>
                  </a:lnTo>
                  <a:lnTo>
                    <a:pt x="716813" y="9067"/>
                  </a:lnTo>
                  <a:lnTo>
                    <a:pt x="718680" y="7200"/>
                  </a:lnTo>
                  <a:lnTo>
                    <a:pt x="719137" y="6083"/>
                  </a:lnTo>
                  <a:lnTo>
                    <a:pt x="719137" y="3454"/>
                  </a:lnTo>
                  <a:close/>
                </a:path>
                <a:path w="5577205" h="1792604">
                  <a:moveTo>
                    <a:pt x="766762" y="1786534"/>
                  </a:moveTo>
                  <a:lnTo>
                    <a:pt x="766305" y="1785416"/>
                  </a:lnTo>
                  <a:lnTo>
                    <a:pt x="764438" y="1783549"/>
                  </a:lnTo>
                  <a:lnTo>
                    <a:pt x="763320" y="1783080"/>
                  </a:lnTo>
                  <a:lnTo>
                    <a:pt x="760691" y="1783080"/>
                  </a:lnTo>
                  <a:lnTo>
                    <a:pt x="759574" y="1783549"/>
                  </a:lnTo>
                  <a:lnTo>
                    <a:pt x="757707" y="1785416"/>
                  </a:lnTo>
                  <a:lnTo>
                    <a:pt x="757237" y="1786534"/>
                  </a:lnTo>
                  <a:lnTo>
                    <a:pt x="757237" y="1789163"/>
                  </a:lnTo>
                  <a:lnTo>
                    <a:pt x="757707" y="1790280"/>
                  </a:lnTo>
                  <a:lnTo>
                    <a:pt x="759574" y="1792147"/>
                  </a:lnTo>
                  <a:lnTo>
                    <a:pt x="760691" y="1792605"/>
                  </a:lnTo>
                  <a:lnTo>
                    <a:pt x="763320" y="1792605"/>
                  </a:lnTo>
                  <a:lnTo>
                    <a:pt x="764438" y="1792147"/>
                  </a:lnTo>
                  <a:lnTo>
                    <a:pt x="766305" y="1790280"/>
                  </a:lnTo>
                  <a:lnTo>
                    <a:pt x="766762" y="1789163"/>
                  </a:lnTo>
                  <a:lnTo>
                    <a:pt x="766762" y="1786534"/>
                  </a:lnTo>
                  <a:close/>
                </a:path>
                <a:path w="5577205" h="1792604">
                  <a:moveTo>
                    <a:pt x="766762" y="894994"/>
                  </a:moveTo>
                  <a:lnTo>
                    <a:pt x="766305" y="893876"/>
                  </a:lnTo>
                  <a:lnTo>
                    <a:pt x="764438" y="892009"/>
                  </a:lnTo>
                  <a:lnTo>
                    <a:pt x="763320" y="891552"/>
                  </a:lnTo>
                  <a:lnTo>
                    <a:pt x="760691" y="891552"/>
                  </a:lnTo>
                  <a:lnTo>
                    <a:pt x="759574" y="892009"/>
                  </a:lnTo>
                  <a:lnTo>
                    <a:pt x="757707" y="893876"/>
                  </a:lnTo>
                  <a:lnTo>
                    <a:pt x="757237" y="894994"/>
                  </a:lnTo>
                  <a:lnTo>
                    <a:pt x="757237" y="897623"/>
                  </a:lnTo>
                  <a:lnTo>
                    <a:pt x="757707" y="898740"/>
                  </a:lnTo>
                  <a:lnTo>
                    <a:pt x="759574" y="900607"/>
                  </a:lnTo>
                  <a:lnTo>
                    <a:pt x="760691" y="901077"/>
                  </a:lnTo>
                  <a:lnTo>
                    <a:pt x="763320" y="901077"/>
                  </a:lnTo>
                  <a:lnTo>
                    <a:pt x="764438" y="900607"/>
                  </a:lnTo>
                  <a:lnTo>
                    <a:pt x="766305" y="898740"/>
                  </a:lnTo>
                  <a:lnTo>
                    <a:pt x="766762" y="897623"/>
                  </a:lnTo>
                  <a:lnTo>
                    <a:pt x="766762" y="894994"/>
                  </a:lnTo>
                  <a:close/>
                </a:path>
                <a:path w="5577205" h="1792604">
                  <a:moveTo>
                    <a:pt x="766762" y="3454"/>
                  </a:moveTo>
                  <a:lnTo>
                    <a:pt x="766305" y="2336"/>
                  </a:lnTo>
                  <a:lnTo>
                    <a:pt x="764438" y="469"/>
                  </a:lnTo>
                  <a:lnTo>
                    <a:pt x="763320" y="0"/>
                  </a:lnTo>
                  <a:lnTo>
                    <a:pt x="760691" y="0"/>
                  </a:lnTo>
                  <a:lnTo>
                    <a:pt x="759574" y="469"/>
                  </a:lnTo>
                  <a:lnTo>
                    <a:pt x="757707" y="2336"/>
                  </a:lnTo>
                  <a:lnTo>
                    <a:pt x="757237" y="3454"/>
                  </a:lnTo>
                  <a:lnTo>
                    <a:pt x="757237" y="6083"/>
                  </a:lnTo>
                  <a:lnTo>
                    <a:pt x="757707" y="7200"/>
                  </a:lnTo>
                  <a:lnTo>
                    <a:pt x="759574" y="9067"/>
                  </a:lnTo>
                  <a:lnTo>
                    <a:pt x="760691" y="9525"/>
                  </a:lnTo>
                  <a:lnTo>
                    <a:pt x="763320" y="9525"/>
                  </a:lnTo>
                  <a:lnTo>
                    <a:pt x="764438" y="9067"/>
                  </a:lnTo>
                  <a:lnTo>
                    <a:pt x="766305" y="7200"/>
                  </a:lnTo>
                  <a:lnTo>
                    <a:pt x="766762" y="6083"/>
                  </a:lnTo>
                  <a:lnTo>
                    <a:pt x="766762" y="3454"/>
                  </a:lnTo>
                  <a:close/>
                </a:path>
                <a:path w="5577205" h="1792604">
                  <a:moveTo>
                    <a:pt x="814387" y="1786534"/>
                  </a:moveTo>
                  <a:lnTo>
                    <a:pt x="813930" y="1785416"/>
                  </a:lnTo>
                  <a:lnTo>
                    <a:pt x="812063" y="1783549"/>
                  </a:lnTo>
                  <a:lnTo>
                    <a:pt x="810945" y="1783080"/>
                  </a:lnTo>
                  <a:lnTo>
                    <a:pt x="808316" y="1783080"/>
                  </a:lnTo>
                  <a:lnTo>
                    <a:pt x="807199" y="1783549"/>
                  </a:lnTo>
                  <a:lnTo>
                    <a:pt x="805332" y="1785416"/>
                  </a:lnTo>
                  <a:lnTo>
                    <a:pt x="804862" y="1786534"/>
                  </a:lnTo>
                  <a:lnTo>
                    <a:pt x="804862" y="1789163"/>
                  </a:lnTo>
                  <a:lnTo>
                    <a:pt x="805332" y="1790280"/>
                  </a:lnTo>
                  <a:lnTo>
                    <a:pt x="807199" y="1792147"/>
                  </a:lnTo>
                  <a:lnTo>
                    <a:pt x="808316" y="1792605"/>
                  </a:lnTo>
                  <a:lnTo>
                    <a:pt x="810945" y="1792605"/>
                  </a:lnTo>
                  <a:lnTo>
                    <a:pt x="812063" y="1792147"/>
                  </a:lnTo>
                  <a:lnTo>
                    <a:pt x="813930" y="1790280"/>
                  </a:lnTo>
                  <a:lnTo>
                    <a:pt x="814387" y="1789163"/>
                  </a:lnTo>
                  <a:lnTo>
                    <a:pt x="814387" y="1786534"/>
                  </a:lnTo>
                  <a:close/>
                </a:path>
                <a:path w="5577205" h="1792604">
                  <a:moveTo>
                    <a:pt x="814387" y="894994"/>
                  </a:moveTo>
                  <a:lnTo>
                    <a:pt x="813930" y="893876"/>
                  </a:lnTo>
                  <a:lnTo>
                    <a:pt x="812063" y="892009"/>
                  </a:lnTo>
                  <a:lnTo>
                    <a:pt x="810945" y="891552"/>
                  </a:lnTo>
                  <a:lnTo>
                    <a:pt x="808316" y="891552"/>
                  </a:lnTo>
                  <a:lnTo>
                    <a:pt x="807199" y="892009"/>
                  </a:lnTo>
                  <a:lnTo>
                    <a:pt x="805332" y="893876"/>
                  </a:lnTo>
                  <a:lnTo>
                    <a:pt x="804862" y="894994"/>
                  </a:lnTo>
                  <a:lnTo>
                    <a:pt x="804862" y="897623"/>
                  </a:lnTo>
                  <a:lnTo>
                    <a:pt x="805332" y="898740"/>
                  </a:lnTo>
                  <a:lnTo>
                    <a:pt x="807199" y="900607"/>
                  </a:lnTo>
                  <a:lnTo>
                    <a:pt x="808316" y="901077"/>
                  </a:lnTo>
                  <a:lnTo>
                    <a:pt x="810945" y="901077"/>
                  </a:lnTo>
                  <a:lnTo>
                    <a:pt x="812063" y="900607"/>
                  </a:lnTo>
                  <a:lnTo>
                    <a:pt x="813930" y="898740"/>
                  </a:lnTo>
                  <a:lnTo>
                    <a:pt x="814387" y="897623"/>
                  </a:lnTo>
                  <a:lnTo>
                    <a:pt x="814387" y="894994"/>
                  </a:lnTo>
                  <a:close/>
                </a:path>
                <a:path w="5577205" h="1792604">
                  <a:moveTo>
                    <a:pt x="814387" y="3454"/>
                  </a:moveTo>
                  <a:lnTo>
                    <a:pt x="813930" y="2336"/>
                  </a:lnTo>
                  <a:lnTo>
                    <a:pt x="812063" y="469"/>
                  </a:lnTo>
                  <a:lnTo>
                    <a:pt x="810945" y="0"/>
                  </a:lnTo>
                  <a:lnTo>
                    <a:pt x="808316" y="0"/>
                  </a:lnTo>
                  <a:lnTo>
                    <a:pt x="807199" y="469"/>
                  </a:lnTo>
                  <a:lnTo>
                    <a:pt x="805332" y="2336"/>
                  </a:lnTo>
                  <a:lnTo>
                    <a:pt x="804862" y="3454"/>
                  </a:lnTo>
                  <a:lnTo>
                    <a:pt x="804862" y="6083"/>
                  </a:lnTo>
                  <a:lnTo>
                    <a:pt x="805332" y="7200"/>
                  </a:lnTo>
                  <a:lnTo>
                    <a:pt x="807199" y="9067"/>
                  </a:lnTo>
                  <a:lnTo>
                    <a:pt x="808316" y="9525"/>
                  </a:lnTo>
                  <a:lnTo>
                    <a:pt x="810945" y="9525"/>
                  </a:lnTo>
                  <a:lnTo>
                    <a:pt x="812063" y="9067"/>
                  </a:lnTo>
                  <a:lnTo>
                    <a:pt x="813930" y="7200"/>
                  </a:lnTo>
                  <a:lnTo>
                    <a:pt x="814387" y="6083"/>
                  </a:lnTo>
                  <a:lnTo>
                    <a:pt x="814387" y="3454"/>
                  </a:lnTo>
                  <a:close/>
                </a:path>
                <a:path w="5577205" h="1792604">
                  <a:moveTo>
                    <a:pt x="862012" y="1786534"/>
                  </a:moveTo>
                  <a:lnTo>
                    <a:pt x="861555" y="1785416"/>
                  </a:lnTo>
                  <a:lnTo>
                    <a:pt x="859688" y="1783549"/>
                  </a:lnTo>
                  <a:lnTo>
                    <a:pt x="858570" y="1783080"/>
                  </a:lnTo>
                  <a:lnTo>
                    <a:pt x="855941" y="1783080"/>
                  </a:lnTo>
                  <a:lnTo>
                    <a:pt x="854824" y="1783549"/>
                  </a:lnTo>
                  <a:lnTo>
                    <a:pt x="852957" y="1785416"/>
                  </a:lnTo>
                  <a:lnTo>
                    <a:pt x="852487" y="1786534"/>
                  </a:lnTo>
                  <a:lnTo>
                    <a:pt x="852487" y="1789163"/>
                  </a:lnTo>
                  <a:lnTo>
                    <a:pt x="852957" y="1790280"/>
                  </a:lnTo>
                  <a:lnTo>
                    <a:pt x="854824" y="1792147"/>
                  </a:lnTo>
                  <a:lnTo>
                    <a:pt x="855941" y="1792605"/>
                  </a:lnTo>
                  <a:lnTo>
                    <a:pt x="858570" y="1792605"/>
                  </a:lnTo>
                  <a:lnTo>
                    <a:pt x="859688" y="1792147"/>
                  </a:lnTo>
                  <a:lnTo>
                    <a:pt x="861555" y="1790280"/>
                  </a:lnTo>
                  <a:lnTo>
                    <a:pt x="862012" y="1789163"/>
                  </a:lnTo>
                  <a:lnTo>
                    <a:pt x="862012" y="1786534"/>
                  </a:lnTo>
                  <a:close/>
                </a:path>
                <a:path w="5577205" h="1792604">
                  <a:moveTo>
                    <a:pt x="862012" y="894994"/>
                  </a:moveTo>
                  <a:lnTo>
                    <a:pt x="861555" y="893876"/>
                  </a:lnTo>
                  <a:lnTo>
                    <a:pt x="859688" y="892009"/>
                  </a:lnTo>
                  <a:lnTo>
                    <a:pt x="858570" y="891552"/>
                  </a:lnTo>
                  <a:lnTo>
                    <a:pt x="855941" y="891552"/>
                  </a:lnTo>
                  <a:lnTo>
                    <a:pt x="854824" y="892009"/>
                  </a:lnTo>
                  <a:lnTo>
                    <a:pt x="852957" y="893876"/>
                  </a:lnTo>
                  <a:lnTo>
                    <a:pt x="852487" y="894994"/>
                  </a:lnTo>
                  <a:lnTo>
                    <a:pt x="852487" y="897623"/>
                  </a:lnTo>
                  <a:lnTo>
                    <a:pt x="852957" y="898740"/>
                  </a:lnTo>
                  <a:lnTo>
                    <a:pt x="854824" y="900607"/>
                  </a:lnTo>
                  <a:lnTo>
                    <a:pt x="855941" y="901077"/>
                  </a:lnTo>
                  <a:lnTo>
                    <a:pt x="858570" y="901077"/>
                  </a:lnTo>
                  <a:lnTo>
                    <a:pt x="859688" y="900607"/>
                  </a:lnTo>
                  <a:lnTo>
                    <a:pt x="861555" y="898740"/>
                  </a:lnTo>
                  <a:lnTo>
                    <a:pt x="862012" y="897623"/>
                  </a:lnTo>
                  <a:lnTo>
                    <a:pt x="862012" y="894994"/>
                  </a:lnTo>
                  <a:close/>
                </a:path>
                <a:path w="5577205" h="1792604">
                  <a:moveTo>
                    <a:pt x="862012" y="3454"/>
                  </a:moveTo>
                  <a:lnTo>
                    <a:pt x="861555" y="2336"/>
                  </a:lnTo>
                  <a:lnTo>
                    <a:pt x="859688" y="469"/>
                  </a:lnTo>
                  <a:lnTo>
                    <a:pt x="858570" y="0"/>
                  </a:lnTo>
                  <a:lnTo>
                    <a:pt x="855941" y="0"/>
                  </a:lnTo>
                  <a:lnTo>
                    <a:pt x="854824" y="469"/>
                  </a:lnTo>
                  <a:lnTo>
                    <a:pt x="852957" y="2336"/>
                  </a:lnTo>
                  <a:lnTo>
                    <a:pt x="852487" y="3454"/>
                  </a:lnTo>
                  <a:lnTo>
                    <a:pt x="852487" y="6083"/>
                  </a:lnTo>
                  <a:lnTo>
                    <a:pt x="852957" y="7200"/>
                  </a:lnTo>
                  <a:lnTo>
                    <a:pt x="854824" y="9067"/>
                  </a:lnTo>
                  <a:lnTo>
                    <a:pt x="855941" y="9525"/>
                  </a:lnTo>
                  <a:lnTo>
                    <a:pt x="858570" y="9525"/>
                  </a:lnTo>
                  <a:lnTo>
                    <a:pt x="859688" y="9067"/>
                  </a:lnTo>
                  <a:lnTo>
                    <a:pt x="861555" y="7200"/>
                  </a:lnTo>
                  <a:lnTo>
                    <a:pt x="862012" y="6083"/>
                  </a:lnTo>
                  <a:lnTo>
                    <a:pt x="862012" y="3454"/>
                  </a:lnTo>
                  <a:close/>
                </a:path>
                <a:path w="5577205" h="1792604">
                  <a:moveTo>
                    <a:pt x="909637" y="1786534"/>
                  </a:moveTo>
                  <a:lnTo>
                    <a:pt x="909180" y="1785416"/>
                  </a:lnTo>
                  <a:lnTo>
                    <a:pt x="907313" y="1783549"/>
                  </a:lnTo>
                  <a:lnTo>
                    <a:pt x="906195" y="1783080"/>
                  </a:lnTo>
                  <a:lnTo>
                    <a:pt x="903566" y="1783080"/>
                  </a:lnTo>
                  <a:lnTo>
                    <a:pt x="902449" y="1783549"/>
                  </a:lnTo>
                  <a:lnTo>
                    <a:pt x="900582" y="1785416"/>
                  </a:lnTo>
                  <a:lnTo>
                    <a:pt x="900112" y="1786534"/>
                  </a:lnTo>
                  <a:lnTo>
                    <a:pt x="900112" y="1789163"/>
                  </a:lnTo>
                  <a:lnTo>
                    <a:pt x="900582" y="1790280"/>
                  </a:lnTo>
                  <a:lnTo>
                    <a:pt x="902449" y="1792147"/>
                  </a:lnTo>
                  <a:lnTo>
                    <a:pt x="903566" y="1792605"/>
                  </a:lnTo>
                  <a:lnTo>
                    <a:pt x="906195" y="1792605"/>
                  </a:lnTo>
                  <a:lnTo>
                    <a:pt x="907313" y="1792147"/>
                  </a:lnTo>
                  <a:lnTo>
                    <a:pt x="909180" y="1790280"/>
                  </a:lnTo>
                  <a:lnTo>
                    <a:pt x="909637" y="1789163"/>
                  </a:lnTo>
                  <a:lnTo>
                    <a:pt x="909637" y="1786534"/>
                  </a:lnTo>
                  <a:close/>
                </a:path>
                <a:path w="5577205" h="1792604">
                  <a:moveTo>
                    <a:pt x="909637" y="894994"/>
                  </a:moveTo>
                  <a:lnTo>
                    <a:pt x="909180" y="893876"/>
                  </a:lnTo>
                  <a:lnTo>
                    <a:pt x="907313" y="892009"/>
                  </a:lnTo>
                  <a:lnTo>
                    <a:pt x="906195" y="891552"/>
                  </a:lnTo>
                  <a:lnTo>
                    <a:pt x="903566" y="891552"/>
                  </a:lnTo>
                  <a:lnTo>
                    <a:pt x="902449" y="892009"/>
                  </a:lnTo>
                  <a:lnTo>
                    <a:pt x="900582" y="893876"/>
                  </a:lnTo>
                  <a:lnTo>
                    <a:pt x="900112" y="894994"/>
                  </a:lnTo>
                  <a:lnTo>
                    <a:pt x="900112" y="897623"/>
                  </a:lnTo>
                  <a:lnTo>
                    <a:pt x="900582" y="898740"/>
                  </a:lnTo>
                  <a:lnTo>
                    <a:pt x="902449" y="900607"/>
                  </a:lnTo>
                  <a:lnTo>
                    <a:pt x="903566" y="901077"/>
                  </a:lnTo>
                  <a:lnTo>
                    <a:pt x="906195" y="901077"/>
                  </a:lnTo>
                  <a:lnTo>
                    <a:pt x="907313" y="900607"/>
                  </a:lnTo>
                  <a:lnTo>
                    <a:pt x="909180" y="898740"/>
                  </a:lnTo>
                  <a:lnTo>
                    <a:pt x="909637" y="897623"/>
                  </a:lnTo>
                  <a:lnTo>
                    <a:pt x="909637" y="894994"/>
                  </a:lnTo>
                  <a:close/>
                </a:path>
                <a:path w="5577205" h="1792604">
                  <a:moveTo>
                    <a:pt x="909637" y="3454"/>
                  </a:moveTo>
                  <a:lnTo>
                    <a:pt x="909180" y="2336"/>
                  </a:lnTo>
                  <a:lnTo>
                    <a:pt x="907313" y="469"/>
                  </a:lnTo>
                  <a:lnTo>
                    <a:pt x="906195" y="0"/>
                  </a:lnTo>
                  <a:lnTo>
                    <a:pt x="903566" y="0"/>
                  </a:lnTo>
                  <a:lnTo>
                    <a:pt x="902449" y="469"/>
                  </a:lnTo>
                  <a:lnTo>
                    <a:pt x="900582" y="2336"/>
                  </a:lnTo>
                  <a:lnTo>
                    <a:pt x="900112" y="3454"/>
                  </a:lnTo>
                  <a:lnTo>
                    <a:pt x="900112" y="6083"/>
                  </a:lnTo>
                  <a:lnTo>
                    <a:pt x="900582" y="7200"/>
                  </a:lnTo>
                  <a:lnTo>
                    <a:pt x="902449" y="9067"/>
                  </a:lnTo>
                  <a:lnTo>
                    <a:pt x="903566" y="9525"/>
                  </a:lnTo>
                  <a:lnTo>
                    <a:pt x="906195" y="9525"/>
                  </a:lnTo>
                  <a:lnTo>
                    <a:pt x="907313" y="9067"/>
                  </a:lnTo>
                  <a:lnTo>
                    <a:pt x="909180" y="7200"/>
                  </a:lnTo>
                  <a:lnTo>
                    <a:pt x="909637" y="6083"/>
                  </a:lnTo>
                  <a:lnTo>
                    <a:pt x="909637" y="3454"/>
                  </a:lnTo>
                  <a:close/>
                </a:path>
                <a:path w="5577205" h="1792604">
                  <a:moveTo>
                    <a:pt x="957262" y="1786534"/>
                  </a:moveTo>
                  <a:lnTo>
                    <a:pt x="956805" y="1785416"/>
                  </a:lnTo>
                  <a:lnTo>
                    <a:pt x="954938" y="1783549"/>
                  </a:lnTo>
                  <a:lnTo>
                    <a:pt x="953820" y="1783080"/>
                  </a:lnTo>
                  <a:lnTo>
                    <a:pt x="951191" y="1783080"/>
                  </a:lnTo>
                  <a:lnTo>
                    <a:pt x="950074" y="1783549"/>
                  </a:lnTo>
                  <a:lnTo>
                    <a:pt x="948207" y="1785416"/>
                  </a:lnTo>
                  <a:lnTo>
                    <a:pt x="947737" y="1786534"/>
                  </a:lnTo>
                  <a:lnTo>
                    <a:pt x="947737" y="1789163"/>
                  </a:lnTo>
                  <a:lnTo>
                    <a:pt x="948207" y="1790280"/>
                  </a:lnTo>
                  <a:lnTo>
                    <a:pt x="950074" y="1792147"/>
                  </a:lnTo>
                  <a:lnTo>
                    <a:pt x="951191" y="1792605"/>
                  </a:lnTo>
                  <a:lnTo>
                    <a:pt x="953820" y="1792605"/>
                  </a:lnTo>
                  <a:lnTo>
                    <a:pt x="954938" y="1792147"/>
                  </a:lnTo>
                  <a:lnTo>
                    <a:pt x="956805" y="1790280"/>
                  </a:lnTo>
                  <a:lnTo>
                    <a:pt x="957262" y="1789163"/>
                  </a:lnTo>
                  <a:lnTo>
                    <a:pt x="957262" y="1786534"/>
                  </a:lnTo>
                  <a:close/>
                </a:path>
                <a:path w="5577205" h="1792604">
                  <a:moveTo>
                    <a:pt x="957262" y="894994"/>
                  </a:moveTo>
                  <a:lnTo>
                    <a:pt x="956805" y="893876"/>
                  </a:lnTo>
                  <a:lnTo>
                    <a:pt x="954938" y="892009"/>
                  </a:lnTo>
                  <a:lnTo>
                    <a:pt x="953820" y="891552"/>
                  </a:lnTo>
                  <a:lnTo>
                    <a:pt x="951191" y="891552"/>
                  </a:lnTo>
                  <a:lnTo>
                    <a:pt x="950074" y="892009"/>
                  </a:lnTo>
                  <a:lnTo>
                    <a:pt x="948207" y="893876"/>
                  </a:lnTo>
                  <a:lnTo>
                    <a:pt x="947737" y="894994"/>
                  </a:lnTo>
                  <a:lnTo>
                    <a:pt x="947737" y="897623"/>
                  </a:lnTo>
                  <a:lnTo>
                    <a:pt x="948207" y="898740"/>
                  </a:lnTo>
                  <a:lnTo>
                    <a:pt x="950074" y="900607"/>
                  </a:lnTo>
                  <a:lnTo>
                    <a:pt x="951191" y="901077"/>
                  </a:lnTo>
                  <a:lnTo>
                    <a:pt x="953820" y="901077"/>
                  </a:lnTo>
                  <a:lnTo>
                    <a:pt x="954938" y="900607"/>
                  </a:lnTo>
                  <a:lnTo>
                    <a:pt x="956805" y="898740"/>
                  </a:lnTo>
                  <a:lnTo>
                    <a:pt x="957262" y="897623"/>
                  </a:lnTo>
                  <a:lnTo>
                    <a:pt x="957262" y="894994"/>
                  </a:lnTo>
                  <a:close/>
                </a:path>
                <a:path w="5577205" h="1792604">
                  <a:moveTo>
                    <a:pt x="957262" y="3454"/>
                  </a:moveTo>
                  <a:lnTo>
                    <a:pt x="956805" y="2336"/>
                  </a:lnTo>
                  <a:lnTo>
                    <a:pt x="954938" y="469"/>
                  </a:lnTo>
                  <a:lnTo>
                    <a:pt x="953820" y="0"/>
                  </a:lnTo>
                  <a:lnTo>
                    <a:pt x="951191" y="0"/>
                  </a:lnTo>
                  <a:lnTo>
                    <a:pt x="950074" y="469"/>
                  </a:lnTo>
                  <a:lnTo>
                    <a:pt x="948207" y="2336"/>
                  </a:lnTo>
                  <a:lnTo>
                    <a:pt x="947737" y="3454"/>
                  </a:lnTo>
                  <a:lnTo>
                    <a:pt x="947737" y="6083"/>
                  </a:lnTo>
                  <a:lnTo>
                    <a:pt x="948207" y="7200"/>
                  </a:lnTo>
                  <a:lnTo>
                    <a:pt x="950074" y="9067"/>
                  </a:lnTo>
                  <a:lnTo>
                    <a:pt x="951191" y="9525"/>
                  </a:lnTo>
                  <a:lnTo>
                    <a:pt x="953820" y="9525"/>
                  </a:lnTo>
                  <a:lnTo>
                    <a:pt x="954938" y="9067"/>
                  </a:lnTo>
                  <a:lnTo>
                    <a:pt x="956805" y="7200"/>
                  </a:lnTo>
                  <a:lnTo>
                    <a:pt x="957262" y="6083"/>
                  </a:lnTo>
                  <a:lnTo>
                    <a:pt x="957262" y="3454"/>
                  </a:lnTo>
                  <a:close/>
                </a:path>
                <a:path w="5577205" h="1792604">
                  <a:moveTo>
                    <a:pt x="1004887" y="1786534"/>
                  </a:moveTo>
                  <a:lnTo>
                    <a:pt x="1004430" y="1785416"/>
                  </a:lnTo>
                  <a:lnTo>
                    <a:pt x="1002563" y="1783549"/>
                  </a:lnTo>
                  <a:lnTo>
                    <a:pt x="1001445" y="1783080"/>
                  </a:lnTo>
                  <a:lnTo>
                    <a:pt x="998816" y="1783080"/>
                  </a:lnTo>
                  <a:lnTo>
                    <a:pt x="997699" y="1783549"/>
                  </a:lnTo>
                  <a:lnTo>
                    <a:pt x="995832" y="1785416"/>
                  </a:lnTo>
                  <a:lnTo>
                    <a:pt x="995362" y="1786534"/>
                  </a:lnTo>
                  <a:lnTo>
                    <a:pt x="995362" y="1789163"/>
                  </a:lnTo>
                  <a:lnTo>
                    <a:pt x="995832" y="1790280"/>
                  </a:lnTo>
                  <a:lnTo>
                    <a:pt x="997699" y="1792147"/>
                  </a:lnTo>
                  <a:lnTo>
                    <a:pt x="998816" y="1792605"/>
                  </a:lnTo>
                  <a:lnTo>
                    <a:pt x="1001445" y="1792605"/>
                  </a:lnTo>
                  <a:lnTo>
                    <a:pt x="1002563" y="1792147"/>
                  </a:lnTo>
                  <a:lnTo>
                    <a:pt x="1004430" y="1790280"/>
                  </a:lnTo>
                  <a:lnTo>
                    <a:pt x="1004887" y="1789163"/>
                  </a:lnTo>
                  <a:lnTo>
                    <a:pt x="1004887" y="1786534"/>
                  </a:lnTo>
                  <a:close/>
                </a:path>
                <a:path w="5577205" h="1792604">
                  <a:moveTo>
                    <a:pt x="1004887" y="894994"/>
                  </a:moveTo>
                  <a:lnTo>
                    <a:pt x="1004430" y="893876"/>
                  </a:lnTo>
                  <a:lnTo>
                    <a:pt x="1002563" y="892009"/>
                  </a:lnTo>
                  <a:lnTo>
                    <a:pt x="1001445" y="891552"/>
                  </a:lnTo>
                  <a:lnTo>
                    <a:pt x="998816" y="891552"/>
                  </a:lnTo>
                  <a:lnTo>
                    <a:pt x="997699" y="892009"/>
                  </a:lnTo>
                  <a:lnTo>
                    <a:pt x="995832" y="893876"/>
                  </a:lnTo>
                  <a:lnTo>
                    <a:pt x="995362" y="894994"/>
                  </a:lnTo>
                  <a:lnTo>
                    <a:pt x="995362" y="897623"/>
                  </a:lnTo>
                  <a:lnTo>
                    <a:pt x="995832" y="898740"/>
                  </a:lnTo>
                  <a:lnTo>
                    <a:pt x="997699" y="900607"/>
                  </a:lnTo>
                  <a:lnTo>
                    <a:pt x="998816" y="901077"/>
                  </a:lnTo>
                  <a:lnTo>
                    <a:pt x="1001445" y="901077"/>
                  </a:lnTo>
                  <a:lnTo>
                    <a:pt x="1002563" y="900607"/>
                  </a:lnTo>
                  <a:lnTo>
                    <a:pt x="1004430" y="898740"/>
                  </a:lnTo>
                  <a:lnTo>
                    <a:pt x="1004887" y="897623"/>
                  </a:lnTo>
                  <a:lnTo>
                    <a:pt x="1004887" y="894994"/>
                  </a:lnTo>
                  <a:close/>
                </a:path>
                <a:path w="5577205" h="1792604">
                  <a:moveTo>
                    <a:pt x="1004887" y="3454"/>
                  </a:moveTo>
                  <a:lnTo>
                    <a:pt x="1004430" y="2336"/>
                  </a:lnTo>
                  <a:lnTo>
                    <a:pt x="1002563" y="469"/>
                  </a:lnTo>
                  <a:lnTo>
                    <a:pt x="1001445" y="0"/>
                  </a:lnTo>
                  <a:lnTo>
                    <a:pt x="998816" y="0"/>
                  </a:lnTo>
                  <a:lnTo>
                    <a:pt x="997699" y="469"/>
                  </a:lnTo>
                  <a:lnTo>
                    <a:pt x="995832" y="2336"/>
                  </a:lnTo>
                  <a:lnTo>
                    <a:pt x="995362" y="3454"/>
                  </a:lnTo>
                  <a:lnTo>
                    <a:pt x="995362" y="6083"/>
                  </a:lnTo>
                  <a:lnTo>
                    <a:pt x="995832" y="7200"/>
                  </a:lnTo>
                  <a:lnTo>
                    <a:pt x="997699" y="9067"/>
                  </a:lnTo>
                  <a:lnTo>
                    <a:pt x="998816" y="9525"/>
                  </a:lnTo>
                  <a:lnTo>
                    <a:pt x="1001445" y="9525"/>
                  </a:lnTo>
                  <a:lnTo>
                    <a:pt x="1002563" y="9067"/>
                  </a:lnTo>
                  <a:lnTo>
                    <a:pt x="1004430" y="7200"/>
                  </a:lnTo>
                  <a:lnTo>
                    <a:pt x="1004887" y="6083"/>
                  </a:lnTo>
                  <a:lnTo>
                    <a:pt x="1004887" y="3454"/>
                  </a:lnTo>
                  <a:close/>
                </a:path>
                <a:path w="5577205" h="1792604">
                  <a:moveTo>
                    <a:pt x="1052512" y="1786534"/>
                  </a:moveTo>
                  <a:lnTo>
                    <a:pt x="1052055" y="1785416"/>
                  </a:lnTo>
                  <a:lnTo>
                    <a:pt x="1050188" y="1783549"/>
                  </a:lnTo>
                  <a:lnTo>
                    <a:pt x="1049070" y="1783080"/>
                  </a:lnTo>
                  <a:lnTo>
                    <a:pt x="1046441" y="1783080"/>
                  </a:lnTo>
                  <a:lnTo>
                    <a:pt x="1045324" y="1783549"/>
                  </a:lnTo>
                  <a:lnTo>
                    <a:pt x="1043457" y="1785416"/>
                  </a:lnTo>
                  <a:lnTo>
                    <a:pt x="1042987" y="1786534"/>
                  </a:lnTo>
                  <a:lnTo>
                    <a:pt x="1042987" y="1789163"/>
                  </a:lnTo>
                  <a:lnTo>
                    <a:pt x="1043457" y="1790280"/>
                  </a:lnTo>
                  <a:lnTo>
                    <a:pt x="1045324" y="1792147"/>
                  </a:lnTo>
                  <a:lnTo>
                    <a:pt x="1046441" y="1792605"/>
                  </a:lnTo>
                  <a:lnTo>
                    <a:pt x="1049070" y="1792605"/>
                  </a:lnTo>
                  <a:lnTo>
                    <a:pt x="1050188" y="1792147"/>
                  </a:lnTo>
                  <a:lnTo>
                    <a:pt x="1052055" y="1790280"/>
                  </a:lnTo>
                  <a:lnTo>
                    <a:pt x="1052512" y="1789163"/>
                  </a:lnTo>
                  <a:lnTo>
                    <a:pt x="1052512" y="1786534"/>
                  </a:lnTo>
                  <a:close/>
                </a:path>
                <a:path w="5577205" h="1792604">
                  <a:moveTo>
                    <a:pt x="1052512" y="894994"/>
                  </a:moveTo>
                  <a:lnTo>
                    <a:pt x="1052055" y="893876"/>
                  </a:lnTo>
                  <a:lnTo>
                    <a:pt x="1050188" y="892009"/>
                  </a:lnTo>
                  <a:lnTo>
                    <a:pt x="1049070" y="891552"/>
                  </a:lnTo>
                  <a:lnTo>
                    <a:pt x="1046441" y="891552"/>
                  </a:lnTo>
                  <a:lnTo>
                    <a:pt x="1045324" y="892009"/>
                  </a:lnTo>
                  <a:lnTo>
                    <a:pt x="1043457" y="893876"/>
                  </a:lnTo>
                  <a:lnTo>
                    <a:pt x="1042987" y="894994"/>
                  </a:lnTo>
                  <a:lnTo>
                    <a:pt x="1042987" y="897623"/>
                  </a:lnTo>
                  <a:lnTo>
                    <a:pt x="1043457" y="898740"/>
                  </a:lnTo>
                  <a:lnTo>
                    <a:pt x="1045324" y="900607"/>
                  </a:lnTo>
                  <a:lnTo>
                    <a:pt x="1046441" y="901077"/>
                  </a:lnTo>
                  <a:lnTo>
                    <a:pt x="1049070" y="901077"/>
                  </a:lnTo>
                  <a:lnTo>
                    <a:pt x="1050188" y="900607"/>
                  </a:lnTo>
                  <a:lnTo>
                    <a:pt x="1052055" y="898740"/>
                  </a:lnTo>
                  <a:lnTo>
                    <a:pt x="1052512" y="897623"/>
                  </a:lnTo>
                  <a:lnTo>
                    <a:pt x="1052512" y="894994"/>
                  </a:lnTo>
                  <a:close/>
                </a:path>
                <a:path w="5577205" h="1792604">
                  <a:moveTo>
                    <a:pt x="1052512" y="3454"/>
                  </a:moveTo>
                  <a:lnTo>
                    <a:pt x="1052055" y="2336"/>
                  </a:lnTo>
                  <a:lnTo>
                    <a:pt x="1050188" y="469"/>
                  </a:lnTo>
                  <a:lnTo>
                    <a:pt x="1049070" y="0"/>
                  </a:lnTo>
                  <a:lnTo>
                    <a:pt x="1046441" y="0"/>
                  </a:lnTo>
                  <a:lnTo>
                    <a:pt x="1045324" y="469"/>
                  </a:lnTo>
                  <a:lnTo>
                    <a:pt x="1043457" y="2336"/>
                  </a:lnTo>
                  <a:lnTo>
                    <a:pt x="1042987" y="3454"/>
                  </a:lnTo>
                  <a:lnTo>
                    <a:pt x="1042987" y="6083"/>
                  </a:lnTo>
                  <a:lnTo>
                    <a:pt x="1043457" y="7200"/>
                  </a:lnTo>
                  <a:lnTo>
                    <a:pt x="1045324" y="9067"/>
                  </a:lnTo>
                  <a:lnTo>
                    <a:pt x="1046441" y="9525"/>
                  </a:lnTo>
                  <a:lnTo>
                    <a:pt x="1049070" y="9525"/>
                  </a:lnTo>
                  <a:lnTo>
                    <a:pt x="1050188" y="9067"/>
                  </a:lnTo>
                  <a:lnTo>
                    <a:pt x="1052055" y="7200"/>
                  </a:lnTo>
                  <a:lnTo>
                    <a:pt x="1052512" y="6083"/>
                  </a:lnTo>
                  <a:lnTo>
                    <a:pt x="1052512" y="3454"/>
                  </a:lnTo>
                  <a:close/>
                </a:path>
                <a:path w="5577205" h="1792604">
                  <a:moveTo>
                    <a:pt x="1100137" y="1786534"/>
                  </a:moveTo>
                  <a:lnTo>
                    <a:pt x="1099680" y="1785416"/>
                  </a:lnTo>
                  <a:lnTo>
                    <a:pt x="1097813" y="1783549"/>
                  </a:lnTo>
                  <a:lnTo>
                    <a:pt x="1096695" y="1783080"/>
                  </a:lnTo>
                  <a:lnTo>
                    <a:pt x="1094066" y="1783080"/>
                  </a:lnTo>
                  <a:lnTo>
                    <a:pt x="1092936" y="1783549"/>
                  </a:lnTo>
                  <a:lnTo>
                    <a:pt x="1091082" y="1785416"/>
                  </a:lnTo>
                  <a:lnTo>
                    <a:pt x="1090612" y="1786534"/>
                  </a:lnTo>
                  <a:lnTo>
                    <a:pt x="1090612" y="1789163"/>
                  </a:lnTo>
                  <a:lnTo>
                    <a:pt x="1091082" y="1790280"/>
                  </a:lnTo>
                  <a:lnTo>
                    <a:pt x="1092936" y="1792147"/>
                  </a:lnTo>
                  <a:lnTo>
                    <a:pt x="1094066" y="1792605"/>
                  </a:lnTo>
                  <a:lnTo>
                    <a:pt x="1096695" y="1792605"/>
                  </a:lnTo>
                  <a:lnTo>
                    <a:pt x="1097813" y="1792147"/>
                  </a:lnTo>
                  <a:lnTo>
                    <a:pt x="1099680" y="1790280"/>
                  </a:lnTo>
                  <a:lnTo>
                    <a:pt x="1100137" y="1789163"/>
                  </a:lnTo>
                  <a:lnTo>
                    <a:pt x="1100137" y="1786534"/>
                  </a:lnTo>
                  <a:close/>
                </a:path>
                <a:path w="5577205" h="1792604">
                  <a:moveTo>
                    <a:pt x="1100137" y="894994"/>
                  </a:moveTo>
                  <a:lnTo>
                    <a:pt x="1099680" y="893876"/>
                  </a:lnTo>
                  <a:lnTo>
                    <a:pt x="1097813" y="892009"/>
                  </a:lnTo>
                  <a:lnTo>
                    <a:pt x="1096695" y="891552"/>
                  </a:lnTo>
                  <a:lnTo>
                    <a:pt x="1094066" y="891552"/>
                  </a:lnTo>
                  <a:lnTo>
                    <a:pt x="1092936" y="892009"/>
                  </a:lnTo>
                  <a:lnTo>
                    <a:pt x="1091082" y="893876"/>
                  </a:lnTo>
                  <a:lnTo>
                    <a:pt x="1090612" y="894994"/>
                  </a:lnTo>
                  <a:lnTo>
                    <a:pt x="1090612" y="897623"/>
                  </a:lnTo>
                  <a:lnTo>
                    <a:pt x="1091082" y="898740"/>
                  </a:lnTo>
                  <a:lnTo>
                    <a:pt x="1092936" y="900607"/>
                  </a:lnTo>
                  <a:lnTo>
                    <a:pt x="1094066" y="901077"/>
                  </a:lnTo>
                  <a:lnTo>
                    <a:pt x="1096695" y="901077"/>
                  </a:lnTo>
                  <a:lnTo>
                    <a:pt x="1097813" y="900607"/>
                  </a:lnTo>
                  <a:lnTo>
                    <a:pt x="1099680" y="898740"/>
                  </a:lnTo>
                  <a:lnTo>
                    <a:pt x="1100137" y="897623"/>
                  </a:lnTo>
                  <a:lnTo>
                    <a:pt x="1100137" y="894994"/>
                  </a:lnTo>
                  <a:close/>
                </a:path>
                <a:path w="5577205" h="1792604">
                  <a:moveTo>
                    <a:pt x="1100137" y="3454"/>
                  </a:moveTo>
                  <a:lnTo>
                    <a:pt x="1099680" y="2336"/>
                  </a:lnTo>
                  <a:lnTo>
                    <a:pt x="1097813" y="469"/>
                  </a:lnTo>
                  <a:lnTo>
                    <a:pt x="1096695" y="0"/>
                  </a:lnTo>
                  <a:lnTo>
                    <a:pt x="1094066" y="0"/>
                  </a:lnTo>
                  <a:lnTo>
                    <a:pt x="1092936" y="469"/>
                  </a:lnTo>
                  <a:lnTo>
                    <a:pt x="1091082" y="2336"/>
                  </a:lnTo>
                  <a:lnTo>
                    <a:pt x="1090612" y="3454"/>
                  </a:lnTo>
                  <a:lnTo>
                    <a:pt x="1090612" y="6083"/>
                  </a:lnTo>
                  <a:lnTo>
                    <a:pt x="1091082" y="7200"/>
                  </a:lnTo>
                  <a:lnTo>
                    <a:pt x="1092936" y="9067"/>
                  </a:lnTo>
                  <a:lnTo>
                    <a:pt x="1094066" y="9525"/>
                  </a:lnTo>
                  <a:lnTo>
                    <a:pt x="1096695" y="9525"/>
                  </a:lnTo>
                  <a:lnTo>
                    <a:pt x="1097813" y="9067"/>
                  </a:lnTo>
                  <a:lnTo>
                    <a:pt x="1099680" y="7200"/>
                  </a:lnTo>
                  <a:lnTo>
                    <a:pt x="1100137" y="6083"/>
                  </a:lnTo>
                  <a:lnTo>
                    <a:pt x="1100137" y="3454"/>
                  </a:lnTo>
                  <a:close/>
                </a:path>
                <a:path w="5577205" h="1792604">
                  <a:moveTo>
                    <a:pt x="1147762" y="1786534"/>
                  </a:moveTo>
                  <a:lnTo>
                    <a:pt x="1147305" y="1785416"/>
                  </a:lnTo>
                  <a:lnTo>
                    <a:pt x="1145438" y="1783549"/>
                  </a:lnTo>
                  <a:lnTo>
                    <a:pt x="1144320" y="1783080"/>
                  </a:lnTo>
                  <a:lnTo>
                    <a:pt x="1141691" y="1783080"/>
                  </a:lnTo>
                  <a:lnTo>
                    <a:pt x="1140574" y="1783549"/>
                  </a:lnTo>
                  <a:lnTo>
                    <a:pt x="1138707" y="1785416"/>
                  </a:lnTo>
                  <a:lnTo>
                    <a:pt x="1138237" y="1786534"/>
                  </a:lnTo>
                  <a:lnTo>
                    <a:pt x="1138237" y="1789163"/>
                  </a:lnTo>
                  <a:lnTo>
                    <a:pt x="1138707" y="1790280"/>
                  </a:lnTo>
                  <a:lnTo>
                    <a:pt x="1140574" y="1792147"/>
                  </a:lnTo>
                  <a:lnTo>
                    <a:pt x="1141691" y="1792605"/>
                  </a:lnTo>
                  <a:lnTo>
                    <a:pt x="1144320" y="1792605"/>
                  </a:lnTo>
                  <a:lnTo>
                    <a:pt x="1145438" y="1792147"/>
                  </a:lnTo>
                  <a:lnTo>
                    <a:pt x="1147305" y="1790280"/>
                  </a:lnTo>
                  <a:lnTo>
                    <a:pt x="1147762" y="1789163"/>
                  </a:lnTo>
                  <a:lnTo>
                    <a:pt x="1147762" y="1786534"/>
                  </a:lnTo>
                  <a:close/>
                </a:path>
                <a:path w="5577205" h="1792604">
                  <a:moveTo>
                    <a:pt x="1147762" y="894994"/>
                  </a:moveTo>
                  <a:lnTo>
                    <a:pt x="1147305" y="893876"/>
                  </a:lnTo>
                  <a:lnTo>
                    <a:pt x="1145438" y="892009"/>
                  </a:lnTo>
                  <a:lnTo>
                    <a:pt x="1144320" y="891552"/>
                  </a:lnTo>
                  <a:lnTo>
                    <a:pt x="1141691" y="891552"/>
                  </a:lnTo>
                  <a:lnTo>
                    <a:pt x="1140574" y="892009"/>
                  </a:lnTo>
                  <a:lnTo>
                    <a:pt x="1138707" y="893876"/>
                  </a:lnTo>
                  <a:lnTo>
                    <a:pt x="1138237" y="894994"/>
                  </a:lnTo>
                  <a:lnTo>
                    <a:pt x="1138237" y="897623"/>
                  </a:lnTo>
                  <a:lnTo>
                    <a:pt x="1138707" y="898740"/>
                  </a:lnTo>
                  <a:lnTo>
                    <a:pt x="1140574" y="900607"/>
                  </a:lnTo>
                  <a:lnTo>
                    <a:pt x="1141691" y="901077"/>
                  </a:lnTo>
                  <a:lnTo>
                    <a:pt x="1144320" y="901077"/>
                  </a:lnTo>
                  <a:lnTo>
                    <a:pt x="1145438" y="900607"/>
                  </a:lnTo>
                  <a:lnTo>
                    <a:pt x="1147305" y="898740"/>
                  </a:lnTo>
                  <a:lnTo>
                    <a:pt x="1147762" y="897623"/>
                  </a:lnTo>
                  <a:lnTo>
                    <a:pt x="1147762" y="894994"/>
                  </a:lnTo>
                  <a:close/>
                </a:path>
                <a:path w="5577205" h="1792604">
                  <a:moveTo>
                    <a:pt x="1147762" y="3454"/>
                  </a:moveTo>
                  <a:lnTo>
                    <a:pt x="1147305" y="2336"/>
                  </a:lnTo>
                  <a:lnTo>
                    <a:pt x="1145438" y="469"/>
                  </a:lnTo>
                  <a:lnTo>
                    <a:pt x="1144320" y="0"/>
                  </a:lnTo>
                  <a:lnTo>
                    <a:pt x="1141691" y="0"/>
                  </a:lnTo>
                  <a:lnTo>
                    <a:pt x="1140574" y="469"/>
                  </a:lnTo>
                  <a:lnTo>
                    <a:pt x="1138707" y="2336"/>
                  </a:lnTo>
                  <a:lnTo>
                    <a:pt x="1138237" y="3454"/>
                  </a:lnTo>
                  <a:lnTo>
                    <a:pt x="1138237" y="6083"/>
                  </a:lnTo>
                  <a:lnTo>
                    <a:pt x="1138707" y="7200"/>
                  </a:lnTo>
                  <a:lnTo>
                    <a:pt x="1140574" y="9067"/>
                  </a:lnTo>
                  <a:lnTo>
                    <a:pt x="1141691" y="9525"/>
                  </a:lnTo>
                  <a:lnTo>
                    <a:pt x="1144320" y="9525"/>
                  </a:lnTo>
                  <a:lnTo>
                    <a:pt x="1145438" y="9067"/>
                  </a:lnTo>
                  <a:lnTo>
                    <a:pt x="1147305" y="7200"/>
                  </a:lnTo>
                  <a:lnTo>
                    <a:pt x="1147762" y="6083"/>
                  </a:lnTo>
                  <a:lnTo>
                    <a:pt x="1147762" y="3454"/>
                  </a:lnTo>
                  <a:close/>
                </a:path>
                <a:path w="5577205" h="1792604">
                  <a:moveTo>
                    <a:pt x="1195387" y="1786534"/>
                  </a:moveTo>
                  <a:lnTo>
                    <a:pt x="1194930" y="1785416"/>
                  </a:lnTo>
                  <a:lnTo>
                    <a:pt x="1193063" y="1783549"/>
                  </a:lnTo>
                  <a:lnTo>
                    <a:pt x="1191945" y="1783080"/>
                  </a:lnTo>
                  <a:lnTo>
                    <a:pt x="1189316" y="1783080"/>
                  </a:lnTo>
                  <a:lnTo>
                    <a:pt x="1188199" y="1783549"/>
                  </a:lnTo>
                  <a:lnTo>
                    <a:pt x="1186332" y="1785416"/>
                  </a:lnTo>
                  <a:lnTo>
                    <a:pt x="1185862" y="1786534"/>
                  </a:lnTo>
                  <a:lnTo>
                    <a:pt x="1185862" y="1789163"/>
                  </a:lnTo>
                  <a:lnTo>
                    <a:pt x="1186332" y="1790280"/>
                  </a:lnTo>
                  <a:lnTo>
                    <a:pt x="1188199" y="1792147"/>
                  </a:lnTo>
                  <a:lnTo>
                    <a:pt x="1189316" y="1792605"/>
                  </a:lnTo>
                  <a:lnTo>
                    <a:pt x="1191945" y="1792605"/>
                  </a:lnTo>
                  <a:lnTo>
                    <a:pt x="1193063" y="1792147"/>
                  </a:lnTo>
                  <a:lnTo>
                    <a:pt x="1194930" y="1790280"/>
                  </a:lnTo>
                  <a:lnTo>
                    <a:pt x="1195387" y="1789163"/>
                  </a:lnTo>
                  <a:lnTo>
                    <a:pt x="1195387" y="1786534"/>
                  </a:lnTo>
                  <a:close/>
                </a:path>
                <a:path w="5577205" h="1792604">
                  <a:moveTo>
                    <a:pt x="1195387" y="894994"/>
                  </a:moveTo>
                  <a:lnTo>
                    <a:pt x="1194930" y="893876"/>
                  </a:lnTo>
                  <a:lnTo>
                    <a:pt x="1193063" y="892009"/>
                  </a:lnTo>
                  <a:lnTo>
                    <a:pt x="1191945" y="891552"/>
                  </a:lnTo>
                  <a:lnTo>
                    <a:pt x="1189316" y="891552"/>
                  </a:lnTo>
                  <a:lnTo>
                    <a:pt x="1188199" y="892009"/>
                  </a:lnTo>
                  <a:lnTo>
                    <a:pt x="1186332" y="893876"/>
                  </a:lnTo>
                  <a:lnTo>
                    <a:pt x="1185862" y="894994"/>
                  </a:lnTo>
                  <a:lnTo>
                    <a:pt x="1185862" y="897623"/>
                  </a:lnTo>
                  <a:lnTo>
                    <a:pt x="1186332" y="898740"/>
                  </a:lnTo>
                  <a:lnTo>
                    <a:pt x="1188199" y="900607"/>
                  </a:lnTo>
                  <a:lnTo>
                    <a:pt x="1189316" y="901077"/>
                  </a:lnTo>
                  <a:lnTo>
                    <a:pt x="1191945" y="901077"/>
                  </a:lnTo>
                  <a:lnTo>
                    <a:pt x="1193063" y="900607"/>
                  </a:lnTo>
                  <a:lnTo>
                    <a:pt x="1194930" y="898740"/>
                  </a:lnTo>
                  <a:lnTo>
                    <a:pt x="1195387" y="897623"/>
                  </a:lnTo>
                  <a:lnTo>
                    <a:pt x="1195387" y="894994"/>
                  </a:lnTo>
                  <a:close/>
                </a:path>
                <a:path w="5577205" h="1792604">
                  <a:moveTo>
                    <a:pt x="1195387" y="3454"/>
                  </a:moveTo>
                  <a:lnTo>
                    <a:pt x="1194930" y="2336"/>
                  </a:lnTo>
                  <a:lnTo>
                    <a:pt x="1193063" y="469"/>
                  </a:lnTo>
                  <a:lnTo>
                    <a:pt x="1191945" y="0"/>
                  </a:lnTo>
                  <a:lnTo>
                    <a:pt x="1189316" y="0"/>
                  </a:lnTo>
                  <a:lnTo>
                    <a:pt x="1188199" y="469"/>
                  </a:lnTo>
                  <a:lnTo>
                    <a:pt x="1186332" y="2336"/>
                  </a:lnTo>
                  <a:lnTo>
                    <a:pt x="1185862" y="3454"/>
                  </a:lnTo>
                  <a:lnTo>
                    <a:pt x="1185862" y="6083"/>
                  </a:lnTo>
                  <a:lnTo>
                    <a:pt x="1186332" y="7200"/>
                  </a:lnTo>
                  <a:lnTo>
                    <a:pt x="1188199" y="9067"/>
                  </a:lnTo>
                  <a:lnTo>
                    <a:pt x="1189316" y="9525"/>
                  </a:lnTo>
                  <a:lnTo>
                    <a:pt x="1191945" y="9525"/>
                  </a:lnTo>
                  <a:lnTo>
                    <a:pt x="1193063" y="9067"/>
                  </a:lnTo>
                  <a:lnTo>
                    <a:pt x="1194930" y="7200"/>
                  </a:lnTo>
                  <a:lnTo>
                    <a:pt x="1195387" y="6083"/>
                  </a:lnTo>
                  <a:lnTo>
                    <a:pt x="1195387" y="3454"/>
                  </a:lnTo>
                  <a:close/>
                </a:path>
                <a:path w="5577205" h="1792604">
                  <a:moveTo>
                    <a:pt x="1243012" y="1786534"/>
                  </a:moveTo>
                  <a:lnTo>
                    <a:pt x="1242555" y="1785416"/>
                  </a:lnTo>
                  <a:lnTo>
                    <a:pt x="1240688" y="1783549"/>
                  </a:lnTo>
                  <a:lnTo>
                    <a:pt x="1239570" y="1783080"/>
                  </a:lnTo>
                  <a:lnTo>
                    <a:pt x="1236941" y="1783080"/>
                  </a:lnTo>
                  <a:lnTo>
                    <a:pt x="1235824" y="1783549"/>
                  </a:lnTo>
                  <a:lnTo>
                    <a:pt x="1233957" y="1785416"/>
                  </a:lnTo>
                  <a:lnTo>
                    <a:pt x="1233487" y="1786534"/>
                  </a:lnTo>
                  <a:lnTo>
                    <a:pt x="1233487" y="1789163"/>
                  </a:lnTo>
                  <a:lnTo>
                    <a:pt x="1233957" y="1790280"/>
                  </a:lnTo>
                  <a:lnTo>
                    <a:pt x="1235824" y="1792147"/>
                  </a:lnTo>
                  <a:lnTo>
                    <a:pt x="1236941" y="1792605"/>
                  </a:lnTo>
                  <a:lnTo>
                    <a:pt x="1239570" y="1792605"/>
                  </a:lnTo>
                  <a:lnTo>
                    <a:pt x="1240688" y="1792147"/>
                  </a:lnTo>
                  <a:lnTo>
                    <a:pt x="1242555" y="1790280"/>
                  </a:lnTo>
                  <a:lnTo>
                    <a:pt x="1243012" y="1789163"/>
                  </a:lnTo>
                  <a:lnTo>
                    <a:pt x="1243012" y="1786534"/>
                  </a:lnTo>
                  <a:close/>
                </a:path>
                <a:path w="5577205" h="1792604">
                  <a:moveTo>
                    <a:pt x="1243012" y="894994"/>
                  </a:moveTo>
                  <a:lnTo>
                    <a:pt x="1242555" y="893876"/>
                  </a:lnTo>
                  <a:lnTo>
                    <a:pt x="1240688" y="892009"/>
                  </a:lnTo>
                  <a:lnTo>
                    <a:pt x="1239570" y="891552"/>
                  </a:lnTo>
                  <a:lnTo>
                    <a:pt x="1236941" y="891552"/>
                  </a:lnTo>
                  <a:lnTo>
                    <a:pt x="1235824" y="892009"/>
                  </a:lnTo>
                  <a:lnTo>
                    <a:pt x="1233957" y="893876"/>
                  </a:lnTo>
                  <a:lnTo>
                    <a:pt x="1233487" y="894994"/>
                  </a:lnTo>
                  <a:lnTo>
                    <a:pt x="1233487" y="897623"/>
                  </a:lnTo>
                  <a:lnTo>
                    <a:pt x="1233957" y="898740"/>
                  </a:lnTo>
                  <a:lnTo>
                    <a:pt x="1235824" y="900607"/>
                  </a:lnTo>
                  <a:lnTo>
                    <a:pt x="1236941" y="901077"/>
                  </a:lnTo>
                  <a:lnTo>
                    <a:pt x="1239570" y="901077"/>
                  </a:lnTo>
                  <a:lnTo>
                    <a:pt x="1240688" y="900607"/>
                  </a:lnTo>
                  <a:lnTo>
                    <a:pt x="1242555" y="898740"/>
                  </a:lnTo>
                  <a:lnTo>
                    <a:pt x="1243012" y="897623"/>
                  </a:lnTo>
                  <a:lnTo>
                    <a:pt x="1243012" y="894994"/>
                  </a:lnTo>
                  <a:close/>
                </a:path>
                <a:path w="5577205" h="1792604">
                  <a:moveTo>
                    <a:pt x="1243012" y="3454"/>
                  </a:moveTo>
                  <a:lnTo>
                    <a:pt x="1242555" y="2336"/>
                  </a:lnTo>
                  <a:lnTo>
                    <a:pt x="1240688" y="469"/>
                  </a:lnTo>
                  <a:lnTo>
                    <a:pt x="1239570" y="0"/>
                  </a:lnTo>
                  <a:lnTo>
                    <a:pt x="1236941" y="0"/>
                  </a:lnTo>
                  <a:lnTo>
                    <a:pt x="1235824" y="469"/>
                  </a:lnTo>
                  <a:lnTo>
                    <a:pt x="1233957" y="2336"/>
                  </a:lnTo>
                  <a:lnTo>
                    <a:pt x="1233487" y="3454"/>
                  </a:lnTo>
                  <a:lnTo>
                    <a:pt x="1233487" y="6083"/>
                  </a:lnTo>
                  <a:lnTo>
                    <a:pt x="1233957" y="7200"/>
                  </a:lnTo>
                  <a:lnTo>
                    <a:pt x="1235824" y="9067"/>
                  </a:lnTo>
                  <a:lnTo>
                    <a:pt x="1236941" y="9525"/>
                  </a:lnTo>
                  <a:lnTo>
                    <a:pt x="1239570" y="9525"/>
                  </a:lnTo>
                  <a:lnTo>
                    <a:pt x="1240688" y="9067"/>
                  </a:lnTo>
                  <a:lnTo>
                    <a:pt x="1242555" y="7200"/>
                  </a:lnTo>
                  <a:lnTo>
                    <a:pt x="1243012" y="6083"/>
                  </a:lnTo>
                  <a:lnTo>
                    <a:pt x="1243012" y="3454"/>
                  </a:lnTo>
                  <a:close/>
                </a:path>
                <a:path w="5577205" h="1792604">
                  <a:moveTo>
                    <a:pt x="1290637" y="1786534"/>
                  </a:moveTo>
                  <a:lnTo>
                    <a:pt x="1290180" y="1785416"/>
                  </a:lnTo>
                  <a:lnTo>
                    <a:pt x="1288313" y="1783549"/>
                  </a:lnTo>
                  <a:lnTo>
                    <a:pt x="1287195" y="1783080"/>
                  </a:lnTo>
                  <a:lnTo>
                    <a:pt x="1284566" y="1783080"/>
                  </a:lnTo>
                  <a:lnTo>
                    <a:pt x="1283449" y="1783549"/>
                  </a:lnTo>
                  <a:lnTo>
                    <a:pt x="1281582" y="1785416"/>
                  </a:lnTo>
                  <a:lnTo>
                    <a:pt x="1281112" y="1786534"/>
                  </a:lnTo>
                  <a:lnTo>
                    <a:pt x="1281112" y="1789163"/>
                  </a:lnTo>
                  <a:lnTo>
                    <a:pt x="1281582" y="1790280"/>
                  </a:lnTo>
                  <a:lnTo>
                    <a:pt x="1283449" y="1792147"/>
                  </a:lnTo>
                  <a:lnTo>
                    <a:pt x="1284566" y="1792605"/>
                  </a:lnTo>
                  <a:lnTo>
                    <a:pt x="1287195" y="1792605"/>
                  </a:lnTo>
                  <a:lnTo>
                    <a:pt x="1288313" y="1792147"/>
                  </a:lnTo>
                  <a:lnTo>
                    <a:pt x="1290180" y="1790280"/>
                  </a:lnTo>
                  <a:lnTo>
                    <a:pt x="1290637" y="1789163"/>
                  </a:lnTo>
                  <a:lnTo>
                    <a:pt x="1290637" y="1786534"/>
                  </a:lnTo>
                  <a:close/>
                </a:path>
                <a:path w="5577205" h="1792604">
                  <a:moveTo>
                    <a:pt x="1290637" y="894994"/>
                  </a:moveTo>
                  <a:lnTo>
                    <a:pt x="1290180" y="893876"/>
                  </a:lnTo>
                  <a:lnTo>
                    <a:pt x="1288313" y="892009"/>
                  </a:lnTo>
                  <a:lnTo>
                    <a:pt x="1287195" y="891552"/>
                  </a:lnTo>
                  <a:lnTo>
                    <a:pt x="1284566" y="891552"/>
                  </a:lnTo>
                  <a:lnTo>
                    <a:pt x="1283449" y="892009"/>
                  </a:lnTo>
                  <a:lnTo>
                    <a:pt x="1281582" y="893876"/>
                  </a:lnTo>
                  <a:lnTo>
                    <a:pt x="1281112" y="894994"/>
                  </a:lnTo>
                  <a:lnTo>
                    <a:pt x="1281112" y="897623"/>
                  </a:lnTo>
                  <a:lnTo>
                    <a:pt x="1281582" y="898740"/>
                  </a:lnTo>
                  <a:lnTo>
                    <a:pt x="1283449" y="900607"/>
                  </a:lnTo>
                  <a:lnTo>
                    <a:pt x="1284566" y="901077"/>
                  </a:lnTo>
                  <a:lnTo>
                    <a:pt x="1287195" y="901077"/>
                  </a:lnTo>
                  <a:lnTo>
                    <a:pt x="1288313" y="900607"/>
                  </a:lnTo>
                  <a:lnTo>
                    <a:pt x="1290180" y="898740"/>
                  </a:lnTo>
                  <a:lnTo>
                    <a:pt x="1290637" y="897623"/>
                  </a:lnTo>
                  <a:lnTo>
                    <a:pt x="1290637" y="894994"/>
                  </a:lnTo>
                  <a:close/>
                </a:path>
                <a:path w="5577205" h="1792604">
                  <a:moveTo>
                    <a:pt x="1290637" y="3454"/>
                  </a:moveTo>
                  <a:lnTo>
                    <a:pt x="1290180" y="2336"/>
                  </a:lnTo>
                  <a:lnTo>
                    <a:pt x="1288313" y="469"/>
                  </a:lnTo>
                  <a:lnTo>
                    <a:pt x="1287195" y="0"/>
                  </a:lnTo>
                  <a:lnTo>
                    <a:pt x="1284566" y="0"/>
                  </a:lnTo>
                  <a:lnTo>
                    <a:pt x="1283449" y="469"/>
                  </a:lnTo>
                  <a:lnTo>
                    <a:pt x="1281582" y="2336"/>
                  </a:lnTo>
                  <a:lnTo>
                    <a:pt x="1281112" y="3454"/>
                  </a:lnTo>
                  <a:lnTo>
                    <a:pt x="1281112" y="6083"/>
                  </a:lnTo>
                  <a:lnTo>
                    <a:pt x="1281582" y="7200"/>
                  </a:lnTo>
                  <a:lnTo>
                    <a:pt x="1283449" y="9067"/>
                  </a:lnTo>
                  <a:lnTo>
                    <a:pt x="1284566" y="9525"/>
                  </a:lnTo>
                  <a:lnTo>
                    <a:pt x="1287195" y="9525"/>
                  </a:lnTo>
                  <a:lnTo>
                    <a:pt x="1288313" y="9067"/>
                  </a:lnTo>
                  <a:lnTo>
                    <a:pt x="1290180" y="7200"/>
                  </a:lnTo>
                  <a:lnTo>
                    <a:pt x="1290637" y="6083"/>
                  </a:lnTo>
                  <a:lnTo>
                    <a:pt x="1290637" y="3454"/>
                  </a:lnTo>
                  <a:close/>
                </a:path>
                <a:path w="5577205" h="1792604">
                  <a:moveTo>
                    <a:pt x="1338262" y="1786534"/>
                  </a:moveTo>
                  <a:lnTo>
                    <a:pt x="1337805" y="1785416"/>
                  </a:lnTo>
                  <a:lnTo>
                    <a:pt x="1335938" y="1783549"/>
                  </a:lnTo>
                  <a:lnTo>
                    <a:pt x="1334820" y="1783080"/>
                  </a:lnTo>
                  <a:lnTo>
                    <a:pt x="1332191" y="1783080"/>
                  </a:lnTo>
                  <a:lnTo>
                    <a:pt x="1331061" y="1783549"/>
                  </a:lnTo>
                  <a:lnTo>
                    <a:pt x="1329207" y="1785416"/>
                  </a:lnTo>
                  <a:lnTo>
                    <a:pt x="1328737" y="1786534"/>
                  </a:lnTo>
                  <a:lnTo>
                    <a:pt x="1328737" y="1789163"/>
                  </a:lnTo>
                  <a:lnTo>
                    <a:pt x="1329207" y="1790280"/>
                  </a:lnTo>
                  <a:lnTo>
                    <a:pt x="1331061" y="1792147"/>
                  </a:lnTo>
                  <a:lnTo>
                    <a:pt x="1332191" y="1792605"/>
                  </a:lnTo>
                  <a:lnTo>
                    <a:pt x="1334820" y="1792605"/>
                  </a:lnTo>
                  <a:lnTo>
                    <a:pt x="1335938" y="1792147"/>
                  </a:lnTo>
                  <a:lnTo>
                    <a:pt x="1337805" y="1790280"/>
                  </a:lnTo>
                  <a:lnTo>
                    <a:pt x="1338262" y="1789163"/>
                  </a:lnTo>
                  <a:lnTo>
                    <a:pt x="1338262" y="1786534"/>
                  </a:lnTo>
                  <a:close/>
                </a:path>
                <a:path w="5577205" h="1792604">
                  <a:moveTo>
                    <a:pt x="1338262" y="894994"/>
                  </a:moveTo>
                  <a:lnTo>
                    <a:pt x="1337805" y="893876"/>
                  </a:lnTo>
                  <a:lnTo>
                    <a:pt x="1335938" y="892009"/>
                  </a:lnTo>
                  <a:lnTo>
                    <a:pt x="1334820" y="891552"/>
                  </a:lnTo>
                  <a:lnTo>
                    <a:pt x="1332191" y="891552"/>
                  </a:lnTo>
                  <a:lnTo>
                    <a:pt x="1331061" y="892009"/>
                  </a:lnTo>
                  <a:lnTo>
                    <a:pt x="1329207" y="893876"/>
                  </a:lnTo>
                  <a:lnTo>
                    <a:pt x="1328737" y="894994"/>
                  </a:lnTo>
                  <a:lnTo>
                    <a:pt x="1328737" y="897623"/>
                  </a:lnTo>
                  <a:lnTo>
                    <a:pt x="1329207" y="898740"/>
                  </a:lnTo>
                  <a:lnTo>
                    <a:pt x="1331061" y="900607"/>
                  </a:lnTo>
                  <a:lnTo>
                    <a:pt x="1332191" y="901077"/>
                  </a:lnTo>
                  <a:lnTo>
                    <a:pt x="1334820" y="901077"/>
                  </a:lnTo>
                  <a:lnTo>
                    <a:pt x="1335938" y="900607"/>
                  </a:lnTo>
                  <a:lnTo>
                    <a:pt x="1337805" y="898740"/>
                  </a:lnTo>
                  <a:lnTo>
                    <a:pt x="1338262" y="897623"/>
                  </a:lnTo>
                  <a:lnTo>
                    <a:pt x="1338262" y="894994"/>
                  </a:lnTo>
                  <a:close/>
                </a:path>
                <a:path w="5577205" h="1792604">
                  <a:moveTo>
                    <a:pt x="1338262" y="3454"/>
                  </a:moveTo>
                  <a:lnTo>
                    <a:pt x="1337805" y="2336"/>
                  </a:lnTo>
                  <a:lnTo>
                    <a:pt x="1335938" y="469"/>
                  </a:lnTo>
                  <a:lnTo>
                    <a:pt x="1334820" y="0"/>
                  </a:lnTo>
                  <a:lnTo>
                    <a:pt x="1332191" y="0"/>
                  </a:lnTo>
                  <a:lnTo>
                    <a:pt x="1331061" y="469"/>
                  </a:lnTo>
                  <a:lnTo>
                    <a:pt x="1329207" y="2336"/>
                  </a:lnTo>
                  <a:lnTo>
                    <a:pt x="1328737" y="3454"/>
                  </a:lnTo>
                  <a:lnTo>
                    <a:pt x="1328737" y="6083"/>
                  </a:lnTo>
                  <a:lnTo>
                    <a:pt x="1329207" y="7200"/>
                  </a:lnTo>
                  <a:lnTo>
                    <a:pt x="1331061" y="9067"/>
                  </a:lnTo>
                  <a:lnTo>
                    <a:pt x="1332191" y="9525"/>
                  </a:lnTo>
                  <a:lnTo>
                    <a:pt x="1334820" y="9525"/>
                  </a:lnTo>
                  <a:lnTo>
                    <a:pt x="1335938" y="9067"/>
                  </a:lnTo>
                  <a:lnTo>
                    <a:pt x="1337805" y="7200"/>
                  </a:lnTo>
                  <a:lnTo>
                    <a:pt x="1338262" y="6083"/>
                  </a:lnTo>
                  <a:lnTo>
                    <a:pt x="1338262" y="3454"/>
                  </a:lnTo>
                  <a:close/>
                </a:path>
                <a:path w="5577205" h="1792604">
                  <a:moveTo>
                    <a:pt x="1385887" y="1786534"/>
                  </a:moveTo>
                  <a:lnTo>
                    <a:pt x="1385430" y="1785416"/>
                  </a:lnTo>
                  <a:lnTo>
                    <a:pt x="1383563" y="1783549"/>
                  </a:lnTo>
                  <a:lnTo>
                    <a:pt x="1382445" y="1783080"/>
                  </a:lnTo>
                  <a:lnTo>
                    <a:pt x="1379816" y="1783080"/>
                  </a:lnTo>
                  <a:lnTo>
                    <a:pt x="1378686" y="1783549"/>
                  </a:lnTo>
                  <a:lnTo>
                    <a:pt x="1376832" y="1785416"/>
                  </a:lnTo>
                  <a:lnTo>
                    <a:pt x="1376362" y="1786534"/>
                  </a:lnTo>
                  <a:lnTo>
                    <a:pt x="1376362" y="1789163"/>
                  </a:lnTo>
                  <a:lnTo>
                    <a:pt x="1376832" y="1790280"/>
                  </a:lnTo>
                  <a:lnTo>
                    <a:pt x="1378686" y="1792147"/>
                  </a:lnTo>
                  <a:lnTo>
                    <a:pt x="1379816" y="1792605"/>
                  </a:lnTo>
                  <a:lnTo>
                    <a:pt x="1382445" y="1792605"/>
                  </a:lnTo>
                  <a:lnTo>
                    <a:pt x="1383563" y="1792147"/>
                  </a:lnTo>
                  <a:lnTo>
                    <a:pt x="1385430" y="1790280"/>
                  </a:lnTo>
                  <a:lnTo>
                    <a:pt x="1385887" y="1789163"/>
                  </a:lnTo>
                  <a:lnTo>
                    <a:pt x="1385887" y="1786534"/>
                  </a:lnTo>
                  <a:close/>
                </a:path>
                <a:path w="5577205" h="1792604">
                  <a:moveTo>
                    <a:pt x="1385887" y="894994"/>
                  </a:moveTo>
                  <a:lnTo>
                    <a:pt x="1385430" y="893876"/>
                  </a:lnTo>
                  <a:lnTo>
                    <a:pt x="1383563" y="892009"/>
                  </a:lnTo>
                  <a:lnTo>
                    <a:pt x="1382445" y="891552"/>
                  </a:lnTo>
                  <a:lnTo>
                    <a:pt x="1379816" y="891552"/>
                  </a:lnTo>
                  <a:lnTo>
                    <a:pt x="1378686" y="892009"/>
                  </a:lnTo>
                  <a:lnTo>
                    <a:pt x="1376832" y="893876"/>
                  </a:lnTo>
                  <a:lnTo>
                    <a:pt x="1376362" y="894994"/>
                  </a:lnTo>
                  <a:lnTo>
                    <a:pt x="1376362" y="897623"/>
                  </a:lnTo>
                  <a:lnTo>
                    <a:pt x="1376832" y="898740"/>
                  </a:lnTo>
                  <a:lnTo>
                    <a:pt x="1378686" y="900607"/>
                  </a:lnTo>
                  <a:lnTo>
                    <a:pt x="1379816" y="901077"/>
                  </a:lnTo>
                  <a:lnTo>
                    <a:pt x="1382445" y="901077"/>
                  </a:lnTo>
                  <a:lnTo>
                    <a:pt x="1383563" y="900607"/>
                  </a:lnTo>
                  <a:lnTo>
                    <a:pt x="1385430" y="898740"/>
                  </a:lnTo>
                  <a:lnTo>
                    <a:pt x="1385887" y="897623"/>
                  </a:lnTo>
                  <a:lnTo>
                    <a:pt x="1385887" y="894994"/>
                  </a:lnTo>
                  <a:close/>
                </a:path>
                <a:path w="5577205" h="1792604">
                  <a:moveTo>
                    <a:pt x="1385887" y="3454"/>
                  </a:moveTo>
                  <a:lnTo>
                    <a:pt x="1385430" y="2336"/>
                  </a:lnTo>
                  <a:lnTo>
                    <a:pt x="1383563" y="469"/>
                  </a:lnTo>
                  <a:lnTo>
                    <a:pt x="1382445" y="0"/>
                  </a:lnTo>
                  <a:lnTo>
                    <a:pt x="1379816" y="0"/>
                  </a:lnTo>
                  <a:lnTo>
                    <a:pt x="1378686" y="469"/>
                  </a:lnTo>
                  <a:lnTo>
                    <a:pt x="1376832" y="2336"/>
                  </a:lnTo>
                  <a:lnTo>
                    <a:pt x="1376362" y="3454"/>
                  </a:lnTo>
                  <a:lnTo>
                    <a:pt x="1376362" y="6083"/>
                  </a:lnTo>
                  <a:lnTo>
                    <a:pt x="1376832" y="7200"/>
                  </a:lnTo>
                  <a:lnTo>
                    <a:pt x="1378686" y="9067"/>
                  </a:lnTo>
                  <a:lnTo>
                    <a:pt x="1379816" y="9525"/>
                  </a:lnTo>
                  <a:lnTo>
                    <a:pt x="1382445" y="9525"/>
                  </a:lnTo>
                  <a:lnTo>
                    <a:pt x="1383563" y="9067"/>
                  </a:lnTo>
                  <a:lnTo>
                    <a:pt x="1385430" y="7200"/>
                  </a:lnTo>
                  <a:lnTo>
                    <a:pt x="1385887" y="6083"/>
                  </a:lnTo>
                  <a:lnTo>
                    <a:pt x="1385887" y="3454"/>
                  </a:lnTo>
                  <a:close/>
                </a:path>
                <a:path w="5577205" h="1792604">
                  <a:moveTo>
                    <a:pt x="1433512" y="1786534"/>
                  </a:moveTo>
                  <a:lnTo>
                    <a:pt x="1433055" y="1785416"/>
                  </a:lnTo>
                  <a:lnTo>
                    <a:pt x="1431188" y="1783549"/>
                  </a:lnTo>
                  <a:lnTo>
                    <a:pt x="1430070" y="1783080"/>
                  </a:lnTo>
                  <a:lnTo>
                    <a:pt x="1427441" y="1783080"/>
                  </a:lnTo>
                  <a:lnTo>
                    <a:pt x="1426311" y="1783549"/>
                  </a:lnTo>
                  <a:lnTo>
                    <a:pt x="1424457" y="1785416"/>
                  </a:lnTo>
                  <a:lnTo>
                    <a:pt x="1423987" y="1786534"/>
                  </a:lnTo>
                  <a:lnTo>
                    <a:pt x="1423987" y="1789163"/>
                  </a:lnTo>
                  <a:lnTo>
                    <a:pt x="1424457" y="1790280"/>
                  </a:lnTo>
                  <a:lnTo>
                    <a:pt x="1426311" y="1792147"/>
                  </a:lnTo>
                  <a:lnTo>
                    <a:pt x="1427441" y="1792605"/>
                  </a:lnTo>
                  <a:lnTo>
                    <a:pt x="1430070" y="1792605"/>
                  </a:lnTo>
                  <a:lnTo>
                    <a:pt x="1431188" y="1792147"/>
                  </a:lnTo>
                  <a:lnTo>
                    <a:pt x="1433055" y="1790280"/>
                  </a:lnTo>
                  <a:lnTo>
                    <a:pt x="1433512" y="1789163"/>
                  </a:lnTo>
                  <a:lnTo>
                    <a:pt x="1433512" y="1786534"/>
                  </a:lnTo>
                  <a:close/>
                </a:path>
                <a:path w="5577205" h="1792604">
                  <a:moveTo>
                    <a:pt x="1433512" y="894994"/>
                  </a:moveTo>
                  <a:lnTo>
                    <a:pt x="1433055" y="893876"/>
                  </a:lnTo>
                  <a:lnTo>
                    <a:pt x="1431188" y="892009"/>
                  </a:lnTo>
                  <a:lnTo>
                    <a:pt x="1430070" y="891552"/>
                  </a:lnTo>
                  <a:lnTo>
                    <a:pt x="1427441" y="891552"/>
                  </a:lnTo>
                  <a:lnTo>
                    <a:pt x="1426311" y="892009"/>
                  </a:lnTo>
                  <a:lnTo>
                    <a:pt x="1424457" y="893876"/>
                  </a:lnTo>
                  <a:lnTo>
                    <a:pt x="1423987" y="894994"/>
                  </a:lnTo>
                  <a:lnTo>
                    <a:pt x="1423987" y="897623"/>
                  </a:lnTo>
                  <a:lnTo>
                    <a:pt x="1424457" y="898740"/>
                  </a:lnTo>
                  <a:lnTo>
                    <a:pt x="1426311" y="900607"/>
                  </a:lnTo>
                  <a:lnTo>
                    <a:pt x="1427441" y="901077"/>
                  </a:lnTo>
                  <a:lnTo>
                    <a:pt x="1430070" y="901077"/>
                  </a:lnTo>
                  <a:lnTo>
                    <a:pt x="1431188" y="900607"/>
                  </a:lnTo>
                  <a:lnTo>
                    <a:pt x="1433055" y="898740"/>
                  </a:lnTo>
                  <a:lnTo>
                    <a:pt x="1433512" y="897623"/>
                  </a:lnTo>
                  <a:lnTo>
                    <a:pt x="1433512" y="894994"/>
                  </a:lnTo>
                  <a:close/>
                </a:path>
                <a:path w="5577205" h="1792604">
                  <a:moveTo>
                    <a:pt x="1433512" y="3454"/>
                  </a:moveTo>
                  <a:lnTo>
                    <a:pt x="1433055" y="2336"/>
                  </a:lnTo>
                  <a:lnTo>
                    <a:pt x="1431188" y="469"/>
                  </a:lnTo>
                  <a:lnTo>
                    <a:pt x="1430070" y="0"/>
                  </a:lnTo>
                  <a:lnTo>
                    <a:pt x="1427441" y="0"/>
                  </a:lnTo>
                  <a:lnTo>
                    <a:pt x="1426311" y="469"/>
                  </a:lnTo>
                  <a:lnTo>
                    <a:pt x="1424457" y="2336"/>
                  </a:lnTo>
                  <a:lnTo>
                    <a:pt x="1423987" y="3454"/>
                  </a:lnTo>
                  <a:lnTo>
                    <a:pt x="1423987" y="6083"/>
                  </a:lnTo>
                  <a:lnTo>
                    <a:pt x="1424457" y="7200"/>
                  </a:lnTo>
                  <a:lnTo>
                    <a:pt x="1426311" y="9067"/>
                  </a:lnTo>
                  <a:lnTo>
                    <a:pt x="1427441" y="9525"/>
                  </a:lnTo>
                  <a:lnTo>
                    <a:pt x="1430070" y="9525"/>
                  </a:lnTo>
                  <a:lnTo>
                    <a:pt x="1431188" y="9067"/>
                  </a:lnTo>
                  <a:lnTo>
                    <a:pt x="1433055" y="7200"/>
                  </a:lnTo>
                  <a:lnTo>
                    <a:pt x="1433512" y="6083"/>
                  </a:lnTo>
                  <a:lnTo>
                    <a:pt x="1433512" y="3454"/>
                  </a:lnTo>
                  <a:close/>
                </a:path>
                <a:path w="5577205" h="1792604">
                  <a:moveTo>
                    <a:pt x="1481137" y="1786534"/>
                  </a:moveTo>
                  <a:lnTo>
                    <a:pt x="1480680" y="1785416"/>
                  </a:lnTo>
                  <a:lnTo>
                    <a:pt x="1478813" y="1783549"/>
                  </a:lnTo>
                  <a:lnTo>
                    <a:pt x="1477695" y="1783080"/>
                  </a:lnTo>
                  <a:lnTo>
                    <a:pt x="1475066" y="1783080"/>
                  </a:lnTo>
                  <a:lnTo>
                    <a:pt x="1473936" y="1783549"/>
                  </a:lnTo>
                  <a:lnTo>
                    <a:pt x="1472082" y="1785416"/>
                  </a:lnTo>
                  <a:lnTo>
                    <a:pt x="1471612" y="1786534"/>
                  </a:lnTo>
                  <a:lnTo>
                    <a:pt x="1471612" y="1789163"/>
                  </a:lnTo>
                  <a:lnTo>
                    <a:pt x="1472082" y="1790280"/>
                  </a:lnTo>
                  <a:lnTo>
                    <a:pt x="1473936" y="1792147"/>
                  </a:lnTo>
                  <a:lnTo>
                    <a:pt x="1475066" y="1792605"/>
                  </a:lnTo>
                  <a:lnTo>
                    <a:pt x="1477695" y="1792605"/>
                  </a:lnTo>
                  <a:lnTo>
                    <a:pt x="1478813" y="1792147"/>
                  </a:lnTo>
                  <a:lnTo>
                    <a:pt x="1480680" y="1790280"/>
                  </a:lnTo>
                  <a:lnTo>
                    <a:pt x="1481137" y="1789163"/>
                  </a:lnTo>
                  <a:lnTo>
                    <a:pt x="1481137" y="1786534"/>
                  </a:lnTo>
                  <a:close/>
                </a:path>
                <a:path w="5577205" h="1792604">
                  <a:moveTo>
                    <a:pt x="1481137" y="894994"/>
                  </a:moveTo>
                  <a:lnTo>
                    <a:pt x="1480680" y="893876"/>
                  </a:lnTo>
                  <a:lnTo>
                    <a:pt x="1478813" y="892009"/>
                  </a:lnTo>
                  <a:lnTo>
                    <a:pt x="1477695" y="891552"/>
                  </a:lnTo>
                  <a:lnTo>
                    <a:pt x="1475066" y="891552"/>
                  </a:lnTo>
                  <a:lnTo>
                    <a:pt x="1473936" y="892009"/>
                  </a:lnTo>
                  <a:lnTo>
                    <a:pt x="1472082" y="893876"/>
                  </a:lnTo>
                  <a:lnTo>
                    <a:pt x="1471612" y="894994"/>
                  </a:lnTo>
                  <a:lnTo>
                    <a:pt x="1471612" y="897623"/>
                  </a:lnTo>
                  <a:lnTo>
                    <a:pt x="1472082" y="898740"/>
                  </a:lnTo>
                  <a:lnTo>
                    <a:pt x="1473936" y="900607"/>
                  </a:lnTo>
                  <a:lnTo>
                    <a:pt x="1475066" y="901077"/>
                  </a:lnTo>
                  <a:lnTo>
                    <a:pt x="1477695" y="901077"/>
                  </a:lnTo>
                  <a:lnTo>
                    <a:pt x="1478813" y="900607"/>
                  </a:lnTo>
                  <a:lnTo>
                    <a:pt x="1480680" y="898740"/>
                  </a:lnTo>
                  <a:lnTo>
                    <a:pt x="1481137" y="897623"/>
                  </a:lnTo>
                  <a:lnTo>
                    <a:pt x="1481137" y="894994"/>
                  </a:lnTo>
                  <a:close/>
                </a:path>
                <a:path w="5577205" h="1792604">
                  <a:moveTo>
                    <a:pt x="1481137" y="3454"/>
                  </a:moveTo>
                  <a:lnTo>
                    <a:pt x="1480680" y="2336"/>
                  </a:lnTo>
                  <a:lnTo>
                    <a:pt x="1478813" y="469"/>
                  </a:lnTo>
                  <a:lnTo>
                    <a:pt x="1477695" y="0"/>
                  </a:lnTo>
                  <a:lnTo>
                    <a:pt x="1475066" y="0"/>
                  </a:lnTo>
                  <a:lnTo>
                    <a:pt x="1473936" y="469"/>
                  </a:lnTo>
                  <a:lnTo>
                    <a:pt x="1472082" y="2336"/>
                  </a:lnTo>
                  <a:lnTo>
                    <a:pt x="1471612" y="3454"/>
                  </a:lnTo>
                  <a:lnTo>
                    <a:pt x="1471612" y="6083"/>
                  </a:lnTo>
                  <a:lnTo>
                    <a:pt x="1472082" y="7200"/>
                  </a:lnTo>
                  <a:lnTo>
                    <a:pt x="1473936" y="9067"/>
                  </a:lnTo>
                  <a:lnTo>
                    <a:pt x="1475066" y="9525"/>
                  </a:lnTo>
                  <a:lnTo>
                    <a:pt x="1477695" y="9525"/>
                  </a:lnTo>
                  <a:lnTo>
                    <a:pt x="1478813" y="9067"/>
                  </a:lnTo>
                  <a:lnTo>
                    <a:pt x="1480680" y="7200"/>
                  </a:lnTo>
                  <a:lnTo>
                    <a:pt x="1481137" y="6083"/>
                  </a:lnTo>
                  <a:lnTo>
                    <a:pt x="1481137" y="3454"/>
                  </a:lnTo>
                  <a:close/>
                </a:path>
                <a:path w="5577205" h="1792604">
                  <a:moveTo>
                    <a:pt x="1528762" y="1786534"/>
                  </a:moveTo>
                  <a:lnTo>
                    <a:pt x="1528305" y="1785416"/>
                  </a:lnTo>
                  <a:lnTo>
                    <a:pt x="1526438" y="1783549"/>
                  </a:lnTo>
                  <a:lnTo>
                    <a:pt x="1525320" y="1783080"/>
                  </a:lnTo>
                  <a:lnTo>
                    <a:pt x="1522691" y="1783080"/>
                  </a:lnTo>
                  <a:lnTo>
                    <a:pt x="1521574" y="1783549"/>
                  </a:lnTo>
                  <a:lnTo>
                    <a:pt x="1519707" y="1785416"/>
                  </a:lnTo>
                  <a:lnTo>
                    <a:pt x="1519237" y="1786534"/>
                  </a:lnTo>
                  <a:lnTo>
                    <a:pt x="1519237" y="1789163"/>
                  </a:lnTo>
                  <a:lnTo>
                    <a:pt x="1519707" y="1790280"/>
                  </a:lnTo>
                  <a:lnTo>
                    <a:pt x="1521574" y="1792147"/>
                  </a:lnTo>
                  <a:lnTo>
                    <a:pt x="1522691" y="1792605"/>
                  </a:lnTo>
                  <a:lnTo>
                    <a:pt x="1525320" y="1792605"/>
                  </a:lnTo>
                  <a:lnTo>
                    <a:pt x="1526438" y="1792147"/>
                  </a:lnTo>
                  <a:lnTo>
                    <a:pt x="1528305" y="1790280"/>
                  </a:lnTo>
                  <a:lnTo>
                    <a:pt x="1528762" y="1789163"/>
                  </a:lnTo>
                  <a:lnTo>
                    <a:pt x="1528762" y="1786534"/>
                  </a:lnTo>
                  <a:close/>
                </a:path>
                <a:path w="5577205" h="1792604">
                  <a:moveTo>
                    <a:pt x="1528762" y="894994"/>
                  </a:moveTo>
                  <a:lnTo>
                    <a:pt x="1528305" y="893876"/>
                  </a:lnTo>
                  <a:lnTo>
                    <a:pt x="1526438" y="892009"/>
                  </a:lnTo>
                  <a:lnTo>
                    <a:pt x="1525320" y="891552"/>
                  </a:lnTo>
                  <a:lnTo>
                    <a:pt x="1522691" y="891552"/>
                  </a:lnTo>
                  <a:lnTo>
                    <a:pt x="1521574" y="892009"/>
                  </a:lnTo>
                  <a:lnTo>
                    <a:pt x="1519707" y="893876"/>
                  </a:lnTo>
                  <a:lnTo>
                    <a:pt x="1519237" y="894994"/>
                  </a:lnTo>
                  <a:lnTo>
                    <a:pt x="1519237" y="897623"/>
                  </a:lnTo>
                  <a:lnTo>
                    <a:pt x="1519707" y="898740"/>
                  </a:lnTo>
                  <a:lnTo>
                    <a:pt x="1521574" y="900607"/>
                  </a:lnTo>
                  <a:lnTo>
                    <a:pt x="1522691" y="901077"/>
                  </a:lnTo>
                  <a:lnTo>
                    <a:pt x="1525320" y="901077"/>
                  </a:lnTo>
                  <a:lnTo>
                    <a:pt x="1526438" y="900607"/>
                  </a:lnTo>
                  <a:lnTo>
                    <a:pt x="1528305" y="898740"/>
                  </a:lnTo>
                  <a:lnTo>
                    <a:pt x="1528762" y="897623"/>
                  </a:lnTo>
                  <a:lnTo>
                    <a:pt x="1528762" y="894994"/>
                  </a:lnTo>
                  <a:close/>
                </a:path>
                <a:path w="5577205" h="1792604">
                  <a:moveTo>
                    <a:pt x="1528762" y="3454"/>
                  </a:moveTo>
                  <a:lnTo>
                    <a:pt x="1528305" y="2336"/>
                  </a:lnTo>
                  <a:lnTo>
                    <a:pt x="1526438" y="469"/>
                  </a:lnTo>
                  <a:lnTo>
                    <a:pt x="1525320" y="0"/>
                  </a:lnTo>
                  <a:lnTo>
                    <a:pt x="1522691" y="0"/>
                  </a:lnTo>
                  <a:lnTo>
                    <a:pt x="1521574" y="469"/>
                  </a:lnTo>
                  <a:lnTo>
                    <a:pt x="1519707" y="2336"/>
                  </a:lnTo>
                  <a:lnTo>
                    <a:pt x="1519237" y="3454"/>
                  </a:lnTo>
                  <a:lnTo>
                    <a:pt x="1519237" y="6083"/>
                  </a:lnTo>
                  <a:lnTo>
                    <a:pt x="1519707" y="7200"/>
                  </a:lnTo>
                  <a:lnTo>
                    <a:pt x="1521574" y="9067"/>
                  </a:lnTo>
                  <a:lnTo>
                    <a:pt x="1522691" y="9525"/>
                  </a:lnTo>
                  <a:lnTo>
                    <a:pt x="1525320" y="9525"/>
                  </a:lnTo>
                  <a:lnTo>
                    <a:pt x="1526438" y="9067"/>
                  </a:lnTo>
                  <a:lnTo>
                    <a:pt x="1528305" y="7200"/>
                  </a:lnTo>
                  <a:lnTo>
                    <a:pt x="1528762" y="6083"/>
                  </a:lnTo>
                  <a:lnTo>
                    <a:pt x="1528762" y="3454"/>
                  </a:lnTo>
                  <a:close/>
                </a:path>
                <a:path w="5577205" h="1792604">
                  <a:moveTo>
                    <a:pt x="1576387" y="1786534"/>
                  </a:moveTo>
                  <a:lnTo>
                    <a:pt x="1575930" y="1785416"/>
                  </a:lnTo>
                  <a:lnTo>
                    <a:pt x="1574063" y="1783549"/>
                  </a:lnTo>
                  <a:lnTo>
                    <a:pt x="1572945" y="1783080"/>
                  </a:lnTo>
                  <a:lnTo>
                    <a:pt x="1570316" y="1783080"/>
                  </a:lnTo>
                  <a:lnTo>
                    <a:pt x="1569186" y="1783549"/>
                  </a:lnTo>
                  <a:lnTo>
                    <a:pt x="1567332" y="1785416"/>
                  </a:lnTo>
                  <a:lnTo>
                    <a:pt x="1566862" y="1786534"/>
                  </a:lnTo>
                  <a:lnTo>
                    <a:pt x="1566862" y="1789163"/>
                  </a:lnTo>
                  <a:lnTo>
                    <a:pt x="1567332" y="1790280"/>
                  </a:lnTo>
                  <a:lnTo>
                    <a:pt x="1569186" y="1792147"/>
                  </a:lnTo>
                  <a:lnTo>
                    <a:pt x="1570316" y="1792605"/>
                  </a:lnTo>
                  <a:lnTo>
                    <a:pt x="1572945" y="1792605"/>
                  </a:lnTo>
                  <a:lnTo>
                    <a:pt x="1574063" y="1792147"/>
                  </a:lnTo>
                  <a:lnTo>
                    <a:pt x="1575930" y="1790280"/>
                  </a:lnTo>
                  <a:lnTo>
                    <a:pt x="1576387" y="1789163"/>
                  </a:lnTo>
                  <a:lnTo>
                    <a:pt x="1576387" y="1786534"/>
                  </a:lnTo>
                  <a:close/>
                </a:path>
                <a:path w="5577205" h="1792604">
                  <a:moveTo>
                    <a:pt x="1576387" y="894994"/>
                  </a:moveTo>
                  <a:lnTo>
                    <a:pt x="1575930" y="893876"/>
                  </a:lnTo>
                  <a:lnTo>
                    <a:pt x="1574063" y="892009"/>
                  </a:lnTo>
                  <a:lnTo>
                    <a:pt x="1572945" y="891552"/>
                  </a:lnTo>
                  <a:lnTo>
                    <a:pt x="1570316" y="891552"/>
                  </a:lnTo>
                  <a:lnTo>
                    <a:pt x="1569186" y="892009"/>
                  </a:lnTo>
                  <a:lnTo>
                    <a:pt x="1567332" y="893876"/>
                  </a:lnTo>
                  <a:lnTo>
                    <a:pt x="1566862" y="894994"/>
                  </a:lnTo>
                  <a:lnTo>
                    <a:pt x="1566862" y="897623"/>
                  </a:lnTo>
                  <a:lnTo>
                    <a:pt x="1567332" y="898740"/>
                  </a:lnTo>
                  <a:lnTo>
                    <a:pt x="1569186" y="900607"/>
                  </a:lnTo>
                  <a:lnTo>
                    <a:pt x="1570316" y="901077"/>
                  </a:lnTo>
                  <a:lnTo>
                    <a:pt x="1572945" y="901077"/>
                  </a:lnTo>
                  <a:lnTo>
                    <a:pt x="1574063" y="900607"/>
                  </a:lnTo>
                  <a:lnTo>
                    <a:pt x="1575930" y="898740"/>
                  </a:lnTo>
                  <a:lnTo>
                    <a:pt x="1576387" y="897623"/>
                  </a:lnTo>
                  <a:lnTo>
                    <a:pt x="1576387" y="894994"/>
                  </a:lnTo>
                  <a:close/>
                </a:path>
                <a:path w="5577205" h="1792604">
                  <a:moveTo>
                    <a:pt x="1576387" y="3454"/>
                  </a:moveTo>
                  <a:lnTo>
                    <a:pt x="1575930" y="2336"/>
                  </a:lnTo>
                  <a:lnTo>
                    <a:pt x="1574063" y="469"/>
                  </a:lnTo>
                  <a:lnTo>
                    <a:pt x="1572945" y="0"/>
                  </a:lnTo>
                  <a:lnTo>
                    <a:pt x="1570316" y="0"/>
                  </a:lnTo>
                  <a:lnTo>
                    <a:pt x="1569186" y="469"/>
                  </a:lnTo>
                  <a:lnTo>
                    <a:pt x="1567332" y="2336"/>
                  </a:lnTo>
                  <a:lnTo>
                    <a:pt x="1566862" y="3454"/>
                  </a:lnTo>
                  <a:lnTo>
                    <a:pt x="1566862" y="6083"/>
                  </a:lnTo>
                  <a:lnTo>
                    <a:pt x="1567332" y="7200"/>
                  </a:lnTo>
                  <a:lnTo>
                    <a:pt x="1569186" y="9067"/>
                  </a:lnTo>
                  <a:lnTo>
                    <a:pt x="1570316" y="9525"/>
                  </a:lnTo>
                  <a:lnTo>
                    <a:pt x="1572945" y="9525"/>
                  </a:lnTo>
                  <a:lnTo>
                    <a:pt x="1574063" y="9067"/>
                  </a:lnTo>
                  <a:lnTo>
                    <a:pt x="1575930" y="7200"/>
                  </a:lnTo>
                  <a:lnTo>
                    <a:pt x="1576387" y="6083"/>
                  </a:lnTo>
                  <a:lnTo>
                    <a:pt x="1576387" y="3454"/>
                  </a:lnTo>
                  <a:close/>
                </a:path>
                <a:path w="5577205" h="1792604">
                  <a:moveTo>
                    <a:pt x="1624012" y="1786534"/>
                  </a:moveTo>
                  <a:lnTo>
                    <a:pt x="1623555" y="1785416"/>
                  </a:lnTo>
                  <a:lnTo>
                    <a:pt x="1621688" y="1783549"/>
                  </a:lnTo>
                  <a:lnTo>
                    <a:pt x="1620570" y="1783080"/>
                  </a:lnTo>
                  <a:lnTo>
                    <a:pt x="1617941" y="1783080"/>
                  </a:lnTo>
                  <a:lnTo>
                    <a:pt x="1616824" y="1783549"/>
                  </a:lnTo>
                  <a:lnTo>
                    <a:pt x="1614957" y="1785416"/>
                  </a:lnTo>
                  <a:lnTo>
                    <a:pt x="1614487" y="1786534"/>
                  </a:lnTo>
                  <a:lnTo>
                    <a:pt x="1614487" y="1789163"/>
                  </a:lnTo>
                  <a:lnTo>
                    <a:pt x="1614957" y="1790280"/>
                  </a:lnTo>
                  <a:lnTo>
                    <a:pt x="1616824" y="1792147"/>
                  </a:lnTo>
                  <a:lnTo>
                    <a:pt x="1617941" y="1792605"/>
                  </a:lnTo>
                  <a:lnTo>
                    <a:pt x="1620570" y="1792605"/>
                  </a:lnTo>
                  <a:lnTo>
                    <a:pt x="1621688" y="1792147"/>
                  </a:lnTo>
                  <a:lnTo>
                    <a:pt x="1623555" y="1790280"/>
                  </a:lnTo>
                  <a:lnTo>
                    <a:pt x="1624012" y="1789163"/>
                  </a:lnTo>
                  <a:lnTo>
                    <a:pt x="1624012" y="1786534"/>
                  </a:lnTo>
                  <a:close/>
                </a:path>
                <a:path w="5577205" h="1792604">
                  <a:moveTo>
                    <a:pt x="1624012" y="894994"/>
                  </a:moveTo>
                  <a:lnTo>
                    <a:pt x="1623555" y="893876"/>
                  </a:lnTo>
                  <a:lnTo>
                    <a:pt x="1621688" y="892009"/>
                  </a:lnTo>
                  <a:lnTo>
                    <a:pt x="1620570" y="891552"/>
                  </a:lnTo>
                  <a:lnTo>
                    <a:pt x="1617941" y="891552"/>
                  </a:lnTo>
                  <a:lnTo>
                    <a:pt x="1616824" y="892009"/>
                  </a:lnTo>
                  <a:lnTo>
                    <a:pt x="1614957" y="893876"/>
                  </a:lnTo>
                  <a:lnTo>
                    <a:pt x="1614487" y="894994"/>
                  </a:lnTo>
                  <a:lnTo>
                    <a:pt x="1614487" y="897623"/>
                  </a:lnTo>
                  <a:lnTo>
                    <a:pt x="1614957" y="898740"/>
                  </a:lnTo>
                  <a:lnTo>
                    <a:pt x="1616824" y="900607"/>
                  </a:lnTo>
                  <a:lnTo>
                    <a:pt x="1617941" y="901077"/>
                  </a:lnTo>
                  <a:lnTo>
                    <a:pt x="1620570" y="901077"/>
                  </a:lnTo>
                  <a:lnTo>
                    <a:pt x="1621688" y="900607"/>
                  </a:lnTo>
                  <a:lnTo>
                    <a:pt x="1623555" y="898740"/>
                  </a:lnTo>
                  <a:lnTo>
                    <a:pt x="1624012" y="897623"/>
                  </a:lnTo>
                  <a:lnTo>
                    <a:pt x="1624012" y="894994"/>
                  </a:lnTo>
                  <a:close/>
                </a:path>
                <a:path w="5577205" h="1792604">
                  <a:moveTo>
                    <a:pt x="1624012" y="3454"/>
                  </a:moveTo>
                  <a:lnTo>
                    <a:pt x="1623555" y="2336"/>
                  </a:lnTo>
                  <a:lnTo>
                    <a:pt x="1621688" y="469"/>
                  </a:lnTo>
                  <a:lnTo>
                    <a:pt x="1620570" y="0"/>
                  </a:lnTo>
                  <a:lnTo>
                    <a:pt x="1617941" y="0"/>
                  </a:lnTo>
                  <a:lnTo>
                    <a:pt x="1616824" y="469"/>
                  </a:lnTo>
                  <a:lnTo>
                    <a:pt x="1614957" y="2336"/>
                  </a:lnTo>
                  <a:lnTo>
                    <a:pt x="1614487" y="3454"/>
                  </a:lnTo>
                  <a:lnTo>
                    <a:pt x="1614487" y="6083"/>
                  </a:lnTo>
                  <a:lnTo>
                    <a:pt x="1614957" y="7200"/>
                  </a:lnTo>
                  <a:lnTo>
                    <a:pt x="1616824" y="9067"/>
                  </a:lnTo>
                  <a:lnTo>
                    <a:pt x="1617941" y="9525"/>
                  </a:lnTo>
                  <a:lnTo>
                    <a:pt x="1620570" y="9525"/>
                  </a:lnTo>
                  <a:lnTo>
                    <a:pt x="1621688" y="9067"/>
                  </a:lnTo>
                  <a:lnTo>
                    <a:pt x="1623555" y="7200"/>
                  </a:lnTo>
                  <a:lnTo>
                    <a:pt x="1624012" y="6083"/>
                  </a:lnTo>
                  <a:lnTo>
                    <a:pt x="1624012" y="3454"/>
                  </a:lnTo>
                  <a:close/>
                </a:path>
                <a:path w="5577205" h="1792604">
                  <a:moveTo>
                    <a:pt x="1671637" y="1786534"/>
                  </a:moveTo>
                  <a:lnTo>
                    <a:pt x="1671180" y="1785416"/>
                  </a:lnTo>
                  <a:lnTo>
                    <a:pt x="1669313" y="1783549"/>
                  </a:lnTo>
                  <a:lnTo>
                    <a:pt x="1668195" y="1783080"/>
                  </a:lnTo>
                  <a:lnTo>
                    <a:pt x="1665566" y="1783080"/>
                  </a:lnTo>
                  <a:lnTo>
                    <a:pt x="1664436" y="1783549"/>
                  </a:lnTo>
                  <a:lnTo>
                    <a:pt x="1662582" y="1785416"/>
                  </a:lnTo>
                  <a:lnTo>
                    <a:pt x="1662112" y="1786534"/>
                  </a:lnTo>
                  <a:lnTo>
                    <a:pt x="1662112" y="1789163"/>
                  </a:lnTo>
                  <a:lnTo>
                    <a:pt x="1662582" y="1790280"/>
                  </a:lnTo>
                  <a:lnTo>
                    <a:pt x="1664436" y="1792147"/>
                  </a:lnTo>
                  <a:lnTo>
                    <a:pt x="1665566" y="1792605"/>
                  </a:lnTo>
                  <a:lnTo>
                    <a:pt x="1668195" y="1792605"/>
                  </a:lnTo>
                  <a:lnTo>
                    <a:pt x="1669313" y="1792147"/>
                  </a:lnTo>
                  <a:lnTo>
                    <a:pt x="1671180" y="1790280"/>
                  </a:lnTo>
                  <a:lnTo>
                    <a:pt x="1671637" y="1789163"/>
                  </a:lnTo>
                  <a:lnTo>
                    <a:pt x="1671637" y="1786534"/>
                  </a:lnTo>
                  <a:close/>
                </a:path>
                <a:path w="5577205" h="1792604">
                  <a:moveTo>
                    <a:pt x="1671637" y="894994"/>
                  </a:moveTo>
                  <a:lnTo>
                    <a:pt x="1671180" y="893876"/>
                  </a:lnTo>
                  <a:lnTo>
                    <a:pt x="1669313" y="892009"/>
                  </a:lnTo>
                  <a:lnTo>
                    <a:pt x="1668195" y="891552"/>
                  </a:lnTo>
                  <a:lnTo>
                    <a:pt x="1665566" y="891552"/>
                  </a:lnTo>
                  <a:lnTo>
                    <a:pt x="1664436" y="892009"/>
                  </a:lnTo>
                  <a:lnTo>
                    <a:pt x="1662582" y="893876"/>
                  </a:lnTo>
                  <a:lnTo>
                    <a:pt x="1662112" y="894994"/>
                  </a:lnTo>
                  <a:lnTo>
                    <a:pt x="1662112" y="897623"/>
                  </a:lnTo>
                  <a:lnTo>
                    <a:pt x="1662582" y="898740"/>
                  </a:lnTo>
                  <a:lnTo>
                    <a:pt x="1664436" y="900607"/>
                  </a:lnTo>
                  <a:lnTo>
                    <a:pt x="1665566" y="901077"/>
                  </a:lnTo>
                  <a:lnTo>
                    <a:pt x="1668195" y="901077"/>
                  </a:lnTo>
                  <a:lnTo>
                    <a:pt x="1669313" y="900607"/>
                  </a:lnTo>
                  <a:lnTo>
                    <a:pt x="1671180" y="898740"/>
                  </a:lnTo>
                  <a:lnTo>
                    <a:pt x="1671637" y="897623"/>
                  </a:lnTo>
                  <a:lnTo>
                    <a:pt x="1671637" y="894994"/>
                  </a:lnTo>
                  <a:close/>
                </a:path>
                <a:path w="5577205" h="1792604">
                  <a:moveTo>
                    <a:pt x="1671637" y="3454"/>
                  </a:moveTo>
                  <a:lnTo>
                    <a:pt x="1671180" y="2336"/>
                  </a:lnTo>
                  <a:lnTo>
                    <a:pt x="1669313" y="469"/>
                  </a:lnTo>
                  <a:lnTo>
                    <a:pt x="1668195" y="0"/>
                  </a:lnTo>
                  <a:lnTo>
                    <a:pt x="1665566" y="0"/>
                  </a:lnTo>
                  <a:lnTo>
                    <a:pt x="1664436" y="469"/>
                  </a:lnTo>
                  <a:lnTo>
                    <a:pt x="1662582" y="2336"/>
                  </a:lnTo>
                  <a:lnTo>
                    <a:pt x="1662112" y="3454"/>
                  </a:lnTo>
                  <a:lnTo>
                    <a:pt x="1662112" y="6083"/>
                  </a:lnTo>
                  <a:lnTo>
                    <a:pt x="1662582" y="7200"/>
                  </a:lnTo>
                  <a:lnTo>
                    <a:pt x="1664436" y="9067"/>
                  </a:lnTo>
                  <a:lnTo>
                    <a:pt x="1665566" y="9525"/>
                  </a:lnTo>
                  <a:lnTo>
                    <a:pt x="1668195" y="9525"/>
                  </a:lnTo>
                  <a:lnTo>
                    <a:pt x="1669313" y="9067"/>
                  </a:lnTo>
                  <a:lnTo>
                    <a:pt x="1671180" y="7200"/>
                  </a:lnTo>
                  <a:lnTo>
                    <a:pt x="1671637" y="6083"/>
                  </a:lnTo>
                  <a:lnTo>
                    <a:pt x="1671637" y="3454"/>
                  </a:lnTo>
                  <a:close/>
                </a:path>
                <a:path w="5577205" h="1792604">
                  <a:moveTo>
                    <a:pt x="1719262" y="1786534"/>
                  </a:moveTo>
                  <a:lnTo>
                    <a:pt x="1718805" y="1785416"/>
                  </a:lnTo>
                  <a:lnTo>
                    <a:pt x="1716938" y="1783549"/>
                  </a:lnTo>
                  <a:lnTo>
                    <a:pt x="1715820" y="1783080"/>
                  </a:lnTo>
                  <a:lnTo>
                    <a:pt x="1713191" y="1783080"/>
                  </a:lnTo>
                  <a:lnTo>
                    <a:pt x="1712061" y="1783549"/>
                  </a:lnTo>
                  <a:lnTo>
                    <a:pt x="1710207" y="1785416"/>
                  </a:lnTo>
                  <a:lnTo>
                    <a:pt x="1709737" y="1786534"/>
                  </a:lnTo>
                  <a:lnTo>
                    <a:pt x="1709737" y="1789163"/>
                  </a:lnTo>
                  <a:lnTo>
                    <a:pt x="1710207" y="1790280"/>
                  </a:lnTo>
                  <a:lnTo>
                    <a:pt x="1712061" y="1792147"/>
                  </a:lnTo>
                  <a:lnTo>
                    <a:pt x="1713191" y="1792605"/>
                  </a:lnTo>
                  <a:lnTo>
                    <a:pt x="1715820" y="1792605"/>
                  </a:lnTo>
                  <a:lnTo>
                    <a:pt x="1716938" y="1792147"/>
                  </a:lnTo>
                  <a:lnTo>
                    <a:pt x="1718805" y="1790280"/>
                  </a:lnTo>
                  <a:lnTo>
                    <a:pt x="1719262" y="1789163"/>
                  </a:lnTo>
                  <a:lnTo>
                    <a:pt x="1719262" y="1786534"/>
                  </a:lnTo>
                  <a:close/>
                </a:path>
                <a:path w="5577205" h="1792604">
                  <a:moveTo>
                    <a:pt x="1719262" y="894994"/>
                  </a:moveTo>
                  <a:lnTo>
                    <a:pt x="1718805" y="893876"/>
                  </a:lnTo>
                  <a:lnTo>
                    <a:pt x="1716938" y="892009"/>
                  </a:lnTo>
                  <a:lnTo>
                    <a:pt x="1715820" y="891552"/>
                  </a:lnTo>
                  <a:lnTo>
                    <a:pt x="1713191" y="891552"/>
                  </a:lnTo>
                  <a:lnTo>
                    <a:pt x="1712061" y="892009"/>
                  </a:lnTo>
                  <a:lnTo>
                    <a:pt x="1710207" y="893876"/>
                  </a:lnTo>
                  <a:lnTo>
                    <a:pt x="1709737" y="894994"/>
                  </a:lnTo>
                  <a:lnTo>
                    <a:pt x="1709737" y="897623"/>
                  </a:lnTo>
                  <a:lnTo>
                    <a:pt x="1710207" y="898740"/>
                  </a:lnTo>
                  <a:lnTo>
                    <a:pt x="1712061" y="900607"/>
                  </a:lnTo>
                  <a:lnTo>
                    <a:pt x="1713191" y="901077"/>
                  </a:lnTo>
                  <a:lnTo>
                    <a:pt x="1715820" y="901077"/>
                  </a:lnTo>
                  <a:lnTo>
                    <a:pt x="1716938" y="900607"/>
                  </a:lnTo>
                  <a:lnTo>
                    <a:pt x="1718805" y="898740"/>
                  </a:lnTo>
                  <a:lnTo>
                    <a:pt x="1719262" y="897623"/>
                  </a:lnTo>
                  <a:lnTo>
                    <a:pt x="1719262" y="894994"/>
                  </a:lnTo>
                  <a:close/>
                </a:path>
                <a:path w="5577205" h="1792604">
                  <a:moveTo>
                    <a:pt x="1719262" y="3454"/>
                  </a:moveTo>
                  <a:lnTo>
                    <a:pt x="1718805" y="2336"/>
                  </a:lnTo>
                  <a:lnTo>
                    <a:pt x="1716938" y="469"/>
                  </a:lnTo>
                  <a:lnTo>
                    <a:pt x="1715820" y="0"/>
                  </a:lnTo>
                  <a:lnTo>
                    <a:pt x="1713191" y="0"/>
                  </a:lnTo>
                  <a:lnTo>
                    <a:pt x="1712061" y="469"/>
                  </a:lnTo>
                  <a:lnTo>
                    <a:pt x="1710207" y="2336"/>
                  </a:lnTo>
                  <a:lnTo>
                    <a:pt x="1709737" y="3454"/>
                  </a:lnTo>
                  <a:lnTo>
                    <a:pt x="1709737" y="6083"/>
                  </a:lnTo>
                  <a:lnTo>
                    <a:pt x="1710207" y="7200"/>
                  </a:lnTo>
                  <a:lnTo>
                    <a:pt x="1712061" y="9067"/>
                  </a:lnTo>
                  <a:lnTo>
                    <a:pt x="1713191" y="9525"/>
                  </a:lnTo>
                  <a:lnTo>
                    <a:pt x="1715820" y="9525"/>
                  </a:lnTo>
                  <a:lnTo>
                    <a:pt x="1716938" y="9067"/>
                  </a:lnTo>
                  <a:lnTo>
                    <a:pt x="1718805" y="7200"/>
                  </a:lnTo>
                  <a:lnTo>
                    <a:pt x="1719262" y="6083"/>
                  </a:lnTo>
                  <a:lnTo>
                    <a:pt x="1719262" y="3454"/>
                  </a:lnTo>
                  <a:close/>
                </a:path>
                <a:path w="5577205" h="1792604">
                  <a:moveTo>
                    <a:pt x="1766887" y="1786534"/>
                  </a:moveTo>
                  <a:lnTo>
                    <a:pt x="1766430" y="1785416"/>
                  </a:lnTo>
                  <a:lnTo>
                    <a:pt x="1764563" y="1783549"/>
                  </a:lnTo>
                  <a:lnTo>
                    <a:pt x="1763445" y="1783080"/>
                  </a:lnTo>
                  <a:lnTo>
                    <a:pt x="1760816" y="1783080"/>
                  </a:lnTo>
                  <a:lnTo>
                    <a:pt x="1759686" y="1783549"/>
                  </a:lnTo>
                  <a:lnTo>
                    <a:pt x="1757832" y="1785416"/>
                  </a:lnTo>
                  <a:lnTo>
                    <a:pt x="1757362" y="1786534"/>
                  </a:lnTo>
                  <a:lnTo>
                    <a:pt x="1757362" y="1789163"/>
                  </a:lnTo>
                  <a:lnTo>
                    <a:pt x="1757832" y="1790280"/>
                  </a:lnTo>
                  <a:lnTo>
                    <a:pt x="1759686" y="1792147"/>
                  </a:lnTo>
                  <a:lnTo>
                    <a:pt x="1760816" y="1792605"/>
                  </a:lnTo>
                  <a:lnTo>
                    <a:pt x="1763445" y="1792605"/>
                  </a:lnTo>
                  <a:lnTo>
                    <a:pt x="1764563" y="1792147"/>
                  </a:lnTo>
                  <a:lnTo>
                    <a:pt x="1766430" y="1790280"/>
                  </a:lnTo>
                  <a:lnTo>
                    <a:pt x="1766887" y="1789163"/>
                  </a:lnTo>
                  <a:lnTo>
                    <a:pt x="1766887" y="1786534"/>
                  </a:lnTo>
                  <a:close/>
                </a:path>
                <a:path w="5577205" h="1792604">
                  <a:moveTo>
                    <a:pt x="1766887" y="894994"/>
                  </a:moveTo>
                  <a:lnTo>
                    <a:pt x="1766430" y="893876"/>
                  </a:lnTo>
                  <a:lnTo>
                    <a:pt x="1764563" y="892009"/>
                  </a:lnTo>
                  <a:lnTo>
                    <a:pt x="1763445" y="891552"/>
                  </a:lnTo>
                  <a:lnTo>
                    <a:pt x="1760816" y="891552"/>
                  </a:lnTo>
                  <a:lnTo>
                    <a:pt x="1759686" y="892009"/>
                  </a:lnTo>
                  <a:lnTo>
                    <a:pt x="1757832" y="893876"/>
                  </a:lnTo>
                  <a:lnTo>
                    <a:pt x="1757362" y="894994"/>
                  </a:lnTo>
                  <a:lnTo>
                    <a:pt x="1757362" y="897623"/>
                  </a:lnTo>
                  <a:lnTo>
                    <a:pt x="1757832" y="898740"/>
                  </a:lnTo>
                  <a:lnTo>
                    <a:pt x="1759686" y="900607"/>
                  </a:lnTo>
                  <a:lnTo>
                    <a:pt x="1760816" y="901077"/>
                  </a:lnTo>
                  <a:lnTo>
                    <a:pt x="1763445" y="901077"/>
                  </a:lnTo>
                  <a:lnTo>
                    <a:pt x="1764563" y="900607"/>
                  </a:lnTo>
                  <a:lnTo>
                    <a:pt x="1766430" y="898740"/>
                  </a:lnTo>
                  <a:lnTo>
                    <a:pt x="1766887" y="897623"/>
                  </a:lnTo>
                  <a:lnTo>
                    <a:pt x="1766887" y="894994"/>
                  </a:lnTo>
                  <a:close/>
                </a:path>
                <a:path w="5577205" h="1792604">
                  <a:moveTo>
                    <a:pt x="1766887" y="3454"/>
                  </a:moveTo>
                  <a:lnTo>
                    <a:pt x="1766430" y="2336"/>
                  </a:lnTo>
                  <a:lnTo>
                    <a:pt x="1764563" y="469"/>
                  </a:lnTo>
                  <a:lnTo>
                    <a:pt x="1763445" y="0"/>
                  </a:lnTo>
                  <a:lnTo>
                    <a:pt x="1760816" y="0"/>
                  </a:lnTo>
                  <a:lnTo>
                    <a:pt x="1759686" y="469"/>
                  </a:lnTo>
                  <a:lnTo>
                    <a:pt x="1757832" y="2336"/>
                  </a:lnTo>
                  <a:lnTo>
                    <a:pt x="1757362" y="3454"/>
                  </a:lnTo>
                  <a:lnTo>
                    <a:pt x="1757362" y="6083"/>
                  </a:lnTo>
                  <a:lnTo>
                    <a:pt x="1757832" y="7200"/>
                  </a:lnTo>
                  <a:lnTo>
                    <a:pt x="1759686" y="9067"/>
                  </a:lnTo>
                  <a:lnTo>
                    <a:pt x="1760816" y="9525"/>
                  </a:lnTo>
                  <a:lnTo>
                    <a:pt x="1763445" y="9525"/>
                  </a:lnTo>
                  <a:lnTo>
                    <a:pt x="1764563" y="9067"/>
                  </a:lnTo>
                  <a:lnTo>
                    <a:pt x="1766430" y="7200"/>
                  </a:lnTo>
                  <a:lnTo>
                    <a:pt x="1766887" y="6083"/>
                  </a:lnTo>
                  <a:lnTo>
                    <a:pt x="1766887" y="3454"/>
                  </a:lnTo>
                  <a:close/>
                </a:path>
                <a:path w="5577205" h="1792604">
                  <a:moveTo>
                    <a:pt x="1814512" y="1786534"/>
                  </a:moveTo>
                  <a:lnTo>
                    <a:pt x="1814055" y="1785416"/>
                  </a:lnTo>
                  <a:lnTo>
                    <a:pt x="1812188" y="1783549"/>
                  </a:lnTo>
                  <a:lnTo>
                    <a:pt x="1811070" y="1783080"/>
                  </a:lnTo>
                  <a:lnTo>
                    <a:pt x="1808441" y="1783080"/>
                  </a:lnTo>
                  <a:lnTo>
                    <a:pt x="1807324" y="1783549"/>
                  </a:lnTo>
                  <a:lnTo>
                    <a:pt x="1805457" y="1785416"/>
                  </a:lnTo>
                  <a:lnTo>
                    <a:pt x="1804987" y="1786534"/>
                  </a:lnTo>
                  <a:lnTo>
                    <a:pt x="1804987" y="1789163"/>
                  </a:lnTo>
                  <a:lnTo>
                    <a:pt x="1805457" y="1790280"/>
                  </a:lnTo>
                  <a:lnTo>
                    <a:pt x="1807324" y="1792147"/>
                  </a:lnTo>
                  <a:lnTo>
                    <a:pt x="1808441" y="1792605"/>
                  </a:lnTo>
                  <a:lnTo>
                    <a:pt x="1811070" y="1792605"/>
                  </a:lnTo>
                  <a:lnTo>
                    <a:pt x="1812188" y="1792147"/>
                  </a:lnTo>
                  <a:lnTo>
                    <a:pt x="1814055" y="1790280"/>
                  </a:lnTo>
                  <a:lnTo>
                    <a:pt x="1814512" y="1789163"/>
                  </a:lnTo>
                  <a:lnTo>
                    <a:pt x="1814512" y="1786534"/>
                  </a:lnTo>
                  <a:close/>
                </a:path>
                <a:path w="5577205" h="1792604">
                  <a:moveTo>
                    <a:pt x="1814512" y="894994"/>
                  </a:moveTo>
                  <a:lnTo>
                    <a:pt x="1814055" y="893876"/>
                  </a:lnTo>
                  <a:lnTo>
                    <a:pt x="1812188" y="892009"/>
                  </a:lnTo>
                  <a:lnTo>
                    <a:pt x="1811070" y="891552"/>
                  </a:lnTo>
                  <a:lnTo>
                    <a:pt x="1808441" y="891552"/>
                  </a:lnTo>
                  <a:lnTo>
                    <a:pt x="1807324" y="892009"/>
                  </a:lnTo>
                  <a:lnTo>
                    <a:pt x="1805457" y="893876"/>
                  </a:lnTo>
                  <a:lnTo>
                    <a:pt x="1804987" y="894994"/>
                  </a:lnTo>
                  <a:lnTo>
                    <a:pt x="1804987" y="897623"/>
                  </a:lnTo>
                  <a:lnTo>
                    <a:pt x="1805457" y="898740"/>
                  </a:lnTo>
                  <a:lnTo>
                    <a:pt x="1807324" y="900607"/>
                  </a:lnTo>
                  <a:lnTo>
                    <a:pt x="1808441" y="901077"/>
                  </a:lnTo>
                  <a:lnTo>
                    <a:pt x="1811070" y="901077"/>
                  </a:lnTo>
                  <a:lnTo>
                    <a:pt x="1812188" y="900607"/>
                  </a:lnTo>
                  <a:lnTo>
                    <a:pt x="1814055" y="898740"/>
                  </a:lnTo>
                  <a:lnTo>
                    <a:pt x="1814512" y="897623"/>
                  </a:lnTo>
                  <a:lnTo>
                    <a:pt x="1814512" y="894994"/>
                  </a:lnTo>
                  <a:close/>
                </a:path>
                <a:path w="5577205" h="1792604">
                  <a:moveTo>
                    <a:pt x="1814512" y="3454"/>
                  </a:moveTo>
                  <a:lnTo>
                    <a:pt x="1814055" y="2336"/>
                  </a:lnTo>
                  <a:lnTo>
                    <a:pt x="1812188" y="469"/>
                  </a:lnTo>
                  <a:lnTo>
                    <a:pt x="1811070" y="0"/>
                  </a:lnTo>
                  <a:lnTo>
                    <a:pt x="1808441" y="0"/>
                  </a:lnTo>
                  <a:lnTo>
                    <a:pt x="1807324" y="469"/>
                  </a:lnTo>
                  <a:lnTo>
                    <a:pt x="1805457" y="2336"/>
                  </a:lnTo>
                  <a:lnTo>
                    <a:pt x="1804987" y="3454"/>
                  </a:lnTo>
                  <a:lnTo>
                    <a:pt x="1804987" y="6083"/>
                  </a:lnTo>
                  <a:lnTo>
                    <a:pt x="1805457" y="7200"/>
                  </a:lnTo>
                  <a:lnTo>
                    <a:pt x="1807324" y="9067"/>
                  </a:lnTo>
                  <a:lnTo>
                    <a:pt x="1808441" y="9525"/>
                  </a:lnTo>
                  <a:lnTo>
                    <a:pt x="1811070" y="9525"/>
                  </a:lnTo>
                  <a:lnTo>
                    <a:pt x="1812188" y="9067"/>
                  </a:lnTo>
                  <a:lnTo>
                    <a:pt x="1814055" y="7200"/>
                  </a:lnTo>
                  <a:lnTo>
                    <a:pt x="1814512" y="6083"/>
                  </a:lnTo>
                  <a:lnTo>
                    <a:pt x="1814512" y="3454"/>
                  </a:lnTo>
                  <a:close/>
                </a:path>
                <a:path w="5577205" h="1792604">
                  <a:moveTo>
                    <a:pt x="1862137" y="1786534"/>
                  </a:moveTo>
                  <a:lnTo>
                    <a:pt x="1861680" y="1785416"/>
                  </a:lnTo>
                  <a:lnTo>
                    <a:pt x="1859813" y="1783549"/>
                  </a:lnTo>
                  <a:lnTo>
                    <a:pt x="1858695" y="1783080"/>
                  </a:lnTo>
                  <a:lnTo>
                    <a:pt x="1856066" y="1783080"/>
                  </a:lnTo>
                  <a:lnTo>
                    <a:pt x="1854949" y="1783549"/>
                  </a:lnTo>
                  <a:lnTo>
                    <a:pt x="1853082" y="1785416"/>
                  </a:lnTo>
                  <a:lnTo>
                    <a:pt x="1852612" y="1786534"/>
                  </a:lnTo>
                  <a:lnTo>
                    <a:pt x="1852612" y="1789163"/>
                  </a:lnTo>
                  <a:lnTo>
                    <a:pt x="1853082" y="1790280"/>
                  </a:lnTo>
                  <a:lnTo>
                    <a:pt x="1854949" y="1792147"/>
                  </a:lnTo>
                  <a:lnTo>
                    <a:pt x="1856066" y="1792605"/>
                  </a:lnTo>
                  <a:lnTo>
                    <a:pt x="1858695" y="1792605"/>
                  </a:lnTo>
                  <a:lnTo>
                    <a:pt x="1859813" y="1792147"/>
                  </a:lnTo>
                  <a:lnTo>
                    <a:pt x="1861680" y="1790280"/>
                  </a:lnTo>
                  <a:lnTo>
                    <a:pt x="1862137" y="1789163"/>
                  </a:lnTo>
                  <a:lnTo>
                    <a:pt x="1862137" y="1786534"/>
                  </a:lnTo>
                  <a:close/>
                </a:path>
                <a:path w="5577205" h="1792604">
                  <a:moveTo>
                    <a:pt x="1862137" y="894994"/>
                  </a:moveTo>
                  <a:lnTo>
                    <a:pt x="1861680" y="893876"/>
                  </a:lnTo>
                  <a:lnTo>
                    <a:pt x="1859813" y="892009"/>
                  </a:lnTo>
                  <a:lnTo>
                    <a:pt x="1858695" y="891552"/>
                  </a:lnTo>
                  <a:lnTo>
                    <a:pt x="1856066" y="891552"/>
                  </a:lnTo>
                  <a:lnTo>
                    <a:pt x="1854949" y="892009"/>
                  </a:lnTo>
                  <a:lnTo>
                    <a:pt x="1853082" y="893876"/>
                  </a:lnTo>
                  <a:lnTo>
                    <a:pt x="1852612" y="894994"/>
                  </a:lnTo>
                  <a:lnTo>
                    <a:pt x="1852612" y="897623"/>
                  </a:lnTo>
                  <a:lnTo>
                    <a:pt x="1853082" y="898740"/>
                  </a:lnTo>
                  <a:lnTo>
                    <a:pt x="1854949" y="900607"/>
                  </a:lnTo>
                  <a:lnTo>
                    <a:pt x="1856066" y="901077"/>
                  </a:lnTo>
                  <a:lnTo>
                    <a:pt x="1858695" y="901077"/>
                  </a:lnTo>
                  <a:lnTo>
                    <a:pt x="1859813" y="900607"/>
                  </a:lnTo>
                  <a:lnTo>
                    <a:pt x="1861680" y="898740"/>
                  </a:lnTo>
                  <a:lnTo>
                    <a:pt x="1862137" y="897623"/>
                  </a:lnTo>
                  <a:lnTo>
                    <a:pt x="1862137" y="894994"/>
                  </a:lnTo>
                  <a:close/>
                </a:path>
                <a:path w="5577205" h="1792604">
                  <a:moveTo>
                    <a:pt x="1862137" y="3454"/>
                  </a:moveTo>
                  <a:lnTo>
                    <a:pt x="1861680" y="2336"/>
                  </a:lnTo>
                  <a:lnTo>
                    <a:pt x="1859813" y="469"/>
                  </a:lnTo>
                  <a:lnTo>
                    <a:pt x="1858695" y="0"/>
                  </a:lnTo>
                  <a:lnTo>
                    <a:pt x="1856066" y="0"/>
                  </a:lnTo>
                  <a:lnTo>
                    <a:pt x="1854949" y="469"/>
                  </a:lnTo>
                  <a:lnTo>
                    <a:pt x="1853082" y="2336"/>
                  </a:lnTo>
                  <a:lnTo>
                    <a:pt x="1852612" y="3454"/>
                  </a:lnTo>
                  <a:lnTo>
                    <a:pt x="1852612" y="6083"/>
                  </a:lnTo>
                  <a:lnTo>
                    <a:pt x="1853082" y="7200"/>
                  </a:lnTo>
                  <a:lnTo>
                    <a:pt x="1854949" y="9067"/>
                  </a:lnTo>
                  <a:lnTo>
                    <a:pt x="1856066" y="9525"/>
                  </a:lnTo>
                  <a:lnTo>
                    <a:pt x="1858695" y="9525"/>
                  </a:lnTo>
                  <a:lnTo>
                    <a:pt x="1859813" y="9067"/>
                  </a:lnTo>
                  <a:lnTo>
                    <a:pt x="1861680" y="7200"/>
                  </a:lnTo>
                  <a:lnTo>
                    <a:pt x="1862137" y="6083"/>
                  </a:lnTo>
                  <a:lnTo>
                    <a:pt x="1862137" y="3454"/>
                  </a:lnTo>
                  <a:close/>
                </a:path>
                <a:path w="5577205" h="1792604">
                  <a:moveTo>
                    <a:pt x="1909762" y="1786534"/>
                  </a:moveTo>
                  <a:lnTo>
                    <a:pt x="1909305" y="1785416"/>
                  </a:lnTo>
                  <a:lnTo>
                    <a:pt x="1907438" y="1783549"/>
                  </a:lnTo>
                  <a:lnTo>
                    <a:pt x="1906320" y="1783080"/>
                  </a:lnTo>
                  <a:lnTo>
                    <a:pt x="1903691" y="1783080"/>
                  </a:lnTo>
                  <a:lnTo>
                    <a:pt x="1902574" y="1783549"/>
                  </a:lnTo>
                  <a:lnTo>
                    <a:pt x="1900707" y="1785416"/>
                  </a:lnTo>
                  <a:lnTo>
                    <a:pt x="1900237" y="1786534"/>
                  </a:lnTo>
                  <a:lnTo>
                    <a:pt x="1900237" y="1789163"/>
                  </a:lnTo>
                  <a:lnTo>
                    <a:pt x="1900707" y="1790280"/>
                  </a:lnTo>
                  <a:lnTo>
                    <a:pt x="1902574" y="1792147"/>
                  </a:lnTo>
                  <a:lnTo>
                    <a:pt x="1903691" y="1792605"/>
                  </a:lnTo>
                  <a:lnTo>
                    <a:pt x="1906320" y="1792605"/>
                  </a:lnTo>
                  <a:lnTo>
                    <a:pt x="1907438" y="1792147"/>
                  </a:lnTo>
                  <a:lnTo>
                    <a:pt x="1909305" y="1790280"/>
                  </a:lnTo>
                  <a:lnTo>
                    <a:pt x="1909762" y="1789163"/>
                  </a:lnTo>
                  <a:lnTo>
                    <a:pt x="1909762" y="1786534"/>
                  </a:lnTo>
                  <a:close/>
                </a:path>
                <a:path w="5577205" h="1792604">
                  <a:moveTo>
                    <a:pt x="1909762" y="894994"/>
                  </a:moveTo>
                  <a:lnTo>
                    <a:pt x="1909305" y="893876"/>
                  </a:lnTo>
                  <a:lnTo>
                    <a:pt x="1907438" y="892009"/>
                  </a:lnTo>
                  <a:lnTo>
                    <a:pt x="1906320" y="891552"/>
                  </a:lnTo>
                  <a:lnTo>
                    <a:pt x="1903691" y="891552"/>
                  </a:lnTo>
                  <a:lnTo>
                    <a:pt x="1902574" y="892009"/>
                  </a:lnTo>
                  <a:lnTo>
                    <a:pt x="1900707" y="893876"/>
                  </a:lnTo>
                  <a:lnTo>
                    <a:pt x="1900237" y="894994"/>
                  </a:lnTo>
                  <a:lnTo>
                    <a:pt x="1900237" y="897623"/>
                  </a:lnTo>
                  <a:lnTo>
                    <a:pt x="1900707" y="898740"/>
                  </a:lnTo>
                  <a:lnTo>
                    <a:pt x="1902574" y="900607"/>
                  </a:lnTo>
                  <a:lnTo>
                    <a:pt x="1903691" y="901077"/>
                  </a:lnTo>
                  <a:lnTo>
                    <a:pt x="1906320" y="901077"/>
                  </a:lnTo>
                  <a:lnTo>
                    <a:pt x="1907438" y="900607"/>
                  </a:lnTo>
                  <a:lnTo>
                    <a:pt x="1909305" y="898740"/>
                  </a:lnTo>
                  <a:lnTo>
                    <a:pt x="1909762" y="897623"/>
                  </a:lnTo>
                  <a:lnTo>
                    <a:pt x="1909762" y="894994"/>
                  </a:lnTo>
                  <a:close/>
                </a:path>
                <a:path w="5577205" h="1792604">
                  <a:moveTo>
                    <a:pt x="1909762" y="3454"/>
                  </a:moveTo>
                  <a:lnTo>
                    <a:pt x="1909305" y="2336"/>
                  </a:lnTo>
                  <a:lnTo>
                    <a:pt x="1907438" y="469"/>
                  </a:lnTo>
                  <a:lnTo>
                    <a:pt x="1906320" y="0"/>
                  </a:lnTo>
                  <a:lnTo>
                    <a:pt x="1903691" y="0"/>
                  </a:lnTo>
                  <a:lnTo>
                    <a:pt x="1902574" y="469"/>
                  </a:lnTo>
                  <a:lnTo>
                    <a:pt x="1900707" y="2336"/>
                  </a:lnTo>
                  <a:lnTo>
                    <a:pt x="1900237" y="3454"/>
                  </a:lnTo>
                  <a:lnTo>
                    <a:pt x="1900237" y="6083"/>
                  </a:lnTo>
                  <a:lnTo>
                    <a:pt x="1900707" y="7200"/>
                  </a:lnTo>
                  <a:lnTo>
                    <a:pt x="1902574" y="9067"/>
                  </a:lnTo>
                  <a:lnTo>
                    <a:pt x="1903691" y="9525"/>
                  </a:lnTo>
                  <a:lnTo>
                    <a:pt x="1906320" y="9525"/>
                  </a:lnTo>
                  <a:lnTo>
                    <a:pt x="1907438" y="9067"/>
                  </a:lnTo>
                  <a:lnTo>
                    <a:pt x="1909305" y="7200"/>
                  </a:lnTo>
                  <a:lnTo>
                    <a:pt x="1909762" y="6083"/>
                  </a:lnTo>
                  <a:lnTo>
                    <a:pt x="1909762" y="3454"/>
                  </a:lnTo>
                  <a:close/>
                </a:path>
                <a:path w="5577205" h="1792604">
                  <a:moveTo>
                    <a:pt x="1957387" y="1786534"/>
                  </a:moveTo>
                  <a:lnTo>
                    <a:pt x="1956930" y="1785416"/>
                  </a:lnTo>
                  <a:lnTo>
                    <a:pt x="1955063" y="1783549"/>
                  </a:lnTo>
                  <a:lnTo>
                    <a:pt x="1953945" y="1783080"/>
                  </a:lnTo>
                  <a:lnTo>
                    <a:pt x="1951316" y="1783080"/>
                  </a:lnTo>
                  <a:lnTo>
                    <a:pt x="1950186" y="1783549"/>
                  </a:lnTo>
                  <a:lnTo>
                    <a:pt x="1948332" y="1785416"/>
                  </a:lnTo>
                  <a:lnTo>
                    <a:pt x="1947862" y="1786534"/>
                  </a:lnTo>
                  <a:lnTo>
                    <a:pt x="1947862" y="1789163"/>
                  </a:lnTo>
                  <a:lnTo>
                    <a:pt x="1948332" y="1790280"/>
                  </a:lnTo>
                  <a:lnTo>
                    <a:pt x="1950186" y="1792147"/>
                  </a:lnTo>
                  <a:lnTo>
                    <a:pt x="1951316" y="1792605"/>
                  </a:lnTo>
                  <a:lnTo>
                    <a:pt x="1953945" y="1792605"/>
                  </a:lnTo>
                  <a:lnTo>
                    <a:pt x="1955063" y="1792147"/>
                  </a:lnTo>
                  <a:lnTo>
                    <a:pt x="1956930" y="1790280"/>
                  </a:lnTo>
                  <a:lnTo>
                    <a:pt x="1957387" y="1789163"/>
                  </a:lnTo>
                  <a:lnTo>
                    <a:pt x="1957387" y="1786534"/>
                  </a:lnTo>
                  <a:close/>
                </a:path>
                <a:path w="5577205" h="1792604">
                  <a:moveTo>
                    <a:pt x="1957387" y="894994"/>
                  </a:moveTo>
                  <a:lnTo>
                    <a:pt x="1956930" y="893876"/>
                  </a:lnTo>
                  <a:lnTo>
                    <a:pt x="1955063" y="892009"/>
                  </a:lnTo>
                  <a:lnTo>
                    <a:pt x="1953945" y="891552"/>
                  </a:lnTo>
                  <a:lnTo>
                    <a:pt x="1951316" y="891552"/>
                  </a:lnTo>
                  <a:lnTo>
                    <a:pt x="1950186" y="892009"/>
                  </a:lnTo>
                  <a:lnTo>
                    <a:pt x="1948332" y="893876"/>
                  </a:lnTo>
                  <a:lnTo>
                    <a:pt x="1947862" y="894994"/>
                  </a:lnTo>
                  <a:lnTo>
                    <a:pt x="1947862" y="897623"/>
                  </a:lnTo>
                  <a:lnTo>
                    <a:pt x="1948332" y="898740"/>
                  </a:lnTo>
                  <a:lnTo>
                    <a:pt x="1950186" y="900607"/>
                  </a:lnTo>
                  <a:lnTo>
                    <a:pt x="1951316" y="901077"/>
                  </a:lnTo>
                  <a:lnTo>
                    <a:pt x="1953945" y="901077"/>
                  </a:lnTo>
                  <a:lnTo>
                    <a:pt x="1955063" y="900607"/>
                  </a:lnTo>
                  <a:lnTo>
                    <a:pt x="1956930" y="898740"/>
                  </a:lnTo>
                  <a:lnTo>
                    <a:pt x="1957387" y="897623"/>
                  </a:lnTo>
                  <a:lnTo>
                    <a:pt x="1957387" y="894994"/>
                  </a:lnTo>
                  <a:close/>
                </a:path>
                <a:path w="5577205" h="1792604">
                  <a:moveTo>
                    <a:pt x="1957387" y="3454"/>
                  </a:moveTo>
                  <a:lnTo>
                    <a:pt x="1956930" y="2336"/>
                  </a:lnTo>
                  <a:lnTo>
                    <a:pt x="1955063" y="469"/>
                  </a:lnTo>
                  <a:lnTo>
                    <a:pt x="1953945" y="0"/>
                  </a:lnTo>
                  <a:lnTo>
                    <a:pt x="1951316" y="0"/>
                  </a:lnTo>
                  <a:lnTo>
                    <a:pt x="1950186" y="469"/>
                  </a:lnTo>
                  <a:lnTo>
                    <a:pt x="1948332" y="2336"/>
                  </a:lnTo>
                  <a:lnTo>
                    <a:pt x="1947862" y="3454"/>
                  </a:lnTo>
                  <a:lnTo>
                    <a:pt x="1947862" y="6083"/>
                  </a:lnTo>
                  <a:lnTo>
                    <a:pt x="1948332" y="7200"/>
                  </a:lnTo>
                  <a:lnTo>
                    <a:pt x="1950186" y="9067"/>
                  </a:lnTo>
                  <a:lnTo>
                    <a:pt x="1951316" y="9525"/>
                  </a:lnTo>
                  <a:lnTo>
                    <a:pt x="1953945" y="9525"/>
                  </a:lnTo>
                  <a:lnTo>
                    <a:pt x="1955063" y="9067"/>
                  </a:lnTo>
                  <a:lnTo>
                    <a:pt x="1956930" y="7200"/>
                  </a:lnTo>
                  <a:lnTo>
                    <a:pt x="1957387" y="6083"/>
                  </a:lnTo>
                  <a:lnTo>
                    <a:pt x="1957387" y="3454"/>
                  </a:lnTo>
                  <a:close/>
                </a:path>
                <a:path w="5577205" h="1792604">
                  <a:moveTo>
                    <a:pt x="2005012" y="1786534"/>
                  </a:moveTo>
                  <a:lnTo>
                    <a:pt x="2004555" y="1785416"/>
                  </a:lnTo>
                  <a:lnTo>
                    <a:pt x="2002688" y="1783549"/>
                  </a:lnTo>
                  <a:lnTo>
                    <a:pt x="2001570" y="1783080"/>
                  </a:lnTo>
                  <a:lnTo>
                    <a:pt x="1998941" y="1783080"/>
                  </a:lnTo>
                  <a:lnTo>
                    <a:pt x="1997811" y="1783549"/>
                  </a:lnTo>
                  <a:lnTo>
                    <a:pt x="1995957" y="1785416"/>
                  </a:lnTo>
                  <a:lnTo>
                    <a:pt x="1995487" y="1786534"/>
                  </a:lnTo>
                  <a:lnTo>
                    <a:pt x="1995487" y="1789163"/>
                  </a:lnTo>
                  <a:lnTo>
                    <a:pt x="1995957" y="1790280"/>
                  </a:lnTo>
                  <a:lnTo>
                    <a:pt x="1997811" y="1792147"/>
                  </a:lnTo>
                  <a:lnTo>
                    <a:pt x="1998941" y="1792605"/>
                  </a:lnTo>
                  <a:lnTo>
                    <a:pt x="2001570" y="1792605"/>
                  </a:lnTo>
                  <a:lnTo>
                    <a:pt x="2002688" y="1792147"/>
                  </a:lnTo>
                  <a:lnTo>
                    <a:pt x="2004555" y="1790280"/>
                  </a:lnTo>
                  <a:lnTo>
                    <a:pt x="2005012" y="1789163"/>
                  </a:lnTo>
                  <a:lnTo>
                    <a:pt x="2005012" y="1786534"/>
                  </a:lnTo>
                  <a:close/>
                </a:path>
                <a:path w="5577205" h="1792604">
                  <a:moveTo>
                    <a:pt x="2005012" y="894994"/>
                  </a:moveTo>
                  <a:lnTo>
                    <a:pt x="2004555" y="893876"/>
                  </a:lnTo>
                  <a:lnTo>
                    <a:pt x="2002688" y="892009"/>
                  </a:lnTo>
                  <a:lnTo>
                    <a:pt x="2001570" y="891552"/>
                  </a:lnTo>
                  <a:lnTo>
                    <a:pt x="1998941" y="891552"/>
                  </a:lnTo>
                  <a:lnTo>
                    <a:pt x="1997811" y="892009"/>
                  </a:lnTo>
                  <a:lnTo>
                    <a:pt x="1995957" y="893876"/>
                  </a:lnTo>
                  <a:lnTo>
                    <a:pt x="1995487" y="894994"/>
                  </a:lnTo>
                  <a:lnTo>
                    <a:pt x="1995487" y="897623"/>
                  </a:lnTo>
                  <a:lnTo>
                    <a:pt x="1995957" y="898740"/>
                  </a:lnTo>
                  <a:lnTo>
                    <a:pt x="1997811" y="900607"/>
                  </a:lnTo>
                  <a:lnTo>
                    <a:pt x="1998941" y="901077"/>
                  </a:lnTo>
                  <a:lnTo>
                    <a:pt x="2001570" y="901077"/>
                  </a:lnTo>
                  <a:lnTo>
                    <a:pt x="2002688" y="900607"/>
                  </a:lnTo>
                  <a:lnTo>
                    <a:pt x="2004555" y="898740"/>
                  </a:lnTo>
                  <a:lnTo>
                    <a:pt x="2005012" y="897623"/>
                  </a:lnTo>
                  <a:lnTo>
                    <a:pt x="2005012" y="894994"/>
                  </a:lnTo>
                  <a:close/>
                </a:path>
                <a:path w="5577205" h="1792604">
                  <a:moveTo>
                    <a:pt x="2005012" y="3454"/>
                  </a:moveTo>
                  <a:lnTo>
                    <a:pt x="2004555" y="2336"/>
                  </a:lnTo>
                  <a:lnTo>
                    <a:pt x="2002688" y="469"/>
                  </a:lnTo>
                  <a:lnTo>
                    <a:pt x="2001570" y="0"/>
                  </a:lnTo>
                  <a:lnTo>
                    <a:pt x="1998941" y="0"/>
                  </a:lnTo>
                  <a:lnTo>
                    <a:pt x="1997811" y="469"/>
                  </a:lnTo>
                  <a:lnTo>
                    <a:pt x="1995957" y="2336"/>
                  </a:lnTo>
                  <a:lnTo>
                    <a:pt x="1995487" y="3454"/>
                  </a:lnTo>
                  <a:lnTo>
                    <a:pt x="1995487" y="6083"/>
                  </a:lnTo>
                  <a:lnTo>
                    <a:pt x="1995957" y="7200"/>
                  </a:lnTo>
                  <a:lnTo>
                    <a:pt x="1997811" y="9067"/>
                  </a:lnTo>
                  <a:lnTo>
                    <a:pt x="1998941" y="9525"/>
                  </a:lnTo>
                  <a:lnTo>
                    <a:pt x="2001570" y="9525"/>
                  </a:lnTo>
                  <a:lnTo>
                    <a:pt x="2002688" y="9067"/>
                  </a:lnTo>
                  <a:lnTo>
                    <a:pt x="2004555" y="7200"/>
                  </a:lnTo>
                  <a:lnTo>
                    <a:pt x="2005012" y="6083"/>
                  </a:lnTo>
                  <a:lnTo>
                    <a:pt x="2005012" y="3454"/>
                  </a:lnTo>
                  <a:close/>
                </a:path>
                <a:path w="5577205" h="1792604">
                  <a:moveTo>
                    <a:pt x="2052637" y="1786534"/>
                  </a:moveTo>
                  <a:lnTo>
                    <a:pt x="2052180" y="1785416"/>
                  </a:lnTo>
                  <a:lnTo>
                    <a:pt x="2050313" y="1783549"/>
                  </a:lnTo>
                  <a:lnTo>
                    <a:pt x="2049195" y="1783080"/>
                  </a:lnTo>
                  <a:lnTo>
                    <a:pt x="2046566" y="1783080"/>
                  </a:lnTo>
                  <a:lnTo>
                    <a:pt x="2045449" y="1783549"/>
                  </a:lnTo>
                  <a:lnTo>
                    <a:pt x="2043582" y="1785416"/>
                  </a:lnTo>
                  <a:lnTo>
                    <a:pt x="2043112" y="1786534"/>
                  </a:lnTo>
                  <a:lnTo>
                    <a:pt x="2043112" y="1789163"/>
                  </a:lnTo>
                  <a:lnTo>
                    <a:pt x="2043582" y="1790280"/>
                  </a:lnTo>
                  <a:lnTo>
                    <a:pt x="2045449" y="1792147"/>
                  </a:lnTo>
                  <a:lnTo>
                    <a:pt x="2046566" y="1792605"/>
                  </a:lnTo>
                  <a:lnTo>
                    <a:pt x="2049195" y="1792605"/>
                  </a:lnTo>
                  <a:lnTo>
                    <a:pt x="2050313" y="1792147"/>
                  </a:lnTo>
                  <a:lnTo>
                    <a:pt x="2052180" y="1790280"/>
                  </a:lnTo>
                  <a:lnTo>
                    <a:pt x="2052637" y="1789163"/>
                  </a:lnTo>
                  <a:lnTo>
                    <a:pt x="2052637" y="1786534"/>
                  </a:lnTo>
                  <a:close/>
                </a:path>
                <a:path w="5577205" h="1792604">
                  <a:moveTo>
                    <a:pt x="2052637" y="894994"/>
                  </a:moveTo>
                  <a:lnTo>
                    <a:pt x="2052180" y="893876"/>
                  </a:lnTo>
                  <a:lnTo>
                    <a:pt x="2050313" y="892009"/>
                  </a:lnTo>
                  <a:lnTo>
                    <a:pt x="2049195" y="891552"/>
                  </a:lnTo>
                  <a:lnTo>
                    <a:pt x="2046566" y="891552"/>
                  </a:lnTo>
                  <a:lnTo>
                    <a:pt x="2045449" y="892009"/>
                  </a:lnTo>
                  <a:lnTo>
                    <a:pt x="2043582" y="893876"/>
                  </a:lnTo>
                  <a:lnTo>
                    <a:pt x="2043112" y="894994"/>
                  </a:lnTo>
                  <a:lnTo>
                    <a:pt x="2043112" y="897623"/>
                  </a:lnTo>
                  <a:lnTo>
                    <a:pt x="2043582" y="898740"/>
                  </a:lnTo>
                  <a:lnTo>
                    <a:pt x="2045449" y="900607"/>
                  </a:lnTo>
                  <a:lnTo>
                    <a:pt x="2046566" y="901077"/>
                  </a:lnTo>
                  <a:lnTo>
                    <a:pt x="2049195" y="901077"/>
                  </a:lnTo>
                  <a:lnTo>
                    <a:pt x="2050313" y="900607"/>
                  </a:lnTo>
                  <a:lnTo>
                    <a:pt x="2052180" y="898740"/>
                  </a:lnTo>
                  <a:lnTo>
                    <a:pt x="2052637" y="897623"/>
                  </a:lnTo>
                  <a:lnTo>
                    <a:pt x="2052637" y="894994"/>
                  </a:lnTo>
                  <a:close/>
                </a:path>
                <a:path w="5577205" h="1792604">
                  <a:moveTo>
                    <a:pt x="2052637" y="3454"/>
                  </a:moveTo>
                  <a:lnTo>
                    <a:pt x="2052180" y="2336"/>
                  </a:lnTo>
                  <a:lnTo>
                    <a:pt x="2050313" y="469"/>
                  </a:lnTo>
                  <a:lnTo>
                    <a:pt x="2049195" y="0"/>
                  </a:lnTo>
                  <a:lnTo>
                    <a:pt x="2046566" y="0"/>
                  </a:lnTo>
                  <a:lnTo>
                    <a:pt x="2045449" y="469"/>
                  </a:lnTo>
                  <a:lnTo>
                    <a:pt x="2043582" y="2336"/>
                  </a:lnTo>
                  <a:lnTo>
                    <a:pt x="2043112" y="3454"/>
                  </a:lnTo>
                  <a:lnTo>
                    <a:pt x="2043112" y="6083"/>
                  </a:lnTo>
                  <a:lnTo>
                    <a:pt x="2043582" y="7200"/>
                  </a:lnTo>
                  <a:lnTo>
                    <a:pt x="2045449" y="9067"/>
                  </a:lnTo>
                  <a:lnTo>
                    <a:pt x="2046566" y="9525"/>
                  </a:lnTo>
                  <a:lnTo>
                    <a:pt x="2049195" y="9525"/>
                  </a:lnTo>
                  <a:lnTo>
                    <a:pt x="2050313" y="9067"/>
                  </a:lnTo>
                  <a:lnTo>
                    <a:pt x="2052180" y="7200"/>
                  </a:lnTo>
                  <a:lnTo>
                    <a:pt x="2052637" y="6083"/>
                  </a:lnTo>
                  <a:lnTo>
                    <a:pt x="2052637" y="3454"/>
                  </a:lnTo>
                  <a:close/>
                </a:path>
                <a:path w="5577205" h="1792604">
                  <a:moveTo>
                    <a:pt x="2100262" y="1786534"/>
                  </a:moveTo>
                  <a:lnTo>
                    <a:pt x="2099805" y="1785416"/>
                  </a:lnTo>
                  <a:lnTo>
                    <a:pt x="2097938" y="1783549"/>
                  </a:lnTo>
                  <a:lnTo>
                    <a:pt x="2096820" y="1783080"/>
                  </a:lnTo>
                  <a:lnTo>
                    <a:pt x="2094191" y="1783080"/>
                  </a:lnTo>
                  <a:lnTo>
                    <a:pt x="2093061" y="1783549"/>
                  </a:lnTo>
                  <a:lnTo>
                    <a:pt x="2091207" y="1785416"/>
                  </a:lnTo>
                  <a:lnTo>
                    <a:pt x="2090737" y="1786534"/>
                  </a:lnTo>
                  <a:lnTo>
                    <a:pt x="2090737" y="1789163"/>
                  </a:lnTo>
                  <a:lnTo>
                    <a:pt x="2091207" y="1790280"/>
                  </a:lnTo>
                  <a:lnTo>
                    <a:pt x="2093061" y="1792147"/>
                  </a:lnTo>
                  <a:lnTo>
                    <a:pt x="2094191" y="1792605"/>
                  </a:lnTo>
                  <a:lnTo>
                    <a:pt x="2096820" y="1792605"/>
                  </a:lnTo>
                  <a:lnTo>
                    <a:pt x="2097938" y="1792147"/>
                  </a:lnTo>
                  <a:lnTo>
                    <a:pt x="2099805" y="1790280"/>
                  </a:lnTo>
                  <a:lnTo>
                    <a:pt x="2100262" y="1789163"/>
                  </a:lnTo>
                  <a:lnTo>
                    <a:pt x="2100262" y="1786534"/>
                  </a:lnTo>
                  <a:close/>
                </a:path>
                <a:path w="5577205" h="1792604">
                  <a:moveTo>
                    <a:pt x="2100262" y="894994"/>
                  </a:moveTo>
                  <a:lnTo>
                    <a:pt x="2099805" y="893876"/>
                  </a:lnTo>
                  <a:lnTo>
                    <a:pt x="2097938" y="892009"/>
                  </a:lnTo>
                  <a:lnTo>
                    <a:pt x="2096820" y="891552"/>
                  </a:lnTo>
                  <a:lnTo>
                    <a:pt x="2094191" y="891552"/>
                  </a:lnTo>
                  <a:lnTo>
                    <a:pt x="2093061" y="892009"/>
                  </a:lnTo>
                  <a:lnTo>
                    <a:pt x="2091207" y="893876"/>
                  </a:lnTo>
                  <a:lnTo>
                    <a:pt x="2090737" y="894994"/>
                  </a:lnTo>
                  <a:lnTo>
                    <a:pt x="2090737" y="897623"/>
                  </a:lnTo>
                  <a:lnTo>
                    <a:pt x="2091207" y="898740"/>
                  </a:lnTo>
                  <a:lnTo>
                    <a:pt x="2093061" y="900607"/>
                  </a:lnTo>
                  <a:lnTo>
                    <a:pt x="2094191" y="901077"/>
                  </a:lnTo>
                  <a:lnTo>
                    <a:pt x="2096820" y="901077"/>
                  </a:lnTo>
                  <a:lnTo>
                    <a:pt x="2097938" y="900607"/>
                  </a:lnTo>
                  <a:lnTo>
                    <a:pt x="2099805" y="898740"/>
                  </a:lnTo>
                  <a:lnTo>
                    <a:pt x="2100262" y="897623"/>
                  </a:lnTo>
                  <a:lnTo>
                    <a:pt x="2100262" y="894994"/>
                  </a:lnTo>
                  <a:close/>
                </a:path>
                <a:path w="5577205" h="1792604">
                  <a:moveTo>
                    <a:pt x="2100262" y="3454"/>
                  </a:moveTo>
                  <a:lnTo>
                    <a:pt x="2099805" y="2336"/>
                  </a:lnTo>
                  <a:lnTo>
                    <a:pt x="2097938" y="469"/>
                  </a:lnTo>
                  <a:lnTo>
                    <a:pt x="2096820" y="0"/>
                  </a:lnTo>
                  <a:lnTo>
                    <a:pt x="2094191" y="0"/>
                  </a:lnTo>
                  <a:lnTo>
                    <a:pt x="2093061" y="469"/>
                  </a:lnTo>
                  <a:lnTo>
                    <a:pt x="2091207" y="2336"/>
                  </a:lnTo>
                  <a:lnTo>
                    <a:pt x="2090737" y="3454"/>
                  </a:lnTo>
                  <a:lnTo>
                    <a:pt x="2090737" y="6083"/>
                  </a:lnTo>
                  <a:lnTo>
                    <a:pt x="2091207" y="7200"/>
                  </a:lnTo>
                  <a:lnTo>
                    <a:pt x="2093061" y="9067"/>
                  </a:lnTo>
                  <a:lnTo>
                    <a:pt x="2094191" y="9525"/>
                  </a:lnTo>
                  <a:lnTo>
                    <a:pt x="2096820" y="9525"/>
                  </a:lnTo>
                  <a:lnTo>
                    <a:pt x="2097938" y="9067"/>
                  </a:lnTo>
                  <a:lnTo>
                    <a:pt x="2099805" y="7200"/>
                  </a:lnTo>
                  <a:lnTo>
                    <a:pt x="2100262" y="6083"/>
                  </a:lnTo>
                  <a:lnTo>
                    <a:pt x="2100262" y="3454"/>
                  </a:lnTo>
                  <a:close/>
                </a:path>
                <a:path w="5577205" h="1792604">
                  <a:moveTo>
                    <a:pt x="2147887" y="1786534"/>
                  </a:moveTo>
                  <a:lnTo>
                    <a:pt x="2147430" y="1785416"/>
                  </a:lnTo>
                  <a:lnTo>
                    <a:pt x="2145563" y="1783549"/>
                  </a:lnTo>
                  <a:lnTo>
                    <a:pt x="2144445" y="1783080"/>
                  </a:lnTo>
                  <a:lnTo>
                    <a:pt x="2141817" y="1783080"/>
                  </a:lnTo>
                  <a:lnTo>
                    <a:pt x="2140699" y="1783549"/>
                  </a:lnTo>
                  <a:lnTo>
                    <a:pt x="2138832" y="1785416"/>
                  </a:lnTo>
                  <a:lnTo>
                    <a:pt x="2138362" y="1786534"/>
                  </a:lnTo>
                  <a:lnTo>
                    <a:pt x="2138362" y="1789163"/>
                  </a:lnTo>
                  <a:lnTo>
                    <a:pt x="2138832" y="1790280"/>
                  </a:lnTo>
                  <a:lnTo>
                    <a:pt x="2140699" y="1792147"/>
                  </a:lnTo>
                  <a:lnTo>
                    <a:pt x="2141817" y="1792605"/>
                  </a:lnTo>
                  <a:lnTo>
                    <a:pt x="2144445" y="1792605"/>
                  </a:lnTo>
                  <a:lnTo>
                    <a:pt x="2145563" y="1792147"/>
                  </a:lnTo>
                  <a:lnTo>
                    <a:pt x="2147430" y="1790280"/>
                  </a:lnTo>
                  <a:lnTo>
                    <a:pt x="2147887" y="1789163"/>
                  </a:lnTo>
                  <a:lnTo>
                    <a:pt x="2147887" y="1786534"/>
                  </a:lnTo>
                  <a:close/>
                </a:path>
                <a:path w="5577205" h="1792604">
                  <a:moveTo>
                    <a:pt x="2147887" y="894994"/>
                  </a:moveTo>
                  <a:lnTo>
                    <a:pt x="2147430" y="893876"/>
                  </a:lnTo>
                  <a:lnTo>
                    <a:pt x="2145563" y="892009"/>
                  </a:lnTo>
                  <a:lnTo>
                    <a:pt x="2144445" y="891552"/>
                  </a:lnTo>
                  <a:lnTo>
                    <a:pt x="2141817" y="891552"/>
                  </a:lnTo>
                  <a:lnTo>
                    <a:pt x="2140699" y="892009"/>
                  </a:lnTo>
                  <a:lnTo>
                    <a:pt x="2138832" y="893876"/>
                  </a:lnTo>
                  <a:lnTo>
                    <a:pt x="2138362" y="894994"/>
                  </a:lnTo>
                  <a:lnTo>
                    <a:pt x="2138362" y="897623"/>
                  </a:lnTo>
                  <a:lnTo>
                    <a:pt x="2138832" y="898740"/>
                  </a:lnTo>
                  <a:lnTo>
                    <a:pt x="2140699" y="900607"/>
                  </a:lnTo>
                  <a:lnTo>
                    <a:pt x="2141817" y="901077"/>
                  </a:lnTo>
                  <a:lnTo>
                    <a:pt x="2144445" y="901077"/>
                  </a:lnTo>
                  <a:lnTo>
                    <a:pt x="2145563" y="900607"/>
                  </a:lnTo>
                  <a:lnTo>
                    <a:pt x="2147430" y="898740"/>
                  </a:lnTo>
                  <a:lnTo>
                    <a:pt x="2147887" y="897623"/>
                  </a:lnTo>
                  <a:lnTo>
                    <a:pt x="2147887" y="894994"/>
                  </a:lnTo>
                  <a:close/>
                </a:path>
                <a:path w="5577205" h="1792604">
                  <a:moveTo>
                    <a:pt x="2147887" y="3454"/>
                  </a:moveTo>
                  <a:lnTo>
                    <a:pt x="2147430" y="2336"/>
                  </a:lnTo>
                  <a:lnTo>
                    <a:pt x="2145563" y="469"/>
                  </a:lnTo>
                  <a:lnTo>
                    <a:pt x="2144445" y="0"/>
                  </a:lnTo>
                  <a:lnTo>
                    <a:pt x="2141817" y="0"/>
                  </a:lnTo>
                  <a:lnTo>
                    <a:pt x="2140699" y="469"/>
                  </a:lnTo>
                  <a:lnTo>
                    <a:pt x="2138832" y="2336"/>
                  </a:lnTo>
                  <a:lnTo>
                    <a:pt x="2138362" y="3454"/>
                  </a:lnTo>
                  <a:lnTo>
                    <a:pt x="2138362" y="6083"/>
                  </a:lnTo>
                  <a:lnTo>
                    <a:pt x="2138832" y="7200"/>
                  </a:lnTo>
                  <a:lnTo>
                    <a:pt x="2140699" y="9067"/>
                  </a:lnTo>
                  <a:lnTo>
                    <a:pt x="2141817" y="9525"/>
                  </a:lnTo>
                  <a:lnTo>
                    <a:pt x="2144445" y="9525"/>
                  </a:lnTo>
                  <a:lnTo>
                    <a:pt x="2145563" y="9067"/>
                  </a:lnTo>
                  <a:lnTo>
                    <a:pt x="2147430" y="7200"/>
                  </a:lnTo>
                  <a:lnTo>
                    <a:pt x="2147887" y="6083"/>
                  </a:lnTo>
                  <a:lnTo>
                    <a:pt x="2147887" y="3454"/>
                  </a:lnTo>
                  <a:close/>
                </a:path>
                <a:path w="5577205" h="1792604">
                  <a:moveTo>
                    <a:pt x="2195512" y="1786534"/>
                  </a:moveTo>
                  <a:lnTo>
                    <a:pt x="2195055" y="1785416"/>
                  </a:lnTo>
                  <a:lnTo>
                    <a:pt x="2193188" y="1783549"/>
                  </a:lnTo>
                  <a:lnTo>
                    <a:pt x="2192070" y="1783080"/>
                  </a:lnTo>
                  <a:lnTo>
                    <a:pt x="2189442" y="1783080"/>
                  </a:lnTo>
                  <a:lnTo>
                    <a:pt x="2188311" y="1783549"/>
                  </a:lnTo>
                  <a:lnTo>
                    <a:pt x="2186457" y="1785416"/>
                  </a:lnTo>
                  <a:lnTo>
                    <a:pt x="2185987" y="1786534"/>
                  </a:lnTo>
                  <a:lnTo>
                    <a:pt x="2185987" y="1789163"/>
                  </a:lnTo>
                  <a:lnTo>
                    <a:pt x="2186457" y="1790280"/>
                  </a:lnTo>
                  <a:lnTo>
                    <a:pt x="2188311" y="1792147"/>
                  </a:lnTo>
                  <a:lnTo>
                    <a:pt x="2189442" y="1792605"/>
                  </a:lnTo>
                  <a:lnTo>
                    <a:pt x="2192070" y="1792605"/>
                  </a:lnTo>
                  <a:lnTo>
                    <a:pt x="2193188" y="1792147"/>
                  </a:lnTo>
                  <a:lnTo>
                    <a:pt x="2195055" y="1790280"/>
                  </a:lnTo>
                  <a:lnTo>
                    <a:pt x="2195512" y="1789163"/>
                  </a:lnTo>
                  <a:lnTo>
                    <a:pt x="2195512" y="1786534"/>
                  </a:lnTo>
                  <a:close/>
                </a:path>
                <a:path w="5577205" h="1792604">
                  <a:moveTo>
                    <a:pt x="2195512" y="894994"/>
                  </a:moveTo>
                  <a:lnTo>
                    <a:pt x="2195055" y="893876"/>
                  </a:lnTo>
                  <a:lnTo>
                    <a:pt x="2193188" y="892009"/>
                  </a:lnTo>
                  <a:lnTo>
                    <a:pt x="2192070" y="891552"/>
                  </a:lnTo>
                  <a:lnTo>
                    <a:pt x="2189442" y="891552"/>
                  </a:lnTo>
                  <a:lnTo>
                    <a:pt x="2188311" y="892009"/>
                  </a:lnTo>
                  <a:lnTo>
                    <a:pt x="2186457" y="893876"/>
                  </a:lnTo>
                  <a:lnTo>
                    <a:pt x="2185987" y="894994"/>
                  </a:lnTo>
                  <a:lnTo>
                    <a:pt x="2185987" y="897623"/>
                  </a:lnTo>
                  <a:lnTo>
                    <a:pt x="2186457" y="898740"/>
                  </a:lnTo>
                  <a:lnTo>
                    <a:pt x="2188311" y="900607"/>
                  </a:lnTo>
                  <a:lnTo>
                    <a:pt x="2189442" y="901077"/>
                  </a:lnTo>
                  <a:lnTo>
                    <a:pt x="2192070" y="901077"/>
                  </a:lnTo>
                  <a:lnTo>
                    <a:pt x="2193188" y="900607"/>
                  </a:lnTo>
                  <a:lnTo>
                    <a:pt x="2195055" y="898740"/>
                  </a:lnTo>
                  <a:lnTo>
                    <a:pt x="2195512" y="897623"/>
                  </a:lnTo>
                  <a:lnTo>
                    <a:pt x="2195512" y="894994"/>
                  </a:lnTo>
                  <a:close/>
                </a:path>
                <a:path w="5577205" h="1792604">
                  <a:moveTo>
                    <a:pt x="2195512" y="3454"/>
                  </a:moveTo>
                  <a:lnTo>
                    <a:pt x="2195055" y="2336"/>
                  </a:lnTo>
                  <a:lnTo>
                    <a:pt x="2193188" y="469"/>
                  </a:lnTo>
                  <a:lnTo>
                    <a:pt x="2192070" y="0"/>
                  </a:lnTo>
                  <a:lnTo>
                    <a:pt x="2189442" y="0"/>
                  </a:lnTo>
                  <a:lnTo>
                    <a:pt x="2188311" y="469"/>
                  </a:lnTo>
                  <a:lnTo>
                    <a:pt x="2186457" y="2336"/>
                  </a:lnTo>
                  <a:lnTo>
                    <a:pt x="2185987" y="3454"/>
                  </a:lnTo>
                  <a:lnTo>
                    <a:pt x="2185987" y="6083"/>
                  </a:lnTo>
                  <a:lnTo>
                    <a:pt x="2186457" y="7200"/>
                  </a:lnTo>
                  <a:lnTo>
                    <a:pt x="2188311" y="9067"/>
                  </a:lnTo>
                  <a:lnTo>
                    <a:pt x="2189442" y="9525"/>
                  </a:lnTo>
                  <a:lnTo>
                    <a:pt x="2192070" y="9525"/>
                  </a:lnTo>
                  <a:lnTo>
                    <a:pt x="2193188" y="9067"/>
                  </a:lnTo>
                  <a:lnTo>
                    <a:pt x="2195055" y="7200"/>
                  </a:lnTo>
                  <a:lnTo>
                    <a:pt x="2195512" y="6083"/>
                  </a:lnTo>
                  <a:lnTo>
                    <a:pt x="2195512" y="3454"/>
                  </a:lnTo>
                  <a:close/>
                </a:path>
                <a:path w="5577205" h="1792604">
                  <a:moveTo>
                    <a:pt x="2243137" y="1786534"/>
                  </a:moveTo>
                  <a:lnTo>
                    <a:pt x="2242680" y="1785416"/>
                  </a:lnTo>
                  <a:lnTo>
                    <a:pt x="2240813" y="1783549"/>
                  </a:lnTo>
                  <a:lnTo>
                    <a:pt x="2239695" y="1783080"/>
                  </a:lnTo>
                  <a:lnTo>
                    <a:pt x="2237067" y="1783080"/>
                  </a:lnTo>
                  <a:lnTo>
                    <a:pt x="2235936" y="1783549"/>
                  </a:lnTo>
                  <a:lnTo>
                    <a:pt x="2234082" y="1785416"/>
                  </a:lnTo>
                  <a:lnTo>
                    <a:pt x="2233612" y="1786534"/>
                  </a:lnTo>
                  <a:lnTo>
                    <a:pt x="2233612" y="1789163"/>
                  </a:lnTo>
                  <a:lnTo>
                    <a:pt x="2234082" y="1790280"/>
                  </a:lnTo>
                  <a:lnTo>
                    <a:pt x="2235936" y="1792147"/>
                  </a:lnTo>
                  <a:lnTo>
                    <a:pt x="2237067" y="1792605"/>
                  </a:lnTo>
                  <a:lnTo>
                    <a:pt x="2239695" y="1792605"/>
                  </a:lnTo>
                  <a:lnTo>
                    <a:pt x="2240813" y="1792147"/>
                  </a:lnTo>
                  <a:lnTo>
                    <a:pt x="2242680" y="1790280"/>
                  </a:lnTo>
                  <a:lnTo>
                    <a:pt x="2243137" y="1789163"/>
                  </a:lnTo>
                  <a:lnTo>
                    <a:pt x="2243137" y="1786534"/>
                  </a:lnTo>
                  <a:close/>
                </a:path>
                <a:path w="5577205" h="1792604">
                  <a:moveTo>
                    <a:pt x="2243137" y="894994"/>
                  </a:moveTo>
                  <a:lnTo>
                    <a:pt x="2242680" y="893876"/>
                  </a:lnTo>
                  <a:lnTo>
                    <a:pt x="2240813" y="892009"/>
                  </a:lnTo>
                  <a:lnTo>
                    <a:pt x="2239695" y="891552"/>
                  </a:lnTo>
                  <a:lnTo>
                    <a:pt x="2237067" y="891552"/>
                  </a:lnTo>
                  <a:lnTo>
                    <a:pt x="2235936" y="892009"/>
                  </a:lnTo>
                  <a:lnTo>
                    <a:pt x="2234082" y="893876"/>
                  </a:lnTo>
                  <a:lnTo>
                    <a:pt x="2233612" y="894994"/>
                  </a:lnTo>
                  <a:lnTo>
                    <a:pt x="2233612" y="897623"/>
                  </a:lnTo>
                  <a:lnTo>
                    <a:pt x="2234082" y="898740"/>
                  </a:lnTo>
                  <a:lnTo>
                    <a:pt x="2235936" y="900607"/>
                  </a:lnTo>
                  <a:lnTo>
                    <a:pt x="2237067" y="901077"/>
                  </a:lnTo>
                  <a:lnTo>
                    <a:pt x="2239695" y="901077"/>
                  </a:lnTo>
                  <a:lnTo>
                    <a:pt x="2240813" y="900607"/>
                  </a:lnTo>
                  <a:lnTo>
                    <a:pt x="2242680" y="898740"/>
                  </a:lnTo>
                  <a:lnTo>
                    <a:pt x="2243137" y="897623"/>
                  </a:lnTo>
                  <a:lnTo>
                    <a:pt x="2243137" y="894994"/>
                  </a:lnTo>
                  <a:close/>
                </a:path>
                <a:path w="5577205" h="1792604">
                  <a:moveTo>
                    <a:pt x="2243137" y="3454"/>
                  </a:moveTo>
                  <a:lnTo>
                    <a:pt x="2242680" y="2336"/>
                  </a:lnTo>
                  <a:lnTo>
                    <a:pt x="2240813" y="469"/>
                  </a:lnTo>
                  <a:lnTo>
                    <a:pt x="2239695" y="0"/>
                  </a:lnTo>
                  <a:lnTo>
                    <a:pt x="2237067" y="0"/>
                  </a:lnTo>
                  <a:lnTo>
                    <a:pt x="2235936" y="469"/>
                  </a:lnTo>
                  <a:lnTo>
                    <a:pt x="2234082" y="2336"/>
                  </a:lnTo>
                  <a:lnTo>
                    <a:pt x="2233612" y="3454"/>
                  </a:lnTo>
                  <a:lnTo>
                    <a:pt x="2233612" y="6083"/>
                  </a:lnTo>
                  <a:lnTo>
                    <a:pt x="2234082" y="7200"/>
                  </a:lnTo>
                  <a:lnTo>
                    <a:pt x="2235936" y="9067"/>
                  </a:lnTo>
                  <a:lnTo>
                    <a:pt x="2237067" y="9525"/>
                  </a:lnTo>
                  <a:lnTo>
                    <a:pt x="2239695" y="9525"/>
                  </a:lnTo>
                  <a:lnTo>
                    <a:pt x="2240813" y="9067"/>
                  </a:lnTo>
                  <a:lnTo>
                    <a:pt x="2242680" y="7200"/>
                  </a:lnTo>
                  <a:lnTo>
                    <a:pt x="2243137" y="6083"/>
                  </a:lnTo>
                  <a:lnTo>
                    <a:pt x="2243137" y="3454"/>
                  </a:lnTo>
                  <a:close/>
                </a:path>
                <a:path w="5577205" h="1792604">
                  <a:moveTo>
                    <a:pt x="2290762" y="1786534"/>
                  </a:moveTo>
                  <a:lnTo>
                    <a:pt x="2290305" y="1785416"/>
                  </a:lnTo>
                  <a:lnTo>
                    <a:pt x="2288438" y="1783549"/>
                  </a:lnTo>
                  <a:lnTo>
                    <a:pt x="2287320" y="1783080"/>
                  </a:lnTo>
                  <a:lnTo>
                    <a:pt x="2284692" y="1783080"/>
                  </a:lnTo>
                  <a:lnTo>
                    <a:pt x="2283574" y="1783549"/>
                  </a:lnTo>
                  <a:lnTo>
                    <a:pt x="2281707" y="1785416"/>
                  </a:lnTo>
                  <a:lnTo>
                    <a:pt x="2281237" y="1786534"/>
                  </a:lnTo>
                  <a:lnTo>
                    <a:pt x="2281237" y="1789163"/>
                  </a:lnTo>
                  <a:lnTo>
                    <a:pt x="2281707" y="1790280"/>
                  </a:lnTo>
                  <a:lnTo>
                    <a:pt x="2283574" y="1792147"/>
                  </a:lnTo>
                  <a:lnTo>
                    <a:pt x="2284692" y="1792605"/>
                  </a:lnTo>
                  <a:lnTo>
                    <a:pt x="2287320" y="1792605"/>
                  </a:lnTo>
                  <a:lnTo>
                    <a:pt x="2288438" y="1792147"/>
                  </a:lnTo>
                  <a:lnTo>
                    <a:pt x="2290305" y="1790280"/>
                  </a:lnTo>
                  <a:lnTo>
                    <a:pt x="2290762" y="1789163"/>
                  </a:lnTo>
                  <a:lnTo>
                    <a:pt x="2290762" y="1786534"/>
                  </a:lnTo>
                  <a:close/>
                </a:path>
                <a:path w="5577205" h="1792604">
                  <a:moveTo>
                    <a:pt x="2290762" y="894994"/>
                  </a:moveTo>
                  <a:lnTo>
                    <a:pt x="2290305" y="893876"/>
                  </a:lnTo>
                  <a:lnTo>
                    <a:pt x="2288438" y="892009"/>
                  </a:lnTo>
                  <a:lnTo>
                    <a:pt x="2287320" y="891552"/>
                  </a:lnTo>
                  <a:lnTo>
                    <a:pt x="2284692" y="891552"/>
                  </a:lnTo>
                  <a:lnTo>
                    <a:pt x="2283574" y="892009"/>
                  </a:lnTo>
                  <a:lnTo>
                    <a:pt x="2281707" y="893876"/>
                  </a:lnTo>
                  <a:lnTo>
                    <a:pt x="2281237" y="894994"/>
                  </a:lnTo>
                  <a:lnTo>
                    <a:pt x="2281237" y="897623"/>
                  </a:lnTo>
                  <a:lnTo>
                    <a:pt x="2281707" y="898740"/>
                  </a:lnTo>
                  <a:lnTo>
                    <a:pt x="2283574" y="900607"/>
                  </a:lnTo>
                  <a:lnTo>
                    <a:pt x="2284692" y="901077"/>
                  </a:lnTo>
                  <a:lnTo>
                    <a:pt x="2287320" y="901077"/>
                  </a:lnTo>
                  <a:lnTo>
                    <a:pt x="2288438" y="900607"/>
                  </a:lnTo>
                  <a:lnTo>
                    <a:pt x="2290305" y="898740"/>
                  </a:lnTo>
                  <a:lnTo>
                    <a:pt x="2290762" y="897623"/>
                  </a:lnTo>
                  <a:lnTo>
                    <a:pt x="2290762" y="894994"/>
                  </a:lnTo>
                  <a:close/>
                </a:path>
                <a:path w="5577205" h="1792604">
                  <a:moveTo>
                    <a:pt x="2290762" y="3454"/>
                  </a:moveTo>
                  <a:lnTo>
                    <a:pt x="2290305" y="2336"/>
                  </a:lnTo>
                  <a:lnTo>
                    <a:pt x="2288438" y="469"/>
                  </a:lnTo>
                  <a:lnTo>
                    <a:pt x="2287320" y="0"/>
                  </a:lnTo>
                  <a:lnTo>
                    <a:pt x="2284692" y="0"/>
                  </a:lnTo>
                  <a:lnTo>
                    <a:pt x="2283574" y="469"/>
                  </a:lnTo>
                  <a:lnTo>
                    <a:pt x="2281707" y="2336"/>
                  </a:lnTo>
                  <a:lnTo>
                    <a:pt x="2281237" y="3454"/>
                  </a:lnTo>
                  <a:lnTo>
                    <a:pt x="2281237" y="6083"/>
                  </a:lnTo>
                  <a:lnTo>
                    <a:pt x="2281707" y="7200"/>
                  </a:lnTo>
                  <a:lnTo>
                    <a:pt x="2283574" y="9067"/>
                  </a:lnTo>
                  <a:lnTo>
                    <a:pt x="2284692" y="9525"/>
                  </a:lnTo>
                  <a:lnTo>
                    <a:pt x="2287320" y="9525"/>
                  </a:lnTo>
                  <a:lnTo>
                    <a:pt x="2288438" y="9067"/>
                  </a:lnTo>
                  <a:lnTo>
                    <a:pt x="2290305" y="7200"/>
                  </a:lnTo>
                  <a:lnTo>
                    <a:pt x="2290762" y="6083"/>
                  </a:lnTo>
                  <a:lnTo>
                    <a:pt x="2290762" y="3454"/>
                  </a:lnTo>
                  <a:close/>
                </a:path>
                <a:path w="5577205" h="1792604">
                  <a:moveTo>
                    <a:pt x="2338387" y="1786534"/>
                  </a:moveTo>
                  <a:lnTo>
                    <a:pt x="2337930" y="1785416"/>
                  </a:lnTo>
                  <a:lnTo>
                    <a:pt x="2336063" y="1783549"/>
                  </a:lnTo>
                  <a:lnTo>
                    <a:pt x="2334945" y="1783080"/>
                  </a:lnTo>
                  <a:lnTo>
                    <a:pt x="2332317" y="1783080"/>
                  </a:lnTo>
                  <a:lnTo>
                    <a:pt x="2331186" y="1783549"/>
                  </a:lnTo>
                  <a:lnTo>
                    <a:pt x="2329332" y="1785416"/>
                  </a:lnTo>
                  <a:lnTo>
                    <a:pt x="2328862" y="1786534"/>
                  </a:lnTo>
                  <a:lnTo>
                    <a:pt x="2328862" y="1789163"/>
                  </a:lnTo>
                  <a:lnTo>
                    <a:pt x="2329332" y="1790280"/>
                  </a:lnTo>
                  <a:lnTo>
                    <a:pt x="2331186" y="1792147"/>
                  </a:lnTo>
                  <a:lnTo>
                    <a:pt x="2332317" y="1792605"/>
                  </a:lnTo>
                  <a:lnTo>
                    <a:pt x="2334945" y="1792605"/>
                  </a:lnTo>
                  <a:lnTo>
                    <a:pt x="2336063" y="1792147"/>
                  </a:lnTo>
                  <a:lnTo>
                    <a:pt x="2337930" y="1790280"/>
                  </a:lnTo>
                  <a:lnTo>
                    <a:pt x="2338387" y="1789163"/>
                  </a:lnTo>
                  <a:lnTo>
                    <a:pt x="2338387" y="1786534"/>
                  </a:lnTo>
                  <a:close/>
                </a:path>
                <a:path w="5577205" h="1792604">
                  <a:moveTo>
                    <a:pt x="2338387" y="894994"/>
                  </a:moveTo>
                  <a:lnTo>
                    <a:pt x="2337930" y="893876"/>
                  </a:lnTo>
                  <a:lnTo>
                    <a:pt x="2336063" y="892009"/>
                  </a:lnTo>
                  <a:lnTo>
                    <a:pt x="2334945" y="891552"/>
                  </a:lnTo>
                  <a:lnTo>
                    <a:pt x="2332317" y="891552"/>
                  </a:lnTo>
                  <a:lnTo>
                    <a:pt x="2331186" y="892009"/>
                  </a:lnTo>
                  <a:lnTo>
                    <a:pt x="2329332" y="893876"/>
                  </a:lnTo>
                  <a:lnTo>
                    <a:pt x="2328862" y="894994"/>
                  </a:lnTo>
                  <a:lnTo>
                    <a:pt x="2328862" y="897623"/>
                  </a:lnTo>
                  <a:lnTo>
                    <a:pt x="2329332" y="898740"/>
                  </a:lnTo>
                  <a:lnTo>
                    <a:pt x="2331186" y="900607"/>
                  </a:lnTo>
                  <a:lnTo>
                    <a:pt x="2332317" y="901077"/>
                  </a:lnTo>
                  <a:lnTo>
                    <a:pt x="2334945" y="901077"/>
                  </a:lnTo>
                  <a:lnTo>
                    <a:pt x="2336063" y="900607"/>
                  </a:lnTo>
                  <a:lnTo>
                    <a:pt x="2337930" y="898740"/>
                  </a:lnTo>
                  <a:lnTo>
                    <a:pt x="2338387" y="897623"/>
                  </a:lnTo>
                  <a:lnTo>
                    <a:pt x="2338387" y="894994"/>
                  </a:lnTo>
                  <a:close/>
                </a:path>
                <a:path w="5577205" h="1792604">
                  <a:moveTo>
                    <a:pt x="2338387" y="3454"/>
                  </a:moveTo>
                  <a:lnTo>
                    <a:pt x="2337930" y="2336"/>
                  </a:lnTo>
                  <a:lnTo>
                    <a:pt x="2336063" y="469"/>
                  </a:lnTo>
                  <a:lnTo>
                    <a:pt x="2334945" y="0"/>
                  </a:lnTo>
                  <a:lnTo>
                    <a:pt x="2332317" y="0"/>
                  </a:lnTo>
                  <a:lnTo>
                    <a:pt x="2331186" y="469"/>
                  </a:lnTo>
                  <a:lnTo>
                    <a:pt x="2329332" y="2336"/>
                  </a:lnTo>
                  <a:lnTo>
                    <a:pt x="2328862" y="3454"/>
                  </a:lnTo>
                  <a:lnTo>
                    <a:pt x="2328862" y="6083"/>
                  </a:lnTo>
                  <a:lnTo>
                    <a:pt x="2329332" y="7200"/>
                  </a:lnTo>
                  <a:lnTo>
                    <a:pt x="2331186" y="9067"/>
                  </a:lnTo>
                  <a:lnTo>
                    <a:pt x="2332317" y="9525"/>
                  </a:lnTo>
                  <a:lnTo>
                    <a:pt x="2334945" y="9525"/>
                  </a:lnTo>
                  <a:lnTo>
                    <a:pt x="2336063" y="9067"/>
                  </a:lnTo>
                  <a:lnTo>
                    <a:pt x="2337930" y="7200"/>
                  </a:lnTo>
                  <a:lnTo>
                    <a:pt x="2338387" y="6083"/>
                  </a:lnTo>
                  <a:lnTo>
                    <a:pt x="2338387" y="3454"/>
                  </a:lnTo>
                  <a:close/>
                </a:path>
                <a:path w="5577205" h="1792604">
                  <a:moveTo>
                    <a:pt x="2386012" y="1786534"/>
                  </a:moveTo>
                  <a:lnTo>
                    <a:pt x="2385555" y="1785416"/>
                  </a:lnTo>
                  <a:lnTo>
                    <a:pt x="2383688" y="1783549"/>
                  </a:lnTo>
                  <a:lnTo>
                    <a:pt x="2382570" y="1783080"/>
                  </a:lnTo>
                  <a:lnTo>
                    <a:pt x="2379942" y="1783080"/>
                  </a:lnTo>
                  <a:lnTo>
                    <a:pt x="2378824" y="1783549"/>
                  </a:lnTo>
                  <a:lnTo>
                    <a:pt x="2376957" y="1785416"/>
                  </a:lnTo>
                  <a:lnTo>
                    <a:pt x="2376487" y="1786534"/>
                  </a:lnTo>
                  <a:lnTo>
                    <a:pt x="2376487" y="1789163"/>
                  </a:lnTo>
                  <a:lnTo>
                    <a:pt x="2376957" y="1790280"/>
                  </a:lnTo>
                  <a:lnTo>
                    <a:pt x="2378824" y="1792147"/>
                  </a:lnTo>
                  <a:lnTo>
                    <a:pt x="2379942" y="1792605"/>
                  </a:lnTo>
                  <a:lnTo>
                    <a:pt x="2382570" y="1792605"/>
                  </a:lnTo>
                  <a:lnTo>
                    <a:pt x="2383688" y="1792147"/>
                  </a:lnTo>
                  <a:lnTo>
                    <a:pt x="2385555" y="1790280"/>
                  </a:lnTo>
                  <a:lnTo>
                    <a:pt x="2386012" y="1789163"/>
                  </a:lnTo>
                  <a:lnTo>
                    <a:pt x="2386012" y="1786534"/>
                  </a:lnTo>
                  <a:close/>
                </a:path>
                <a:path w="5577205" h="1792604">
                  <a:moveTo>
                    <a:pt x="2386012" y="894994"/>
                  </a:moveTo>
                  <a:lnTo>
                    <a:pt x="2385555" y="893876"/>
                  </a:lnTo>
                  <a:lnTo>
                    <a:pt x="2383688" y="892009"/>
                  </a:lnTo>
                  <a:lnTo>
                    <a:pt x="2382570" y="891552"/>
                  </a:lnTo>
                  <a:lnTo>
                    <a:pt x="2379942" y="891552"/>
                  </a:lnTo>
                  <a:lnTo>
                    <a:pt x="2378824" y="892009"/>
                  </a:lnTo>
                  <a:lnTo>
                    <a:pt x="2376957" y="893876"/>
                  </a:lnTo>
                  <a:lnTo>
                    <a:pt x="2376487" y="894994"/>
                  </a:lnTo>
                  <a:lnTo>
                    <a:pt x="2376487" y="897623"/>
                  </a:lnTo>
                  <a:lnTo>
                    <a:pt x="2376957" y="898740"/>
                  </a:lnTo>
                  <a:lnTo>
                    <a:pt x="2378824" y="900607"/>
                  </a:lnTo>
                  <a:lnTo>
                    <a:pt x="2379942" y="901077"/>
                  </a:lnTo>
                  <a:lnTo>
                    <a:pt x="2382570" y="901077"/>
                  </a:lnTo>
                  <a:lnTo>
                    <a:pt x="2383688" y="900607"/>
                  </a:lnTo>
                  <a:lnTo>
                    <a:pt x="2385555" y="898740"/>
                  </a:lnTo>
                  <a:lnTo>
                    <a:pt x="2386012" y="897623"/>
                  </a:lnTo>
                  <a:lnTo>
                    <a:pt x="2386012" y="894994"/>
                  </a:lnTo>
                  <a:close/>
                </a:path>
                <a:path w="5577205" h="1792604">
                  <a:moveTo>
                    <a:pt x="2386012" y="3454"/>
                  </a:moveTo>
                  <a:lnTo>
                    <a:pt x="2385555" y="2336"/>
                  </a:lnTo>
                  <a:lnTo>
                    <a:pt x="2383688" y="469"/>
                  </a:lnTo>
                  <a:lnTo>
                    <a:pt x="2382570" y="0"/>
                  </a:lnTo>
                  <a:lnTo>
                    <a:pt x="2379942" y="0"/>
                  </a:lnTo>
                  <a:lnTo>
                    <a:pt x="2378824" y="469"/>
                  </a:lnTo>
                  <a:lnTo>
                    <a:pt x="2376957" y="2336"/>
                  </a:lnTo>
                  <a:lnTo>
                    <a:pt x="2376487" y="3454"/>
                  </a:lnTo>
                  <a:lnTo>
                    <a:pt x="2376487" y="6083"/>
                  </a:lnTo>
                  <a:lnTo>
                    <a:pt x="2376957" y="7200"/>
                  </a:lnTo>
                  <a:lnTo>
                    <a:pt x="2378824" y="9067"/>
                  </a:lnTo>
                  <a:lnTo>
                    <a:pt x="2379942" y="9525"/>
                  </a:lnTo>
                  <a:lnTo>
                    <a:pt x="2382570" y="9525"/>
                  </a:lnTo>
                  <a:lnTo>
                    <a:pt x="2383688" y="9067"/>
                  </a:lnTo>
                  <a:lnTo>
                    <a:pt x="2385555" y="7200"/>
                  </a:lnTo>
                  <a:lnTo>
                    <a:pt x="2386012" y="6083"/>
                  </a:lnTo>
                  <a:lnTo>
                    <a:pt x="2386012" y="3454"/>
                  </a:lnTo>
                  <a:close/>
                </a:path>
                <a:path w="5577205" h="1792604">
                  <a:moveTo>
                    <a:pt x="2433637" y="1786534"/>
                  </a:moveTo>
                  <a:lnTo>
                    <a:pt x="2433180" y="1785416"/>
                  </a:lnTo>
                  <a:lnTo>
                    <a:pt x="2431313" y="1783549"/>
                  </a:lnTo>
                  <a:lnTo>
                    <a:pt x="2430195" y="1783080"/>
                  </a:lnTo>
                  <a:lnTo>
                    <a:pt x="2427567" y="1783080"/>
                  </a:lnTo>
                  <a:lnTo>
                    <a:pt x="2426436" y="1783549"/>
                  </a:lnTo>
                  <a:lnTo>
                    <a:pt x="2424582" y="1785416"/>
                  </a:lnTo>
                  <a:lnTo>
                    <a:pt x="2424112" y="1786534"/>
                  </a:lnTo>
                  <a:lnTo>
                    <a:pt x="2424112" y="1789163"/>
                  </a:lnTo>
                  <a:lnTo>
                    <a:pt x="2424582" y="1790280"/>
                  </a:lnTo>
                  <a:lnTo>
                    <a:pt x="2426436" y="1792147"/>
                  </a:lnTo>
                  <a:lnTo>
                    <a:pt x="2427567" y="1792605"/>
                  </a:lnTo>
                  <a:lnTo>
                    <a:pt x="2430195" y="1792605"/>
                  </a:lnTo>
                  <a:lnTo>
                    <a:pt x="2431313" y="1792147"/>
                  </a:lnTo>
                  <a:lnTo>
                    <a:pt x="2433180" y="1790280"/>
                  </a:lnTo>
                  <a:lnTo>
                    <a:pt x="2433637" y="1789163"/>
                  </a:lnTo>
                  <a:lnTo>
                    <a:pt x="2433637" y="1786534"/>
                  </a:lnTo>
                  <a:close/>
                </a:path>
                <a:path w="5577205" h="1792604">
                  <a:moveTo>
                    <a:pt x="2433637" y="894994"/>
                  </a:moveTo>
                  <a:lnTo>
                    <a:pt x="2433180" y="893876"/>
                  </a:lnTo>
                  <a:lnTo>
                    <a:pt x="2431313" y="892009"/>
                  </a:lnTo>
                  <a:lnTo>
                    <a:pt x="2430195" y="891552"/>
                  </a:lnTo>
                  <a:lnTo>
                    <a:pt x="2427567" y="891552"/>
                  </a:lnTo>
                  <a:lnTo>
                    <a:pt x="2426436" y="892009"/>
                  </a:lnTo>
                  <a:lnTo>
                    <a:pt x="2424582" y="893876"/>
                  </a:lnTo>
                  <a:lnTo>
                    <a:pt x="2424112" y="894994"/>
                  </a:lnTo>
                  <a:lnTo>
                    <a:pt x="2424112" y="897623"/>
                  </a:lnTo>
                  <a:lnTo>
                    <a:pt x="2424582" y="898740"/>
                  </a:lnTo>
                  <a:lnTo>
                    <a:pt x="2426436" y="900607"/>
                  </a:lnTo>
                  <a:lnTo>
                    <a:pt x="2427567" y="901077"/>
                  </a:lnTo>
                  <a:lnTo>
                    <a:pt x="2430195" y="901077"/>
                  </a:lnTo>
                  <a:lnTo>
                    <a:pt x="2431313" y="900607"/>
                  </a:lnTo>
                  <a:lnTo>
                    <a:pt x="2433180" y="898740"/>
                  </a:lnTo>
                  <a:lnTo>
                    <a:pt x="2433637" y="897623"/>
                  </a:lnTo>
                  <a:lnTo>
                    <a:pt x="2433637" y="894994"/>
                  </a:lnTo>
                  <a:close/>
                </a:path>
                <a:path w="5577205" h="1792604">
                  <a:moveTo>
                    <a:pt x="2433637" y="3454"/>
                  </a:moveTo>
                  <a:lnTo>
                    <a:pt x="2433180" y="2336"/>
                  </a:lnTo>
                  <a:lnTo>
                    <a:pt x="2431313" y="469"/>
                  </a:lnTo>
                  <a:lnTo>
                    <a:pt x="2430195" y="0"/>
                  </a:lnTo>
                  <a:lnTo>
                    <a:pt x="2427567" y="0"/>
                  </a:lnTo>
                  <a:lnTo>
                    <a:pt x="2426436" y="469"/>
                  </a:lnTo>
                  <a:lnTo>
                    <a:pt x="2424582" y="2336"/>
                  </a:lnTo>
                  <a:lnTo>
                    <a:pt x="2424112" y="3454"/>
                  </a:lnTo>
                  <a:lnTo>
                    <a:pt x="2424112" y="6083"/>
                  </a:lnTo>
                  <a:lnTo>
                    <a:pt x="2424582" y="7200"/>
                  </a:lnTo>
                  <a:lnTo>
                    <a:pt x="2426436" y="9067"/>
                  </a:lnTo>
                  <a:lnTo>
                    <a:pt x="2427567" y="9525"/>
                  </a:lnTo>
                  <a:lnTo>
                    <a:pt x="2430195" y="9525"/>
                  </a:lnTo>
                  <a:lnTo>
                    <a:pt x="2431313" y="9067"/>
                  </a:lnTo>
                  <a:lnTo>
                    <a:pt x="2433180" y="7200"/>
                  </a:lnTo>
                  <a:lnTo>
                    <a:pt x="2433637" y="6083"/>
                  </a:lnTo>
                  <a:lnTo>
                    <a:pt x="2433637" y="3454"/>
                  </a:lnTo>
                  <a:close/>
                </a:path>
                <a:path w="5577205" h="1792604">
                  <a:moveTo>
                    <a:pt x="2481262" y="1786534"/>
                  </a:moveTo>
                  <a:lnTo>
                    <a:pt x="2480805" y="1785416"/>
                  </a:lnTo>
                  <a:lnTo>
                    <a:pt x="2478938" y="1783549"/>
                  </a:lnTo>
                  <a:lnTo>
                    <a:pt x="2477820" y="1783080"/>
                  </a:lnTo>
                  <a:lnTo>
                    <a:pt x="2475192" y="1783080"/>
                  </a:lnTo>
                  <a:lnTo>
                    <a:pt x="2474061" y="1783549"/>
                  </a:lnTo>
                  <a:lnTo>
                    <a:pt x="2472207" y="1785416"/>
                  </a:lnTo>
                  <a:lnTo>
                    <a:pt x="2471737" y="1786534"/>
                  </a:lnTo>
                  <a:lnTo>
                    <a:pt x="2471737" y="1789163"/>
                  </a:lnTo>
                  <a:lnTo>
                    <a:pt x="2472207" y="1790280"/>
                  </a:lnTo>
                  <a:lnTo>
                    <a:pt x="2474061" y="1792147"/>
                  </a:lnTo>
                  <a:lnTo>
                    <a:pt x="2475192" y="1792605"/>
                  </a:lnTo>
                  <a:lnTo>
                    <a:pt x="2477820" y="1792605"/>
                  </a:lnTo>
                  <a:lnTo>
                    <a:pt x="2478938" y="1792147"/>
                  </a:lnTo>
                  <a:lnTo>
                    <a:pt x="2480805" y="1790280"/>
                  </a:lnTo>
                  <a:lnTo>
                    <a:pt x="2481262" y="1789163"/>
                  </a:lnTo>
                  <a:lnTo>
                    <a:pt x="2481262" y="1786534"/>
                  </a:lnTo>
                  <a:close/>
                </a:path>
                <a:path w="5577205" h="1792604">
                  <a:moveTo>
                    <a:pt x="2481262" y="894994"/>
                  </a:moveTo>
                  <a:lnTo>
                    <a:pt x="2480805" y="893876"/>
                  </a:lnTo>
                  <a:lnTo>
                    <a:pt x="2478938" y="892009"/>
                  </a:lnTo>
                  <a:lnTo>
                    <a:pt x="2477820" y="891552"/>
                  </a:lnTo>
                  <a:lnTo>
                    <a:pt x="2475192" y="891552"/>
                  </a:lnTo>
                  <a:lnTo>
                    <a:pt x="2474061" y="892009"/>
                  </a:lnTo>
                  <a:lnTo>
                    <a:pt x="2472207" y="893876"/>
                  </a:lnTo>
                  <a:lnTo>
                    <a:pt x="2471737" y="894994"/>
                  </a:lnTo>
                  <a:lnTo>
                    <a:pt x="2471737" y="897623"/>
                  </a:lnTo>
                  <a:lnTo>
                    <a:pt x="2472207" y="898740"/>
                  </a:lnTo>
                  <a:lnTo>
                    <a:pt x="2474061" y="900607"/>
                  </a:lnTo>
                  <a:lnTo>
                    <a:pt x="2475192" y="901077"/>
                  </a:lnTo>
                  <a:lnTo>
                    <a:pt x="2477820" y="901077"/>
                  </a:lnTo>
                  <a:lnTo>
                    <a:pt x="2478938" y="900607"/>
                  </a:lnTo>
                  <a:lnTo>
                    <a:pt x="2480805" y="898740"/>
                  </a:lnTo>
                  <a:lnTo>
                    <a:pt x="2481262" y="897623"/>
                  </a:lnTo>
                  <a:lnTo>
                    <a:pt x="2481262" y="894994"/>
                  </a:lnTo>
                  <a:close/>
                </a:path>
                <a:path w="5577205" h="1792604">
                  <a:moveTo>
                    <a:pt x="2481262" y="3454"/>
                  </a:moveTo>
                  <a:lnTo>
                    <a:pt x="2480805" y="2336"/>
                  </a:lnTo>
                  <a:lnTo>
                    <a:pt x="2478938" y="469"/>
                  </a:lnTo>
                  <a:lnTo>
                    <a:pt x="2477820" y="0"/>
                  </a:lnTo>
                  <a:lnTo>
                    <a:pt x="2475192" y="0"/>
                  </a:lnTo>
                  <a:lnTo>
                    <a:pt x="2474061" y="469"/>
                  </a:lnTo>
                  <a:lnTo>
                    <a:pt x="2472207" y="2336"/>
                  </a:lnTo>
                  <a:lnTo>
                    <a:pt x="2471737" y="3454"/>
                  </a:lnTo>
                  <a:lnTo>
                    <a:pt x="2471737" y="6083"/>
                  </a:lnTo>
                  <a:lnTo>
                    <a:pt x="2472207" y="7200"/>
                  </a:lnTo>
                  <a:lnTo>
                    <a:pt x="2474061" y="9067"/>
                  </a:lnTo>
                  <a:lnTo>
                    <a:pt x="2475192" y="9525"/>
                  </a:lnTo>
                  <a:lnTo>
                    <a:pt x="2477820" y="9525"/>
                  </a:lnTo>
                  <a:lnTo>
                    <a:pt x="2478938" y="9067"/>
                  </a:lnTo>
                  <a:lnTo>
                    <a:pt x="2480805" y="7200"/>
                  </a:lnTo>
                  <a:lnTo>
                    <a:pt x="2481262" y="6083"/>
                  </a:lnTo>
                  <a:lnTo>
                    <a:pt x="2481262" y="3454"/>
                  </a:lnTo>
                  <a:close/>
                </a:path>
                <a:path w="5577205" h="1792604">
                  <a:moveTo>
                    <a:pt x="2528887" y="1786534"/>
                  </a:moveTo>
                  <a:lnTo>
                    <a:pt x="2528430" y="1785416"/>
                  </a:lnTo>
                  <a:lnTo>
                    <a:pt x="2526563" y="1783549"/>
                  </a:lnTo>
                  <a:lnTo>
                    <a:pt x="2525445" y="1783080"/>
                  </a:lnTo>
                  <a:lnTo>
                    <a:pt x="2522817" y="1783080"/>
                  </a:lnTo>
                  <a:lnTo>
                    <a:pt x="2521686" y="1783549"/>
                  </a:lnTo>
                  <a:lnTo>
                    <a:pt x="2519832" y="1785416"/>
                  </a:lnTo>
                  <a:lnTo>
                    <a:pt x="2519362" y="1786534"/>
                  </a:lnTo>
                  <a:lnTo>
                    <a:pt x="2519362" y="1789163"/>
                  </a:lnTo>
                  <a:lnTo>
                    <a:pt x="2519832" y="1790280"/>
                  </a:lnTo>
                  <a:lnTo>
                    <a:pt x="2521686" y="1792147"/>
                  </a:lnTo>
                  <a:lnTo>
                    <a:pt x="2522817" y="1792605"/>
                  </a:lnTo>
                  <a:lnTo>
                    <a:pt x="2525445" y="1792605"/>
                  </a:lnTo>
                  <a:lnTo>
                    <a:pt x="2526563" y="1792147"/>
                  </a:lnTo>
                  <a:lnTo>
                    <a:pt x="2528430" y="1790280"/>
                  </a:lnTo>
                  <a:lnTo>
                    <a:pt x="2528887" y="1789163"/>
                  </a:lnTo>
                  <a:lnTo>
                    <a:pt x="2528887" y="1786534"/>
                  </a:lnTo>
                  <a:close/>
                </a:path>
                <a:path w="5577205" h="1792604">
                  <a:moveTo>
                    <a:pt x="2528887" y="894994"/>
                  </a:moveTo>
                  <a:lnTo>
                    <a:pt x="2528430" y="893876"/>
                  </a:lnTo>
                  <a:lnTo>
                    <a:pt x="2526563" y="892009"/>
                  </a:lnTo>
                  <a:lnTo>
                    <a:pt x="2525445" y="891552"/>
                  </a:lnTo>
                  <a:lnTo>
                    <a:pt x="2522817" y="891552"/>
                  </a:lnTo>
                  <a:lnTo>
                    <a:pt x="2521686" y="892009"/>
                  </a:lnTo>
                  <a:lnTo>
                    <a:pt x="2519832" y="893876"/>
                  </a:lnTo>
                  <a:lnTo>
                    <a:pt x="2519362" y="894994"/>
                  </a:lnTo>
                  <a:lnTo>
                    <a:pt x="2519362" y="897623"/>
                  </a:lnTo>
                  <a:lnTo>
                    <a:pt x="2519832" y="898740"/>
                  </a:lnTo>
                  <a:lnTo>
                    <a:pt x="2521686" y="900607"/>
                  </a:lnTo>
                  <a:lnTo>
                    <a:pt x="2522817" y="901077"/>
                  </a:lnTo>
                  <a:lnTo>
                    <a:pt x="2525445" y="901077"/>
                  </a:lnTo>
                  <a:lnTo>
                    <a:pt x="2526563" y="900607"/>
                  </a:lnTo>
                  <a:lnTo>
                    <a:pt x="2528430" y="898740"/>
                  </a:lnTo>
                  <a:lnTo>
                    <a:pt x="2528887" y="897623"/>
                  </a:lnTo>
                  <a:lnTo>
                    <a:pt x="2528887" y="894994"/>
                  </a:lnTo>
                  <a:close/>
                </a:path>
                <a:path w="5577205" h="1792604">
                  <a:moveTo>
                    <a:pt x="2528887" y="3454"/>
                  </a:moveTo>
                  <a:lnTo>
                    <a:pt x="2528430" y="2336"/>
                  </a:lnTo>
                  <a:lnTo>
                    <a:pt x="2526563" y="469"/>
                  </a:lnTo>
                  <a:lnTo>
                    <a:pt x="2525445" y="0"/>
                  </a:lnTo>
                  <a:lnTo>
                    <a:pt x="2522817" y="0"/>
                  </a:lnTo>
                  <a:lnTo>
                    <a:pt x="2521686" y="469"/>
                  </a:lnTo>
                  <a:lnTo>
                    <a:pt x="2519832" y="2336"/>
                  </a:lnTo>
                  <a:lnTo>
                    <a:pt x="2519362" y="3454"/>
                  </a:lnTo>
                  <a:lnTo>
                    <a:pt x="2519362" y="6083"/>
                  </a:lnTo>
                  <a:lnTo>
                    <a:pt x="2519832" y="7200"/>
                  </a:lnTo>
                  <a:lnTo>
                    <a:pt x="2521686" y="9067"/>
                  </a:lnTo>
                  <a:lnTo>
                    <a:pt x="2522817" y="9525"/>
                  </a:lnTo>
                  <a:lnTo>
                    <a:pt x="2525445" y="9525"/>
                  </a:lnTo>
                  <a:lnTo>
                    <a:pt x="2526563" y="9067"/>
                  </a:lnTo>
                  <a:lnTo>
                    <a:pt x="2528430" y="7200"/>
                  </a:lnTo>
                  <a:lnTo>
                    <a:pt x="2528887" y="6083"/>
                  </a:lnTo>
                  <a:lnTo>
                    <a:pt x="2528887" y="3454"/>
                  </a:lnTo>
                  <a:close/>
                </a:path>
                <a:path w="5577205" h="1792604">
                  <a:moveTo>
                    <a:pt x="2576512" y="1786534"/>
                  </a:moveTo>
                  <a:lnTo>
                    <a:pt x="2576055" y="1785416"/>
                  </a:lnTo>
                  <a:lnTo>
                    <a:pt x="2574188" y="1783549"/>
                  </a:lnTo>
                  <a:lnTo>
                    <a:pt x="2573070" y="1783080"/>
                  </a:lnTo>
                  <a:lnTo>
                    <a:pt x="2570442" y="1783080"/>
                  </a:lnTo>
                  <a:lnTo>
                    <a:pt x="2569311" y="1783549"/>
                  </a:lnTo>
                  <a:lnTo>
                    <a:pt x="2567457" y="1785416"/>
                  </a:lnTo>
                  <a:lnTo>
                    <a:pt x="2566987" y="1786534"/>
                  </a:lnTo>
                  <a:lnTo>
                    <a:pt x="2566987" y="1789163"/>
                  </a:lnTo>
                  <a:lnTo>
                    <a:pt x="2567457" y="1790280"/>
                  </a:lnTo>
                  <a:lnTo>
                    <a:pt x="2569311" y="1792147"/>
                  </a:lnTo>
                  <a:lnTo>
                    <a:pt x="2570442" y="1792605"/>
                  </a:lnTo>
                  <a:lnTo>
                    <a:pt x="2573070" y="1792605"/>
                  </a:lnTo>
                  <a:lnTo>
                    <a:pt x="2574188" y="1792147"/>
                  </a:lnTo>
                  <a:lnTo>
                    <a:pt x="2576055" y="1790280"/>
                  </a:lnTo>
                  <a:lnTo>
                    <a:pt x="2576512" y="1789163"/>
                  </a:lnTo>
                  <a:lnTo>
                    <a:pt x="2576512" y="1786534"/>
                  </a:lnTo>
                  <a:close/>
                </a:path>
                <a:path w="5577205" h="1792604">
                  <a:moveTo>
                    <a:pt x="2576512" y="894994"/>
                  </a:moveTo>
                  <a:lnTo>
                    <a:pt x="2576055" y="893876"/>
                  </a:lnTo>
                  <a:lnTo>
                    <a:pt x="2574188" y="892009"/>
                  </a:lnTo>
                  <a:lnTo>
                    <a:pt x="2573070" y="891552"/>
                  </a:lnTo>
                  <a:lnTo>
                    <a:pt x="2570442" y="891552"/>
                  </a:lnTo>
                  <a:lnTo>
                    <a:pt x="2569311" y="892009"/>
                  </a:lnTo>
                  <a:lnTo>
                    <a:pt x="2567457" y="893876"/>
                  </a:lnTo>
                  <a:lnTo>
                    <a:pt x="2566987" y="894994"/>
                  </a:lnTo>
                  <a:lnTo>
                    <a:pt x="2566987" y="897623"/>
                  </a:lnTo>
                  <a:lnTo>
                    <a:pt x="2567457" y="898740"/>
                  </a:lnTo>
                  <a:lnTo>
                    <a:pt x="2569311" y="900607"/>
                  </a:lnTo>
                  <a:lnTo>
                    <a:pt x="2570442" y="901077"/>
                  </a:lnTo>
                  <a:lnTo>
                    <a:pt x="2573070" y="901077"/>
                  </a:lnTo>
                  <a:lnTo>
                    <a:pt x="2574188" y="900607"/>
                  </a:lnTo>
                  <a:lnTo>
                    <a:pt x="2576055" y="898740"/>
                  </a:lnTo>
                  <a:lnTo>
                    <a:pt x="2576512" y="897623"/>
                  </a:lnTo>
                  <a:lnTo>
                    <a:pt x="2576512" y="894994"/>
                  </a:lnTo>
                  <a:close/>
                </a:path>
                <a:path w="5577205" h="1792604">
                  <a:moveTo>
                    <a:pt x="2576512" y="3454"/>
                  </a:moveTo>
                  <a:lnTo>
                    <a:pt x="2576055" y="2336"/>
                  </a:lnTo>
                  <a:lnTo>
                    <a:pt x="2574188" y="469"/>
                  </a:lnTo>
                  <a:lnTo>
                    <a:pt x="2573070" y="0"/>
                  </a:lnTo>
                  <a:lnTo>
                    <a:pt x="2570442" y="0"/>
                  </a:lnTo>
                  <a:lnTo>
                    <a:pt x="2569311" y="469"/>
                  </a:lnTo>
                  <a:lnTo>
                    <a:pt x="2567457" y="2336"/>
                  </a:lnTo>
                  <a:lnTo>
                    <a:pt x="2566987" y="3454"/>
                  </a:lnTo>
                  <a:lnTo>
                    <a:pt x="2566987" y="6083"/>
                  </a:lnTo>
                  <a:lnTo>
                    <a:pt x="2567457" y="7200"/>
                  </a:lnTo>
                  <a:lnTo>
                    <a:pt x="2569311" y="9067"/>
                  </a:lnTo>
                  <a:lnTo>
                    <a:pt x="2570442" y="9525"/>
                  </a:lnTo>
                  <a:lnTo>
                    <a:pt x="2573070" y="9525"/>
                  </a:lnTo>
                  <a:lnTo>
                    <a:pt x="2574188" y="9067"/>
                  </a:lnTo>
                  <a:lnTo>
                    <a:pt x="2576055" y="7200"/>
                  </a:lnTo>
                  <a:lnTo>
                    <a:pt x="2576512" y="6083"/>
                  </a:lnTo>
                  <a:lnTo>
                    <a:pt x="2576512" y="3454"/>
                  </a:lnTo>
                  <a:close/>
                </a:path>
                <a:path w="5577205" h="1792604">
                  <a:moveTo>
                    <a:pt x="2624137" y="1786534"/>
                  </a:moveTo>
                  <a:lnTo>
                    <a:pt x="2623680" y="1785416"/>
                  </a:lnTo>
                  <a:lnTo>
                    <a:pt x="2621813" y="1783549"/>
                  </a:lnTo>
                  <a:lnTo>
                    <a:pt x="2620695" y="1783080"/>
                  </a:lnTo>
                  <a:lnTo>
                    <a:pt x="2618067" y="1783080"/>
                  </a:lnTo>
                  <a:lnTo>
                    <a:pt x="2616936" y="1783549"/>
                  </a:lnTo>
                  <a:lnTo>
                    <a:pt x="2615082" y="1785416"/>
                  </a:lnTo>
                  <a:lnTo>
                    <a:pt x="2614612" y="1786534"/>
                  </a:lnTo>
                  <a:lnTo>
                    <a:pt x="2614612" y="1789163"/>
                  </a:lnTo>
                  <a:lnTo>
                    <a:pt x="2615082" y="1790280"/>
                  </a:lnTo>
                  <a:lnTo>
                    <a:pt x="2616936" y="1792147"/>
                  </a:lnTo>
                  <a:lnTo>
                    <a:pt x="2618067" y="1792605"/>
                  </a:lnTo>
                  <a:lnTo>
                    <a:pt x="2620695" y="1792605"/>
                  </a:lnTo>
                  <a:lnTo>
                    <a:pt x="2621813" y="1792147"/>
                  </a:lnTo>
                  <a:lnTo>
                    <a:pt x="2623680" y="1790280"/>
                  </a:lnTo>
                  <a:lnTo>
                    <a:pt x="2624137" y="1789163"/>
                  </a:lnTo>
                  <a:lnTo>
                    <a:pt x="2624137" y="1786534"/>
                  </a:lnTo>
                  <a:close/>
                </a:path>
                <a:path w="5577205" h="1792604">
                  <a:moveTo>
                    <a:pt x="2624137" y="894994"/>
                  </a:moveTo>
                  <a:lnTo>
                    <a:pt x="2623680" y="893876"/>
                  </a:lnTo>
                  <a:lnTo>
                    <a:pt x="2621813" y="892009"/>
                  </a:lnTo>
                  <a:lnTo>
                    <a:pt x="2620695" y="891552"/>
                  </a:lnTo>
                  <a:lnTo>
                    <a:pt x="2618067" y="891552"/>
                  </a:lnTo>
                  <a:lnTo>
                    <a:pt x="2616936" y="892009"/>
                  </a:lnTo>
                  <a:lnTo>
                    <a:pt x="2615082" y="893876"/>
                  </a:lnTo>
                  <a:lnTo>
                    <a:pt x="2614612" y="894994"/>
                  </a:lnTo>
                  <a:lnTo>
                    <a:pt x="2614612" y="897623"/>
                  </a:lnTo>
                  <a:lnTo>
                    <a:pt x="2615082" y="898740"/>
                  </a:lnTo>
                  <a:lnTo>
                    <a:pt x="2616936" y="900607"/>
                  </a:lnTo>
                  <a:lnTo>
                    <a:pt x="2618067" y="901077"/>
                  </a:lnTo>
                  <a:lnTo>
                    <a:pt x="2620695" y="901077"/>
                  </a:lnTo>
                  <a:lnTo>
                    <a:pt x="2621813" y="900607"/>
                  </a:lnTo>
                  <a:lnTo>
                    <a:pt x="2623680" y="898740"/>
                  </a:lnTo>
                  <a:lnTo>
                    <a:pt x="2624137" y="897623"/>
                  </a:lnTo>
                  <a:lnTo>
                    <a:pt x="2624137" y="894994"/>
                  </a:lnTo>
                  <a:close/>
                </a:path>
                <a:path w="5577205" h="1792604">
                  <a:moveTo>
                    <a:pt x="2624137" y="3454"/>
                  </a:moveTo>
                  <a:lnTo>
                    <a:pt x="2623680" y="2336"/>
                  </a:lnTo>
                  <a:lnTo>
                    <a:pt x="2621813" y="469"/>
                  </a:lnTo>
                  <a:lnTo>
                    <a:pt x="2620695" y="0"/>
                  </a:lnTo>
                  <a:lnTo>
                    <a:pt x="2618067" y="0"/>
                  </a:lnTo>
                  <a:lnTo>
                    <a:pt x="2616936" y="469"/>
                  </a:lnTo>
                  <a:lnTo>
                    <a:pt x="2615082" y="2336"/>
                  </a:lnTo>
                  <a:lnTo>
                    <a:pt x="2614612" y="3454"/>
                  </a:lnTo>
                  <a:lnTo>
                    <a:pt x="2614612" y="6083"/>
                  </a:lnTo>
                  <a:lnTo>
                    <a:pt x="2615082" y="7200"/>
                  </a:lnTo>
                  <a:lnTo>
                    <a:pt x="2616936" y="9067"/>
                  </a:lnTo>
                  <a:lnTo>
                    <a:pt x="2618067" y="9525"/>
                  </a:lnTo>
                  <a:lnTo>
                    <a:pt x="2620695" y="9525"/>
                  </a:lnTo>
                  <a:lnTo>
                    <a:pt x="2621813" y="9067"/>
                  </a:lnTo>
                  <a:lnTo>
                    <a:pt x="2623680" y="7200"/>
                  </a:lnTo>
                  <a:lnTo>
                    <a:pt x="2624137" y="6083"/>
                  </a:lnTo>
                  <a:lnTo>
                    <a:pt x="2624137" y="3454"/>
                  </a:lnTo>
                  <a:close/>
                </a:path>
                <a:path w="5577205" h="1792604">
                  <a:moveTo>
                    <a:pt x="2671762" y="1786534"/>
                  </a:moveTo>
                  <a:lnTo>
                    <a:pt x="2671305" y="1785416"/>
                  </a:lnTo>
                  <a:lnTo>
                    <a:pt x="2669438" y="1783549"/>
                  </a:lnTo>
                  <a:lnTo>
                    <a:pt x="2668320" y="1783080"/>
                  </a:lnTo>
                  <a:lnTo>
                    <a:pt x="2665692" y="1783080"/>
                  </a:lnTo>
                  <a:lnTo>
                    <a:pt x="2664561" y="1783549"/>
                  </a:lnTo>
                  <a:lnTo>
                    <a:pt x="2662707" y="1785416"/>
                  </a:lnTo>
                  <a:lnTo>
                    <a:pt x="2662237" y="1786534"/>
                  </a:lnTo>
                  <a:lnTo>
                    <a:pt x="2662237" y="1789163"/>
                  </a:lnTo>
                  <a:lnTo>
                    <a:pt x="2662707" y="1790280"/>
                  </a:lnTo>
                  <a:lnTo>
                    <a:pt x="2664561" y="1792147"/>
                  </a:lnTo>
                  <a:lnTo>
                    <a:pt x="2665692" y="1792605"/>
                  </a:lnTo>
                  <a:lnTo>
                    <a:pt x="2668320" y="1792605"/>
                  </a:lnTo>
                  <a:lnTo>
                    <a:pt x="2669438" y="1792147"/>
                  </a:lnTo>
                  <a:lnTo>
                    <a:pt x="2671305" y="1790280"/>
                  </a:lnTo>
                  <a:lnTo>
                    <a:pt x="2671762" y="1789163"/>
                  </a:lnTo>
                  <a:lnTo>
                    <a:pt x="2671762" y="1786534"/>
                  </a:lnTo>
                  <a:close/>
                </a:path>
                <a:path w="5577205" h="1792604">
                  <a:moveTo>
                    <a:pt x="2671762" y="894994"/>
                  </a:moveTo>
                  <a:lnTo>
                    <a:pt x="2671305" y="893876"/>
                  </a:lnTo>
                  <a:lnTo>
                    <a:pt x="2669438" y="892009"/>
                  </a:lnTo>
                  <a:lnTo>
                    <a:pt x="2668320" y="891552"/>
                  </a:lnTo>
                  <a:lnTo>
                    <a:pt x="2665692" y="891552"/>
                  </a:lnTo>
                  <a:lnTo>
                    <a:pt x="2664561" y="892009"/>
                  </a:lnTo>
                  <a:lnTo>
                    <a:pt x="2662707" y="893876"/>
                  </a:lnTo>
                  <a:lnTo>
                    <a:pt x="2662237" y="894994"/>
                  </a:lnTo>
                  <a:lnTo>
                    <a:pt x="2662237" y="897623"/>
                  </a:lnTo>
                  <a:lnTo>
                    <a:pt x="2662707" y="898740"/>
                  </a:lnTo>
                  <a:lnTo>
                    <a:pt x="2664561" y="900607"/>
                  </a:lnTo>
                  <a:lnTo>
                    <a:pt x="2665692" y="901077"/>
                  </a:lnTo>
                  <a:lnTo>
                    <a:pt x="2668320" y="901077"/>
                  </a:lnTo>
                  <a:lnTo>
                    <a:pt x="2669438" y="900607"/>
                  </a:lnTo>
                  <a:lnTo>
                    <a:pt x="2671305" y="898740"/>
                  </a:lnTo>
                  <a:lnTo>
                    <a:pt x="2671762" y="897623"/>
                  </a:lnTo>
                  <a:lnTo>
                    <a:pt x="2671762" y="894994"/>
                  </a:lnTo>
                  <a:close/>
                </a:path>
                <a:path w="5577205" h="1792604">
                  <a:moveTo>
                    <a:pt x="2671762" y="3454"/>
                  </a:moveTo>
                  <a:lnTo>
                    <a:pt x="2671305" y="2336"/>
                  </a:lnTo>
                  <a:lnTo>
                    <a:pt x="2669438" y="469"/>
                  </a:lnTo>
                  <a:lnTo>
                    <a:pt x="2668320" y="0"/>
                  </a:lnTo>
                  <a:lnTo>
                    <a:pt x="2665692" y="0"/>
                  </a:lnTo>
                  <a:lnTo>
                    <a:pt x="2664561" y="469"/>
                  </a:lnTo>
                  <a:lnTo>
                    <a:pt x="2662707" y="2336"/>
                  </a:lnTo>
                  <a:lnTo>
                    <a:pt x="2662237" y="3454"/>
                  </a:lnTo>
                  <a:lnTo>
                    <a:pt x="2662237" y="6083"/>
                  </a:lnTo>
                  <a:lnTo>
                    <a:pt x="2662707" y="7200"/>
                  </a:lnTo>
                  <a:lnTo>
                    <a:pt x="2664561" y="9067"/>
                  </a:lnTo>
                  <a:lnTo>
                    <a:pt x="2665692" y="9525"/>
                  </a:lnTo>
                  <a:lnTo>
                    <a:pt x="2668320" y="9525"/>
                  </a:lnTo>
                  <a:lnTo>
                    <a:pt x="2669438" y="9067"/>
                  </a:lnTo>
                  <a:lnTo>
                    <a:pt x="2671305" y="7200"/>
                  </a:lnTo>
                  <a:lnTo>
                    <a:pt x="2671762" y="6083"/>
                  </a:lnTo>
                  <a:lnTo>
                    <a:pt x="2671762" y="3454"/>
                  </a:lnTo>
                  <a:close/>
                </a:path>
                <a:path w="5577205" h="1792604">
                  <a:moveTo>
                    <a:pt x="2719387" y="1786534"/>
                  </a:moveTo>
                  <a:lnTo>
                    <a:pt x="2718930" y="1785416"/>
                  </a:lnTo>
                  <a:lnTo>
                    <a:pt x="2717063" y="1783549"/>
                  </a:lnTo>
                  <a:lnTo>
                    <a:pt x="2715945" y="1783080"/>
                  </a:lnTo>
                  <a:lnTo>
                    <a:pt x="2713317" y="1783080"/>
                  </a:lnTo>
                  <a:lnTo>
                    <a:pt x="2712186" y="1783549"/>
                  </a:lnTo>
                  <a:lnTo>
                    <a:pt x="2710332" y="1785416"/>
                  </a:lnTo>
                  <a:lnTo>
                    <a:pt x="2709862" y="1786534"/>
                  </a:lnTo>
                  <a:lnTo>
                    <a:pt x="2709862" y="1789163"/>
                  </a:lnTo>
                  <a:lnTo>
                    <a:pt x="2710332" y="1790280"/>
                  </a:lnTo>
                  <a:lnTo>
                    <a:pt x="2712186" y="1792147"/>
                  </a:lnTo>
                  <a:lnTo>
                    <a:pt x="2713317" y="1792605"/>
                  </a:lnTo>
                  <a:lnTo>
                    <a:pt x="2715945" y="1792605"/>
                  </a:lnTo>
                  <a:lnTo>
                    <a:pt x="2717063" y="1792147"/>
                  </a:lnTo>
                  <a:lnTo>
                    <a:pt x="2718930" y="1790280"/>
                  </a:lnTo>
                  <a:lnTo>
                    <a:pt x="2719387" y="1789163"/>
                  </a:lnTo>
                  <a:lnTo>
                    <a:pt x="2719387" y="1786534"/>
                  </a:lnTo>
                  <a:close/>
                </a:path>
                <a:path w="5577205" h="1792604">
                  <a:moveTo>
                    <a:pt x="2719387" y="894994"/>
                  </a:moveTo>
                  <a:lnTo>
                    <a:pt x="2718930" y="893876"/>
                  </a:lnTo>
                  <a:lnTo>
                    <a:pt x="2717063" y="892009"/>
                  </a:lnTo>
                  <a:lnTo>
                    <a:pt x="2715945" y="891552"/>
                  </a:lnTo>
                  <a:lnTo>
                    <a:pt x="2713317" y="891552"/>
                  </a:lnTo>
                  <a:lnTo>
                    <a:pt x="2712186" y="892009"/>
                  </a:lnTo>
                  <a:lnTo>
                    <a:pt x="2710332" y="893876"/>
                  </a:lnTo>
                  <a:lnTo>
                    <a:pt x="2709862" y="894994"/>
                  </a:lnTo>
                  <a:lnTo>
                    <a:pt x="2709862" y="897623"/>
                  </a:lnTo>
                  <a:lnTo>
                    <a:pt x="2710332" y="898740"/>
                  </a:lnTo>
                  <a:lnTo>
                    <a:pt x="2712186" y="900607"/>
                  </a:lnTo>
                  <a:lnTo>
                    <a:pt x="2713317" y="901077"/>
                  </a:lnTo>
                  <a:lnTo>
                    <a:pt x="2715945" y="901077"/>
                  </a:lnTo>
                  <a:lnTo>
                    <a:pt x="2717063" y="900607"/>
                  </a:lnTo>
                  <a:lnTo>
                    <a:pt x="2718930" y="898740"/>
                  </a:lnTo>
                  <a:lnTo>
                    <a:pt x="2719387" y="897623"/>
                  </a:lnTo>
                  <a:lnTo>
                    <a:pt x="2719387" y="894994"/>
                  </a:lnTo>
                  <a:close/>
                </a:path>
                <a:path w="5577205" h="1792604">
                  <a:moveTo>
                    <a:pt x="2719387" y="3454"/>
                  </a:moveTo>
                  <a:lnTo>
                    <a:pt x="2718930" y="2336"/>
                  </a:lnTo>
                  <a:lnTo>
                    <a:pt x="2717063" y="469"/>
                  </a:lnTo>
                  <a:lnTo>
                    <a:pt x="2715945" y="0"/>
                  </a:lnTo>
                  <a:lnTo>
                    <a:pt x="2713317" y="0"/>
                  </a:lnTo>
                  <a:lnTo>
                    <a:pt x="2712186" y="469"/>
                  </a:lnTo>
                  <a:lnTo>
                    <a:pt x="2710332" y="2336"/>
                  </a:lnTo>
                  <a:lnTo>
                    <a:pt x="2709862" y="3454"/>
                  </a:lnTo>
                  <a:lnTo>
                    <a:pt x="2709862" y="6083"/>
                  </a:lnTo>
                  <a:lnTo>
                    <a:pt x="2710332" y="7200"/>
                  </a:lnTo>
                  <a:lnTo>
                    <a:pt x="2712186" y="9067"/>
                  </a:lnTo>
                  <a:lnTo>
                    <a:pt x="2713317" y="9525"/>
                  </a:lnTo>
                  <a:lnTo>
                    <a:pt x="2715945" y="9525"/>
                  </a:lnTo>
                  <a:lnTo>
                    <a:pt x="2717063" y="9067"/>
                  </a:lnTo>
                  <a:lnTo>
                    <a:pt x="2718930" y="7200"/>
                  </a:lnTo>
                  <a:lnTo>
                    <a:pt x="2719387" y="6083"/>
                  </a:lnTo>
                  <a:lnTo>
                    <a:pt x="2719387" y="3454"/>
                  </a:lnTo>
                  <a:close/>
                </a:path>
                <a:path w="5577205" h="1792604">
                  <a:moveTo>
                    <a:pt x="2767012" y="1786534"/>
                  </a:moveTo>
                  <a:lnTo>
                    <a:pt x="2766555" y="1785416"/>
                  </a:lnTo>
                  <a:lnTo>
                    <a:pt x="2764688" y="1783549"/>
                  </a:lnTo>
                  <a:lnTo>
                    <a:pt x="2763570" y="1783080"/>
                  </a:lnTo>
                  <a:lnTo>
                    <a:pt x="2760942" y="1783080"/>
                  </a:lnTo>
                  <a:lnTo>
                    <a:pt x="2759811" y="1783549"/>
                  </a:lnTo>
                  <a:lnTo>
                    <a:pt x="2757957" y="1785416"/>
                  </a:lnTo>
                  <a:lnTo>
                    <a:pt x="2757487" y="1786534"/>
                  </a:lnTo>
                  <a:lnTo>
                    <a:pt x="2757487" y="1789163"/>
                  </a:lnTo>
                  <a:lnTo>
                    <a:pt x="2757957" y="1790280"/>
                  </a:lnTo>
                  <a:lnTo>
                    <a:pt x="2759811" y="1792147"/>
                  </a:lnTo>
                  <a:lnTo>
                    <a:pt x="2760942" y="1792605"/>
                  </a:lnTo>
                  <a:lnTo>
                    <a:pt x="2763570" y="1792605"/>
                  </a:lnTo>
                  <a:lnTo>
                    <a:pt x="2764688" y="1792147"/>
                  </a:lnTo>
                  <a:lnTo>
                    <a:pt x="2766555" y="1790280"/>
                  </a:lnTo>
                  <a:lnTo>
                    <a:pt x="2767012" y="1789163"/>
                  </a:lnTo>
                  <a:lnTo>
                    <a:pt x="2767012" y="1786534"/>
                  </a:lnTo>
                  <a:close/>
                </a:path>
                <a:path w="5577205" h="1792604">
                  <a:moveTo>
                    <a:pt x="2767012" y="894994"/>
                  </a:moveTo>
                  <a:lnTo>
                    <a:pt x="2766555" y="893876"/>
                  </a:lnTo>
                  <a:lnTo>
                    <a:pt x="2764688" y="892009"/>
                  </a:lnTo>
                  <a:lnTo>
                    <a:pt x="2763570" y="891552"/>
                  </a:lnTo>
                  <a:lnTo>
                    <a:pt x="2760942" y="891552"/>
                  </a:lnTo>
                  <a:lnTo>
                    <a:pt x="2759811" y="892009"/>
                  </a:lnTo>
                  <a:lnTo>
                    <a:pt x="2757957" y="893876"/>
                  </a:lnTo>
                  <a:lnTo>
                    <a:pt x="2757487" y="894994"/>
                  </a:lnTo>
                  <a:lnTo>
                    <a:pt x="2757487" y="897623"/>
                  </a:lnTo>
                  <a:lnTo>
                    <a:pt x="2757957" y="898740"/>
                  </a:lnTo>
                  <a:lnTo>
                    <a:pt x="2759811" y="900607"/>
                  </a:lnTo>
                  <a:lnTo>
                    <a:pt x="2760942" y="901077"/>
                  </a:lnTo>
                  <a:lnTo>
                    <a:pt x="2763570" y="901077"/>
                  </a:lnTo>
                  <a:lnTo>
                    <a:pt x="2764688" y="900607"/>
                  </a:lnTo>
                  <a:lnTo>
                    <a:pt x="2766555" y="898740"/>
                  </a:lnTo>
                  <a:lnTo>
                    <a:pt x="2767012" y="897623"/>
                  </a:lnTo>
                  <a:lnTo>
                    <a:pt x="2767012" y="894994"/>
                  </a:lnTo>
                  <a:close/>
                </a:path>
                <a:path w="5577205" h="1792604">
                  <a:moveTo>
                    <a:pt x="2767012" y="3454"/>
                  </a:moveTo>
                  <a:lnTo>
                    <a:pt x="2766555" y="2336"/>
                  </a:lnTo>
                  <a:lnTo>
                    <a:pt x="2764688" y="469"/>
                  </a:lnTo>
                  <a:lnTo>
                    <a:pt x="2763570" y="0"/>
                  </a:lnTo>
                  <a:lnTo>
                    <a:pt x="2760942" y="0"/>
                  </a:lnTo>
                  <a:lnTo>
                    <a:pt x="2759811" y="469"/>
                  </a:lnTo>
                  <a:lnTo>
                    <a:pt x="2757957" y="2336"/>
                  </a:lnTo>
                  <a:lnTo>
                    <a:pt x="2757487" y="3454"/>
                  </a:lnTo>
                  <a:lnTo>
                    <a:pt x="2757487" y="6083"/>
                  </a:lnTo>
                  <a:lnTo>
                    <a:pt x="2757957" y="7200"/>
                  </a:lnTo>
                  <a:lnTo>
                    <a:pt x="2759811" y="9067"/>
                  </a:lnTo>
                  <a:lnTo>
                    <a:pt x="2760942" y="9525"/>
                  </a:lnTo>
                  <a:lnTo>
                    <a:pt x="2763570" y="9525"/>
                  </a:lnTo>
                  <a:lnTo>
                    <a:pt x="2764688" y="9067"/>
                  </a:lnTo>
                  <a:lnTo>
                    <a:pt x="2766555" y="7200"/>
                  </a:lnTo>
                  <a:lnTo>
                    <a:pt x="2767012" y="6083"/>
                  </a:lnTo>
                  <a:lnTo>
                    <a:pt x="2767012" y="3454"/>
                  </a:lnTo>
                  <a:close/>
                </a:path>
                <a:path w="5577205" h="1792604">
                  <a:moveTo>
                    <a:pt x="2814637" y="1786534"/>
                  </a:moveTo>
                  <a:lnTo>
                    <a:pt x="2814180" y="1785416"/>
                  </a:lnTo>
                  <a:lnTo>
                    <a:pt x="2812313" y="1783549"/>
                  </a:lnTo>
                  <a:lnTo>
                    <a:pt x="2811195" y="1783080"/>
                  </a:lnTo>
                  <a:lnTo>
                    <a:pt x="2808567" y="1783080"/>
                  </a:lnTo>
                  <a:lnTo>
                    <a:pt x="2807436" y="1783549"/>
                  </a:lnTo>
                  <a:lnTo>
                    <a:pt x="2805582" y="1785416"/>
                  </a:lnTo>
                  <a:lnTo>
                    <a:pt x="2805112" y="1786534"/>
                  </a:lnTo>
                  <a:lnTo>
                    <a:pt x="2805112" y="1789163"/>
                  </a:lnTo>
                  <a:lnTo>
                    <a:pt x="2805582" y="1790280"/>
                  </a:lnTo>
                  <a:lnTo>
                    <a:pt x="2807436" y="1792147"/>
                  </a:lnTo>
                  <a:lnTo>
                    <a:pt x="2808567" y="1792605"/>
                  </a:lnTo>
                  <a:lnTo>
                    <a:pt x="2811195" y="1792605"/>
                  </a:lnTo>
                  <a:lnTo>
                    <a:pt x="2812313" y="1792147"/>
                  </a:lnTo>
                  <a:lnTo>
                    <a:pt x="2814180" y="1790280"/>
                  </a:lnTo>
                  <a:lnTo>
                    <a:pt x="2814637" y="1789163"/>
                  </a:lnTo>
                  <a:lnTo>
                    <a:pt x="2814637" y="1786534"/>
                  </a:lnTo>
                  <a:close/>
                </a:path>
                <a:path w="5577205" h="1792604">
                  <a:moveTo>
                    <a:pt x="2814637" y="894994"/>
                  </a:moveTo>
                  <a:lnTo>
                    <a:pt x="2814180" y="893876"/>
                  </a:lnTo>
                  <a:lnTo>
                    <a:pt x="2812313" y="892009"/>
                  </a:lnTo>
                  <a:lnTo>
                    <a:pt x="2811195" y="891552"/>
                  </a:lnTo>
                  <a:lnTo>
                    <a:pt x="2808567" y="891552"/>
                  </a:lnTo>
                  <a:lnTo>
                    <a:pt x="2807436" y="892009"/>
                  </a:lnTo>
                  <a:lnTo>
                    <a:pt x="2805582" y="893876"/>
                  </a:lnTo>
                  <a:lnTo>
                    <a:pt x="2805112" y="894994"/>
                  </a:lnTo>
                  <a:lnTo>
                    <a:pt x="2805112" y="897623"/>
                  </a:lnTo>
                  <a:lnTo>
                    <a:pt x="2805582" y="898740"/>
                  </a:lnTo>
                  <a:lnTo>
                    <a:pt x="2807436" y="900607"/>
                  </a:lnTo>
                  <a:lnTo>
                    <a:pt x="2808567" y="901077"/>
                  </a:lnTo>
                  <a:lnTo>
                    <a:pt x="2811195" y="901077"/>
                  </a:lnTo>
                  <a:lnTo>
                    <a:pt x="2812313" y="900607"/>
                  </a:lnTo>
                  <a:lnTo>
                    <a:pt x="2814180" y="898740"/>
                  </a:lnTo>
                  <a:lnTo>
                    <a:pt x="2814637" y="897623"/>
                  </a:lnTo>
                  <a:lnTo>
                    <a:pt x="2814637" y="894994"/>
                  </a:lnTo>
                  <a:close/>
                </a:path>
                <a:path w="5577205" h="1792604">
                  <a:moveTo>
                    <a:pt x="2814637" y="3454"/>
                  </a:moveTo>
                  <a:lnTo>
                    <a:pt x="2814180" y="2336"/>
                  </a:lnTo>
                  <a:lnTo>
                    <a:pt x="2812313" y="469"/>
                  </a:lnTo>
                  <a:lnTo>
                    <a:pt x="2811195" y="0"/>
                  </a:lnTo>
                  <a:lnTo>
                    <a:pt x="2808567" y="0"/>
                  </a:lnTo>
                  <a:lnTo>
                    <a:pt x="2807436" y="469"/>
                  </a:lnTo>
                  <a:lnTo>
                    <a:pt x="2805582" y="2336"/>
                  </a:lnTo>
                  <a:lnTo>
                    <a:pt x="2805112" y="3454"/>
                  </a:lnTo>
                  <a:lnTo>
                    <a:pt x="2805112" y="6083"/>
                  </a:lnTo>
                  <a:lnTo>
                    <a:pt x="2805582" y="7200"/>
                  </a:lnTo>
                  <a:lnTo>
                    <a:pt x="2807436" y="9067"/>
                  </a:lnTo>
                  <a:lnTo>
                    <a:pt x="2808567" y="9525"/>
                  </a:lnTo>
                  <a:lnTo>
                    <a:pt x="2811195" y="9525"/>
                  </a:lnTo>
                  <a:lnTo>
                    <a:pt x="2812313" y="9067"/>
                  </a:lnTo>
                  <a:lnTo>
                    <a:pt x="2814180" y="7200"/>
                  </a:lnTo>
                  <a:lnTo>
                    <a:pt x="2814637" y="6083"/>
                  </a:lnTo>
                  <a:lnTo>
                    <a:pt x="2814637" y="3454"/>
                  </a:lnTo>
                  <a:close/>
                </a:path>
                <a:path w="5577205" h="1792604">
                  <a:moveTo>
                    <a:pt x="2862262" y="1786534"/>
                  </a:moveTo>
                  <a:lnTo>
                    <a:pt x="2861805" y="1785416"/>
                  </a:lnTo>
                  <a:lnTo>
                    <a:pt x="2859938" y="1783549"/>
                  </a:lnTo>
                  <a:lnTo>
                    <a:pt x="2858820" y="1783080"/>
                  </a:lnTo>
                  <a:lnTo>
                    <a:pt x="2856192" y="1783080"/>
                  </a:lnTo>
                  <a:lnTo>
                    <a:pt x="2855061" y="1783549"/>
                  </a:lnTo>
                  <a:lnTo>
                    <a:pt x="2853207" y="1785416"/>
                  </a:lnTo>
                  <a:lnTo>
                    <a:pt x="2852737" y="1786534"/>
                  </a:lnTo>
                  <a:lnTo>
                    <a:pt x="2852737" y="1789163"/>
                  </a:lnTo>
                  <a:lnTo>
                    <a:pt x="2853207" y="1790280"/>
                  </a:lnTo>
                  <a:lnTo>
                    <a:pt x="2855061" y="1792147"/>
                  </a:lnTo>
                  <a:lnTo>
                    <a:pt x="2856192" y="1792605"/>
                  </a:lnTo>
                  <a:lnTo>
                    <a:pt x="2858820" y="1792605"/>
                  </a:lnTo>
                  <a:lnTo>
                    <a:pt x="2859938" y="1792147"/>
                  </a:lnTo>
                  <a:lnTo>
                    <a:pt x="2861805" y="1790280"/>
                  </a:lnTo>
                  <a:lnTo>
                    <a:pt x="2862262" y="1789163"/>
                  </a:lnTo>
                  <a:lnTo>
                    <a:pt x="2862262" y="1786534"/>
                  </a:lnTo>
                  <a:close/>
                </a:path>
                <a:path w="5577205" h="1792604">
                  <a:moveTo>
                    <a:pt x="2862262" y="894994"/>
                  </a:moveTo>
                  <a:lnTo>
                    <a:pt x="2861805" y="893876"/>
                  </a:lnTo>
                  <a:lnTo>
                    <a:pt x="2859938" y="892009"/>
                  </a:lnTo>
                  <a:lnTo>
                    <a:pt x="2858820" y="891552"/>
                  </a:lnTo>
                  <a:lnTo>
                    <a:pt x="2856192" y="891552"/>
                  </a:lnTo>
                  <a:lnTo>
                    <a:pt x="2855061" y="892009"/>
                  </a:lnTo>
                  <a:lnTo>
                    <a:pt x="2853207" y="893876"/>
                  </a:lnTo>
                  <a:lnTo>
                    <a:pt x="2852737" y="894994"/>
                  </a:lnTo>
                  <a:lnTo>
                    <a:pt x="2852737" y="897623"/>
                  </a:lnTo>
                  <a:lnTo>
                    <a:pt x="2853207" y="898740"/>
                  </a:lnTo>
                  <a:lnTo>
                    <a:pt x="2855061" y="900607"/>
                  </a:lnTo>
                  <a:lnTo>
                    <a:pt x="2856192" y="901077"/>
                  </a:lnTo>
                  <a:lnTo>
                    <a:pt x="2858820" y="901077"/>
                  </a:lnTo>
                  <a:lnTo>
                    <a:pt x="2859938" y="900607"/>
                  </a:lnTo>
                  <a:lnTo>
                    <a:pt x="2861805" y="898740"/>
                  </a:lnTo>
                  <a:lnTo>
                    <a:pt x="2862262" y="897623"/>
                  </a:lnTo>
                  <a:lnTo>
                    <a:pt x="2862262" y="894994"/>
                  </a:lnTo>
                  <a:close/>
                </a:path>
                <a:path w="5577205" h="1792604">
                  <a:moveTo>
                    <a:pt x="2862262" y="3454"/>
                  </a:moveTo>
                  <a:lnTo>
                    <a:pt x="2861805" y="2336"/>
                  </a:lnTo>
                  <a:lnTo>
                    <a:pt x="2859938" y="469"/>
                  </a:lnTo>
                  <a:lnTo>
                    <a:pt x="2858820" y="0"/>
                  </a:lnTo>
                  <a:lnTo>
                    <a:pt x="2856192" y="0"/>
                  </a:lnTo>
                  <a:lnTo>
                    <a:pt x="2855061" y="469"/>
                  </a:lnTo>
                  <a:lnTo>
                    <a:pt x="2853207" y="2336"/>
                  </a:lnTo>
                  <a:lnTo>
                    <a:pt x="2852737" y="3454"/>
                  </a:lnTo>
                  <a:lnTo>
                    <a:pt x="2852737" y="6083"/>
                  </a:lnTo>
                  <a:lnTo>
                    <a:pt x="2853207" y="7200"/>
                  </a:lnTo>
                  <a:lnTo>
                    <a:pt x="2855061" y="9067"/>
                  </a:lnTo>
                  <a:lnTo>
                    <a:pt x="2856192" y="9525"/>
                  </a:lnTo>
                  <a:lnTo>
                    <a:pt x="2858820" y="9525"/>
                  </a:lnTo>
                  <a:lnTo>
                    <a:pt x="2859938" y="9067"/>
                  </a:lnTo>
                  <a:lnTo>
                    <a:pt x="2861805" y="7200"/>
                  </a:lnTo>
                  <a:lnTo>
                    <a:pt x="2862262" y="6083"/>
                  </a:lnTo>
                  <a:lnTo>
                    <a:pt x="2862262" y="3454"/>
                  </a:lnTo>
                  <a:close/>
                </a:path>
                <a:path w="5577205" h="1792604">
                  <a:moveTo>
                    <a:pt x="2909887" y="1786534"/>
                  </a:moveTo>
                  <a:lnTo>
                    <a:pt x="2909430" y="1785416"/>
                  </a:lnTo>
                  <a:lnTo>
                    <a:pt x="2907563" y="1783549"/>
                  </a:lnTo>
                  <a:lnTo>
                    <a:pt x="2906445" y="1783080"/>
                  </a:lnTo>
                  <a:lnTo>
                    <a:pt x="2903817" y="1783080"/>
                  </a:lnTo>
                  <a:lnTo>
                    <a:pt x="2902686" y="1783549"/>
                  </a:lnTo>
                  <a:lnTo>
                    <a:pt x="2900832" y="1785416"/>
                  </a:lnTo>
                  <a:lnTo>
                    <a:pt x="2900362" y="1786534"/>
                  </a:lnTo>
                  <a:lnTo>
                    <a:pt x="2900362" y="1789163"/>
                  </a:lnTo>
                  <a:lnTo>
                    <a:pt x="2900832" y="1790280"/>
                  </a:lnTo>
                  <a:lnTo>
                    <a:pt x="2902686" y="1792147"/>
                  </a:lnTo>
                  <a:lnTo>
                    <a:pt x="2903817" y="1792605"/>
                  </a:lnTo>
                  <a:lnTo>
                    <a:pt x="2906445" y="1792605"/>
                  </a:lnTo>
                  <a:lnTo>
                    <a:pt x="2907563" y="1792147"/>
                  </a:lnTo>
                  <a:lnTo>
                    <a:pt x="2909430" y="1790280"/>
                  </a:lnTo>
                  <a:lnTo>
                    <a:pt x="2909887" y="1789163"/>
                  </a:lnTo>
                  <a:lnTo>
                    <a:pt x="2909887" y="1786534"/>
                  </a:lnTo>
                  <a:close/>
                </a:path>
                <a:path w="5577205" h="1792604">
                  <a:moveTo>
                    <a:pt x="2909887" y="894994"/>
                  </a:moveTo>
                  <a:lnTo>
                    <a:pt x="2909430" y="893876"/>
                  </a:lnTo>
                  <a:lnTo>
                    <a:pt x="2907563" y="892009"/>
                  </a:lnTo>
                  <a:lnTo>
                    <a:pt x="2906445" y="891552"/>
                  </a:lnTo>
                  <a:lnTo>
                    <a:pt x="2903817" y="891552"/>
                  </a:lnTo>
                  <a:lnTo>
                    <a:pt x="2902686" y="892009"/>
                  </a:lnTo>
                  <a:lnTo>
                    <a:pt x="2900832" y="893876"/>
                  </a:lnTo>
                  <a:lnTo>
                    <a:pt x="2900362" y="894994"/>
                  </a:lnTo>
                  <a:lnTo>
                    <a:pt x="2900362" y="897623"/>
                  </a:lnTo>
                  <a:lnTo>
                    <a:pt x="2900832" y="898740"/>
                  </a:lnTo>
                  <a:lnTo>
                    <a:pt x="2902686" y="900607"/>
                  </a:lnTo>
                  <a:lnTo>
                    <a:pt x="2903817" y="901077"/>
                  </a:lnTo>
                  <a:lnTo>
                    <a:pt x="2906445" y="901077"/>
                  </a:lnTo>
                  <a:lnTo>
                    <a:pt x="2907563" y="900607"/>
                  </a:lnTo>
                  <a:lnTo>
                    <a:pt x="2909430" y="898740"/>
                  </a:lnTo>
                  <a:lnTo>
                    <a:pt x="2909887" y="897623"/>
                  </a:lnTo>
                  <a:lnTo>
                    <a:pt x="2909887" y="894994"/>
                  </a:lnTo>
                  <a:close/>
                </a:path>
                <a:path w="5577205" h="1792604">
                  <a:moveTo>
                    <a:pt x="2909887" y="3454"/>
                  </a:moveTo>
                  <a:lnTo>
                    <a:pt x="2909430" y="2336"/>
                  </a:lnTo>
                  <a:lnTo>
                    <a:pt x="2907563" y="469"/>
                  </a:lnTo>
                  <a:lnTo>
                    <a:pt x="2906445" y="0"/>
                  </a:lnTo>
                  <a:lnTo>
                    <a:pt x="2903817" y="0"/>
                  </a:lnTo>
                  <a:lnTo>
                    <a:pt x="2902686" y="469"/>
                  </a:lnTo>
                  <a:lnTo>
                    <a:pt x="2900832" y="2336"/>
                  </a:lnTo>
                  <a:lnTo>
                    <a:pt x="2900362" y="3454"/>
                  </a:lnTo>
                  <a:lnTo>
                    <a:pt x="2900362" y="6083"/>
                  </a:lnTo>
                  <a:lnTo>
                    <a:pt x="2900832" y="7200"/>
                  </a:lnTo>
                  <a:lnTo>
                    <a:pt x="2902686" y="9067"/>
                  </a:lnTo>
                  <a:lnTo>
                    <a:pt x="2903817" y="9525"/>
                  </a:lnTo>
                  <a:lnTo>
                    <a:pt x="2906445" y="9525"/>
                  </a:lnTo>
                  <a:lnTo>
                    <a:pt x="2907563" y="9067"/>
                  </a:lnTo>
                  <a:lnTo>
                    <a:pt x="2909430" y="7200"/>
                  </a:lnTo>
                  <a:lnTo>
                    <a:pt x="2909887" y="6083"/>
                  </a:lnTo>
                  <a:lnTo>
                    <a:pt x="2909887" y="3454"/>
                  </a:lnTo>
                  <a:close/>
                </a:path>
                <a:path w="5577205" h="1792604">
                  <a:moveTo>
                    <a:pt x="2957512" y="1786534"/>
                  </a:moveTo>
                  <a:lnTo>
                    <a:pt x="2957055" y="1785416"/>
                  </a:lnTo>
                  <a:lnTo>
                    <a:pt x="2955188" y="1783549"/>
                  </a:lnTo>
                  <a:lnTo>
                    <a:pt x="2954070" y="1783080"/>
                  </a:lnTo>
                  <a:lnTo>
                    <a:pt x="2951442" y="1783080"/>
                  </a:lnTo>
                  <a:lnTo>
                    <a:pt x="2950311" y="1783549"/>
                  </a:lnTo>
                  <a:lnTo>
                    <a:pt x="2948457" y="1785416"/>
                  </a:lnTo>
                  <a:lnTo>
                    <a:pt x="2947987" y="1786534"/>
                  </a:lnTo>
                  <a:lnTo>
                    <a:pt x="2947987" y="1789163"/>
                  </a:lnTo>
                  <a:lnTo>
                    <a:pt x="2948457" y="1790280"/>
                  </a:lnTo>
                  <a:lnTo>
                    <a:pt x="2950311" y="1792147"/>
                  </a:lnTo>
                  <a:lnTo>
                    <a:pt x="2951442" y="1792605"/>
                  </a:lnTo>
                  <a:lnTo>
                    <a:pt x="2954070" y="1792605"/>
                  </a:lnTo>
                  <a:lnTo>
                    <a:pt x="2955188" y="1792147"/>
                  </a:lnTo>
                  <a:lnTo>
                    <a:pt x="2957055" y="1790280"/>
                  </a:lnTo>
                  <a:lnTo>
                    <a:pt x="2957512" y="1789163"/>
                  </a:lnTo>
                  <a:lnTo>
                    <a:pt x="2957512" y="1786534"/>
                  </a:lnTo>
                  <a:close/>
                </a:path>
                <a:path w="5577205" h="1792604">
                  <a:moveTo>
                    <a:pt x="2957512" y="894994"/>
                  </a:moveTo>
                  <a:lnTo>
                    <a:pt x="2957055" y="893876"/>
                  </a:lnTo>
                  <a:lnTo>
                    <a:pt x="2955188" y="892009"/>
                  </a:lnTo>
                  <a:lnTo>
                    <a:pt x="2954070" y="891552"/>
                  </a:lnTo>
                  <a:lnTo>
                    <a:pt x="2951442" y="891552"/>
                  </a:lnTo>
                  <a:lnTo>
                    <a:pt x="2950311" y="892009"/>
                  </a:lnTo>
                  <a:lnTo>
                    <a:pt x="2948457" y="893876"/>
                  </a:lnTo>
                  <a:lnTo>
                    <a:pt x="2947987" y="894994"/>
                  </a:lnTo>
                  <a:lnTo>
                    <a:pt x="2947987" y="897623"/>
                  </a:lnTo>
                  <a:lnTo>
                    <a:pt x="2948457" y="898740"/>
                  </a:lnTo>
                  <a:lnTo>
                    <a:pt x="2950311" y="900607"/>
                  </a:lnTo>
                  <a:lnTo>
                    <a:pt x="2951442" y="901077"/>
                  </a:lnTo>
                  <a:lnTo>
                    <a:pt x="2954070" y="901077"/>
                  </a:lnTo>
                  <a:lnTo>
                    <a:pt x="2955188" y="900607"/>
                  </a:lnTo>
                  <a:lnTo>
                    <a:pt x="2957055" y="898740"/>
                  </a:lnTo>
                  <a:lnTo>
                    <a:pt x="2957512" y="897623"/>
                  </a:lnTo>
                  <a:lnTo>
                    <a:pt x="2957512" y="894994"/>
                  </a:lnTo>
                  <a:close/>
                </a:path>
                <a:path w="5577205" h="1792604">
                  <a:moveTo>
                    <a:pt x="2957512" y="3454"/>
                  </a:moveTo>
                  <a:lnTo>
                    <a:pt x="2957055" y="2336"/>
                  </a:lnTo>
                  <a:lnTo>
                    <a:pt x="2955188" y="469"/>
                  </a:lnTo>
                  <a:lnTo>
                    <a:pt x="2954070" y="0"/>
                  </a:lnTo>
                  <a:lnTo>
                    <a:pt x="2951442" y="0"/>
                  </a:lnTo>
                  <a:lnTo>
                    <a:pt x="2950311" y="469"/>
                  </a:lnTo>
                  <a:lnTo>
                    <a:pt x="2948457" y="2336"/>
                  </a:lnTo>
                  <a:lnTo>
                    <a:pt x="2947987" y="3454"/>
                  </a:lnTo>
                  <a:lnTo>
                    <a:pt x="2947987" y="6083"/>
                  </a:lnTo>
                  <a:lnTo>
                    <a:pt x="2948457" y="7200"/>
                  </a:lnTo>
                  <a:lnTo>
                    <a:pt x="2950311" y="9067"/>
                  </a:lnTo>
                  <a:lnTo>
                    <a:pt x="2951442" y="9525"/>
                  </a:lnTo>
                  <a:lnTo>
                    <a:pt x="2954070" y="9525"/>
                  </a:lnTo>
                  <a:lnTo>
                    <a:pt x="2955188" y="9067"/>
                  </a:lnTo>
                  <a:lnTo>
                    <a:pt x="2957055" y="7200"/>
                  </a:lnTo>
                  <a:lnTo>
                    <a:pt x="2957512" y="6083"/>
                  </a:lnTo>
                  <a:lnTo>
                    <a:pt x="2957512" y="3454"/>
                  </a:lnTo>
                  <a:close/>
                </a:path>
                <a:path w="5577205" h="1792604">
                  <a:moveTo>
                    <a:pt x="3005137" y="1786534"/>
                  </a:moveTo>
                  <a:lnTo>
                    <a:pt x="3004680" y="1785416"/>
                  </a:lnTo>
                  <a:lnTo>
                    <a:pt x="3002813" y="1783549"/>
                  </a:lnTo>
                  <a:lnTo>
                    <a:pt x="3001695" y="1783080"/>
                  </a:lnTo>
                  <a:lnTo>
                    <a:pt x="2999067" y="1783080"/>
                  </a:lnTo>
                  <a:lnTo>
                    <a:pt x="2997936" y="1783549"/>
                  </a:lnTo>
                  <a:lnTo>
                    <a:pt x="2996082" y="1785416"/>
                  </a:lnTo>
                  <a:lnTo>
                    <a:pt x="2995612" y="1786534"/>
                  </a:lnTo>
                  <a:lnTo>
                    <a:pt x="2995612" y="1789163"/>
                  </a:lnTo>
                  <a:lnTo>
                    <a:pt x="2996082" y="1790280"/>
                  </a:lnTo>
                  <a:lnTo>
                    <a:pt x="2997936" y="1792147"/>
                  </a:lnTo>
                  <a:lnTo>
                    <a:pt x="2999067" y="1792605"/>
                  </a:lnTo>
                  <a:lnTo>
                    <a:pt x="3001695" y="1792605"/>
                  </a:lnTo>
                  <a:lnTo>
                    <a:pt x="3002813" y="1792147"/>
                  </a:lnTo>
                  <a:lnTo>
                    <a:pt x="3004680" y="1790280"/>
                  </a:lnTo>
                  <a:lnTo>
                    <a:pt x="3005137" y="1789163"/>
                  </a:lnTo>
                  <a:lnTo>
                    <a:pt x="3005137" y="1786534"/>
                  </a:lnTo>
                  <a:close/>
                </a:path>
                <a:path w="5577205" h="1792604">
                  <a:moveTo>
                    <a:pt x="3005137" y="894994"/>
                  </a:moveTo>
                  <a:lnTo>
                    <a:pt x="3004680" y="893876"/>
                  </a:lnTo>
                  <a:lnTo>
                    <a:pt x="3002813" y="892009"/>
                  </a:lnTo>
                  <a:lnTo>
                    <a:pt x="3001695" y="891552"/>
                  </a:lnTo>
                  <a:lnTo>
                    <a:pt x="2999067" y="891552"/>
                  </a:lnTo>
                  <a:lnTo>
                    <a:pt x="2997936" y="892009"/>
                  </a:lnTo>
                  <a:lnTo>
                    <a:pt x="2996082" y="893876"/>
                  </a:lnTo>
                  <a:lnTo>
                    <a:pt x="2995612" y="894994"/>
                  </a:lnTo>
                  <a:lnTo>
                    <a:pt x="2995612" y="897623"/>
                  </a:lnTo>
                  <a:lnTo>
                    <a:pt x="2996082" y="898740"/>
                  </a:lnTo>
                  <a:lnTo>
                    <a:pt x="2997936" y="900607"/>
                  </a:lnTo>
                  <a:lnTo>
                    <a:pt x="2999067" y="901077"/>
                  </a:lnTo>
                  <a:lnTo>
                    <a:pt x="3001695" y="901077"/>
                  </a:lnTo>
                  <a:lnTo>
                    <a:pt x="3002813" y="900607"/>
                  </a:lnTo>
                  <a:lnTo>
                    <a:pt x="3004680" y="898740"/>
                  </a:lnTo>
                  <a:lnTo>
                    <a:pt x="3005137" y="897623"/>
                  </a:lnTo>
                  <a:lnTo>
                    <a:pt x="3005137" y="894994"/>
                  </a:lnTo>
                  <a:close/>
                </a:path>
                <a:path w="5577205" h="1792604">
                  <a:moveTo>
                    <a:pt x="3005137" y="3454"/>
                  </a:moveTo>
                  <a:lnTo>
                    <a:pt x="3004680" y="2336"/>
                  </a:lnTo>
                  <a:lnTo>
                    <a:pt x="3002813" y="469"/>
                  </a:lnTo>
                  <a:lnTo>
                    <a:pt x="3001695" y="0"/>
                  </a:lnTo>
                  <a:lnTo>
                    <a:pt x="2999067" y="0"/>
                  </a:lnTo>
                  <a:lnTo>
                    <a:pt x="2997936" y="469"/>
                  </a:lnTo>
                  <a:lnTo>
                    <a:pt x="2996082" y="2336"/>
                  </a:lnTo>
                  <a:lnTo>
                    <a:pt x="2995612" y="3454"/>
                  </a:lnTo>
                  <a:lnTo>
                    <a:pt x="2995612" y="6083"/>
                  </a:lnTo>
                  <a:lnTo>
                    <a:pt x="2996082" y="7200"/>
                  </a:lnTo>
                  <a:lnTo>
                    <a:pt x="2997936" y="9067"/>
                  </a:lnTo>
                  <a:lnTo>
                    <a:pt x="2999067" y="9525"/>
                  </a:lnTo>
                  <a:lnTo>
                    <a:pt x="3001695" y="9525"/>
                  </a:lnTo>
                  <a:lnTo>
                    <a:pt x="3002813" y="9067"/>
                  </a:lnTo>
                  <a:lnTo>
                    <a:pt x="3004680" y="7200"/>
                  </a:lnTo>
                  <a:lnTo>
                    <a:pt x="3005137" y="6083"/>
                  </a:lnTo>
                  <a:lnTo>
                    <a:pt x="3005137" y="3454"/>
                  </a:lnTo>
                  <a:close/>
                </a:path>
                <a:path w="5577205" h="1792604">
                  <a:moveTo>
                    <a:pt x="3052762" y="1786534"/>
                  </a:moveTo>
                  <a:lnTo>
                    <a:pt x="3052305" y="1785416"/>
                  </a:lnTo>
                  <a:lnTo>
                    <a:pt x="3050438" y="1783549"/>
                  </a:lnTo>
                  <a:lnTo>
                    <a:pt x="3049320" y="1783080"/>
                  </a:lnTo>
                  <a:lnTo>
                    <a:pt x="3046692" y="1783080"/>
                  </a:lnTo>
                  <a:lnTo>
                    <a:pt x="3045561" y="1783549"/>
                  </a:lnTo>
                  <a:lnTo>
                    <a:pt x="3043707" y="1785416"/>
                  </a:lnTo>
                  <a:lnTo>
                    <a:pt x="3043237" y="1786534"/>
                  </a:lnTo>
                  <a:lnTo>
                    <a:pt x="3043237" y="1789163"/>
                  </a:lnTo>
                  <a:lnTo>
                    <a:pt x="3043707" y="1790280"/>
                  </a:lnTo>
                  <a:lnTo>
                    <a:pt x="3045561" y="1792147"/>
                  </a:lnTo>
                  <a:lnTo>
                    <a:pt x="3046692" y="1792605"/>
                  </a:lnTo>
                  <a:lnTo>
                    <a:pt x="3049320" y="1792605"/>
                  </a:lnTo>
                  <a:lnTo>
                    <a:pt x="3050438" y="1792147"/>
                  </a:lnTo>
                  <a:lnTo>
                    <a:pt x="3052305" y="1790280"/>
                  </a:lnTo>
                  <a:lnTo>
                    <a:pt x="3052762" y="1789163"/>
                  </a:lnTo>
                  <a:lnTo>
                    <a:pt x="3052762" y="1786534"/>
                  </a:lnTo>
                  <a:close/>
                </a:path>
                <a:path w="5577205" h="1792604">
                  <a:moveTo>
                    <a:pt x="3052762" y="894994"/>
                  </a:moveTo>
                  <a:lnTo>
                    <a:pt x="3052305" y="893876"/>
                  </a:lnTo>
                  <a:lnTo>
                    <a:pt x="3050438" y="892009"/>
                  </a:lnTo>
                  <a:lnTo>
                    <a:pt x="3049320" y="891552"/>
                  </a:lnTo>
                  <a:lnTo>
                    <a:pt x="3046692" y="891552"/>
                  </a:lnTo>
                  <a:lnTo>
                    <a:pt x="3045561" y="892009"/>
                  </a:lnTo>
                  <a:lnTo>
                    <a:pt x="3043707" y="893876"/>
                  </a:lnTo>
                  <a:lnTo>
                    <a:pt x="3043237" y="894994"/>
                  </a:lnTo>
                  <a:lnTo>
                    <a:pt x="3043237" y="897623"/>
                  </a:lnTo>
                  <a:lnTo>
                    <a:pt x="3043707" y="898740"/>
                  </a:lnTo>
                  <a:lnTo>
                    <a:pt x="3045561" y="900607"/>
                  </a:lnTo>
                  <a:lnTo>
                    <a:pt x="3046692" y="901077"/>
                  </a:lnTo>
                  <a:lnTo>
                    <a:pt x="3049320" y="901077"/>
                  </a:lnTo>
                  <a:lnTo>
                    <a:pt x="3050438" y="900607"/>
                  </a:lnTo>
                  <a:lnTo>
                    <a:pt x="3052305" y="898740"/>
                  </a:lnTo>
                  <a:lnTo>
                    <a:pt x="3052762" y="897623"/>
                  </a:lnTo>
                  <a:lnTo>
                    <a:pt x="3052762" y="894994"/>
                  </a:lnTo>
                  <a:close/>
                </a:path>
                <a:path w="5577205" h="1792604">
                  <a:moveTo>
                    <a:pt x="3052762" y="3454"/>
                  </a:moveTo>
                  <a:lnTo>
                    <a:pt x="3052305" y="2336"/>
                  </a:lnTo>
                  <a:lnTo>
                    <a:pt x="3050438" y="469"/>
                  </a:lnTo>
                  <a:lnTo>
                    <a:pt x="3049320" y="0"/>
                  </a:lnTo>
                  <a:lnTo>
                    <a:pt x="3046692" y="0"/>
                  </a:lnTo>
                  <a:lnTo>
                    <a:pt x="3045561" y="469"/>
                  </a:lnTo>
                  <a:lnTo>
                    <a:pt x="3043707" y="2336"/>
                  </a:lnTo>
                  <a:lnTo>
                    <a:pt x="3043237" y="3454"/>
                  </a:lnTo>
                  <a:lnTo>
                    <a:pt x="3043237" y="6083"/>
                  </a:lnTo>
                  <a:lnTo>
                    <a:pt x="3043707" y="7200"/>
                  </a:lnTo>
                  <a:lnTo>
                    <a:pt x="3045561" y="9067"/>
                  </a:lnTo>
                  <a:lnTo>
                    <a:pt x="3046692" y="9525"/>
                  </a:lnTo>
                  <a:lnTo>
                    <a:pt x="3049320" y="9525"/>
                  </a:lnTo>
                  <a:lnTo>
                    <a:pt x="3050438" y="9067"/>
                  </a:lnTo>
                  <a:lnTo>
                    <a:pt x="3052305" y="7200"/>
                  </a:lnTo>
                  <a:lnTo>
                    <a:pt x="3052762" y="6083"/>
                  </a:lnTo>
                  <a:lnTo>
                    <a:pt x="3052762" y="3454"/>
                  </a:lnTo>
                  <a:close/>
                </a:path>
                <a:path w="5577205" h="1792604">
                  <a:moveTo>
                    <a:pt x="3100387" y="1786534"/>
                  </a:moveTo>
                  <a:lnTo>
                    <a:pt x="3099930" y="1785416"/>
                  </a:lnTo>
                  <a:lnTo>
                    <a:pt x="3098063" y="1783549"/>
                  </a:lnTo>
                  <a:lnTo>
                    <a:pt x="3096945" y="1783080"/>
                  </a:lnTo>
                  <a:lnTo>
                    <a:pt x="3094317" y="1783080"/>
                  </a:lnTo>
                  <a:lnTo>
                    <a:pt x="3093186" y="1783549"/>
                  </a:lnTo>
                  <a:lnTo>
                    <a:pt x="3091332" y="1785416"/>
                  </a:lnTo>
                  <a:lnTo>
                    <a:pt x="3090862" y="1786534"/>
                  </a:lnTo>
                  <a:lnTo>
                    <a:pt x="3090862" y="1789163"/>
                  </a:lnTo>
                  <a:lnTo>
                    <a:pt x="3091332" y="1790280"/>
                  </a:lnTo>
                  <a:lnTo>
                    <a:pt x="3093186" y="1792147"/>
                  </a:lnTo>
                  <a:lnTo>
                    <a:pt x="3094317" y="1792605"/>
                  </a:lnTo>
                  <a:lnTo>
                    <a:pt x="3096945" y="1792605"/>
                  </a:lnTo>
                  <a:lnTo>
                    <a:pt x="3098063" y="1792147"/>
                  </a:lnTo>
                  <a:lnTo>
                    <a:pt x="3099930" y="1790280"/>
                  </a:lnTo>
                  <a:lnTo>
                    <a:pt x="3100387" y="1789163"/>
                  </a:lnTo>
                  <a:lnTo>
                    <a:pt x="3100387" y="1786534"/>
                  </a:lnTo>
                  <a:close/>
                </a:path>
                <a:path w="5577205" h="1792604">
                  <a:moveTo>
                    <a:pt x="3100387" y="894994"/>
                  </a:moveTo>
                  <a:lnTo>
                    <a:pt x="3099930" y="893876"/>
                  </a:lnTo>
                  <a:lnTo>
                    <a:pt x="3098063" y="892009"/>
                  </a:lnTo>
                  <a:lnTo>
                    <a:pt x="3096945" y="891552"/>
                  </a:lnTo>
                  <a:lnTo>
                    <a:pt x="3094317" y="891552"/>
                  </a:lnTo>
                  <a:lnTo>
                    <a:pt x="3093186" y="892009"/>
                  </a:lnTo>
                  <a:lnTo>
                    <a:pt x="3091332" y="893876"/>
                  </a:lnTo>
                  <a:lnTo>
                    <a:pt x="3090862" y="894994"/>
                  </a:lnTo>
                  <a:lnTo>
                    <a:pt x="3090862" y="897623"/>
                  </a:lnTo>
                  <a:lnTo>
                    <a:pt x="3091332" y="898740"/>
                  </a:lnTo>
                  <a:lnTo>
                    <a:pt x="3093186" y="900607"/>
                  </a:lnTo>
                  <a:lnTo>
                    <a:pt x="3094317" y="901077"/>
                  </a:lnTo>
                  <a:lnTo>
                    <a:pt x="3096945" y="901077"/>
                  </a:lnTo>
                  <a:lnTo>
                    <a:pt x="3098063" y="900607"/>
                  </a:lnTo>
                  <a:lnTo>
                    <a:pt x="3099930" y="898740"/>
                  </a:lnTo>
                  <a:lnTo>
                    <a:pt x="3100387" y="897623"/>
                  </a:lnTo>
                  <a:lnTo>
                    <a:pt x="3100387" y="894994"/>
                  </a:lnTo>
                  <a:close/>
                </a:path>
                <a:path w="5577205" h="1792604">
                  <a:moveTo>
                    <a:pt x="3100387" y="3454"/>
                  </a:moveTo>
                  <a:lnTo>
                    <a:pt x="3099930" y="2336"/>
                  </a:lnTo>
                  <a:lnTo>
                    <a:pt x="3098063" y="469"/>
                  </a:lnTo>
                  <a:lnTo>
                    <a:pt x="3096945" y="0"/>
                  </a:lnTo>
                  <a:lnTo>
                    <a:pt x="3094317" y="0"/>
                  </a:lnTo>
                  <a:lnTo>
                    <a:pt x="3093186" y="469"/>
                  </a:lnTo>
                  <a:lnTo>
                    <a:pt x="3091332" y="2336"/>
                  </a:lnTo>
                  <a:lnTo>
                    <a:pt x="3090862" y="3454"/>
                  </a:lnTo>
                  <a:lnTo>
                    <a:pt x="3090862" y="6083"/>
                  </a:lnTo>
                  <a:lnTo>
                    <a:pt x="3091332" y="7200"/>
                  </a:lnTo>
                  <a:lnTo>
                    <a:pt x="3093186" y="9067"/>
                  </a:lnTo>
                  <a:lnTo>
                    <a:pt x="3094317" y="9525"/>
                  </a:lnTo>
                  <a:lnTo>
                    <a:pt x="3096945" y="9525"/>
                  </a:lnTo>
                  <a:lnTo>
                    <a:pt x="3098063" y="9067"/>
                  </a:lnTo>
                  <a:lnTo>
                    <a:pt x="3099930" y="7200"/>
                  </a:lnTo>
                  <a:lnTo>
                    <a:pt x="3100387" y="6083"/>
                  </a:lnTo>
                  <a:lnTo>
                    <a:pt x="3100387" y="3454"/>
                  </a:lnTo>
                  <a:close/>
                </a:path>
                <a:path w="5577205" h="1792604">
                  <a:moveTo>
                    <a:pt x="3148012" y="1786534"/>
                  </a:moveTo>
                  <a:lnTo>
                    <a:pt x="3147555" y="1785416"/>
                  </a:lnTo>
                  <a:lnTo>
                    <a:pt x="3145688" y="1783549"/>
                  </a:lnTo>
                  <a:lnTo>
                    <a:pt x="3144570" y="1783080"/>
                  </a:lnTo>
                  <a:lnTo>
                    <a:pt x="3141942" y="1783080"/>
                  </a:lnTo>
                  <a:lnTo>
                    <a:pt x="3140811" y="1783549"/>
                  </a:lnTo>
                  <a:lnTo>
                    <a:pt x="3138957" y="1785416"/>
                  </a:lnTo>
                  <a:lnTo>
                    <a:pt x="3138487" y="1786534"/>
                  </a:lnTo>
                  <a:lnTo>
                    <a:pt x="3138487" y="1789163"/>
                  </a:lnTo>
                  <a:lnTo>
                    <a:pt x="3138957" y="1790280"/>
                  </a:lnTo>
                  <a:lnTo>
                    <a:pt x="3140811" y="1792147"/>
                  </a:lnTo>
                  <a:lnTo>
                    <a:pt x="3141942" y="1792605"/>
                  </a:lnTo>
                  <a:lnTo>
                    <a:pt x="3144570" y="1792605"/>
                  </a:lnTo>
                  <a:lnTo>
                    <a:pt x="3145688" y="1792147"/>
                  </a:lnTo>
                  <a:lnTo>
                    <a:pt x="3147555" y="1790280"/>
                  </a:lnTo>
                  <a:lnTo>
                    <a:pt x="3148012" y="1789163"/>
                  </a:lnTo>
                  <a:lnTo>
                    <a:pt x="3148012" y="1786534"/>
                  </a:lnTo>
                  <a:close/>
                </a:path>
                <a:path w="5577205" h="1792604">
                  <a:moveTo>
                    <a:pt x="3148012" y="894994"/>
                  </a:moveTo>
                  <a:lnTo>
                    <a:pt x="3147555" y="893876"/>
                  </a:lnTo>
                  <a:lnTo>
                    <a:pt x="3145688" y="892009"/>
                  </a:lnTo>
                  <a:lnTo>
                    <a:pt x="3144570" y="891552"/>
                  </a:lnTo>
                  <a:lnTo>
                    <a:pt x="3141942" y="891552"/>
                  </a:lnTo>
                  <a:lnTo>
                    <a:pt x="3140811" y="892009"/>
                  </a:lnTo>
                  <a:lnTo>
                    <a:pt x="3138957" y="893876"/>
                  </a:lnTo>
                  <a:lnTo>
                    <a:pt x="3138487" y="894994"/>
                  </a:lnTo>
                  <a:lnTo>
                    <a:pt x="3138487" y="897623"/>
                  </a:lnTo>
                  <a:lnTo>
                    <a:pt x="3138957" y="898740"/>
                  </a:lnTo>
                  <a:lnTo>
                    <a:pt x="3140811" y="900607"/>
                  </a:lnTo>
                  <a:lnTo>
                    <a:pt x="3141942" y="901077"/>
                  </a:lnTo>
                  <a:lnTo>
                    <a:pt x="3144570" y="901077"/>
                  </a:lnTo>
                  <a:lnTo>
                    <a:pt x="3145688" y="900607"/>
                  </a:lnTo>
                  <a:lnTo>
                    <a:pt x="3147555" y="898740"/>
                  </a:lnTo>
                  <a:lnTo>
                    <a:pt x="3148012" y="897623"/>
                  </a:lnTo>
                  <a:lnTo>
                    <a:pt x="3148012" y="894994"/>
                  </a:lnTo>
                  <a:close/>
                </a:path>
                <a:path w="5577205" h="1792604">
                  <a:moveTo>
                    <a:pt x="3148012" y="3454"/>
                  </a:moveTo>
                  <a:lnTo>
                    <a:pt x="3147555" y="2336"/>
                  </a:lnTo>
                  <a:lnTo>
                    <a:pt x="3145688" y="469"/>
                  </a:lnTo>
                  <a:lnTo>
                    <a:pt x="3144570" y="0"/>
                  </a:lnTo>
                  <a:lnTo>
                    <a:pt x="3141942" y="0"/>
                  </a:lnTo>
                  <a:lnTo>
                    <a:pt x="3140811" y="469"/>
                  </a:lnTo>
                  <a:lnTo>
                    <a:pt x="3138957" y="2336"/>
                  </a:lnTo>
                  <a:lnTo>
                    <a:pt x="3138487" y="3454"/>
                  </a:lnTo>
                  <a:lnTo>
                    <a:pt x="3138487" y="6083"/>
                  </a:lnTo>
                  <a:lnTo>
                    <a:pt x="3138957" y="7200"/>
                  </a:lnTo>
                  <a:lnTo>
                    <a:pt x="3140811" y="9067"/>
                  </a:lnTo>
                  <a:lnTo>
                    <a:pt x="3141942" y="9525"/>
                  </a:lnTo>
                  <a:lnTo>
                    <a:pt x="3144570" y="9525"/>
                  </a:lnTo>
                  <a:lnTo>
                    <a:pt x="3145688" y="9067"/>
                  </a:lnTo>
                  <a:lnTo>
                    <a:pt x="3147555" y="7200"/>
                  </a:lnTo>
                  <a:lnTo>
                    <a:pt x="3148012" y="6083"/>
                  </a:lnTo>
                  <a:lnTo>
                    <a:pt x="3148012" y="3454"/>
                  </a:lnTo>
                  <a:close/>
                </a:path>
                <a:path w="5577205" h="1792604">
                  <a:moveTo>
                    <a:pt x="3195637" y="1786534"/>
                  </a:moveTo>
                  <a:lnTo>
                    <a:pt x="3195180" y="1785416"/>
                  </a:lnTo>
                  <a:lnTo>
                    <a:pt x="3193313" y="1783549"/>
                  </a:lnTo>
                  <a:lnTo>
                    <a:pt x="3192195" y="1783080"/>
                  </a:lnTo>
                  <a:lnTo>
                    <a:pt x="3189567" y="1783080"/>
                  </a:lnTo>
                  <a:lnTo>
                    <a:pt x="3188436" y="1783549"/>
                  </a:lnTo>
                  <a:lnTo>
                    <a:pt x="3186582" y="1785416"/>
                  </a:lnTo>
                  <a:lnTo>
                    <a:pt x="3186112" y="1786534"/>
                  </a:lnTo>
                  <a:lnTo>
                    <a:pt x="3186112" y="1789163"/>
                  </a:lnTo>
                  <a:lnTo>
                    <a:pt x="3186582" y="1790280"/>
                  </a:lnTo>
                  <a:lnTo>
                    <a:pt x="3188436" y="1792147"/>
                  </a:lnTo>
                  <a:lnTo>
                    <a:pt x="3189567" y="1792605"/>
                  </a:lnTo>
                  <a:lnTo>
                    <a:pt x="3192195" y="1792605"/>
                  </a:lnTo>
                  <a:lnTo>
                    <a:pt x="3193313" y="1792147"/>
                  </a:lnTo>
                  <a:lnTo>
                    <a:pt x="3195180" y="1790280"/>
                  </a:lnTo>
                  <a:lnTo>
                    <a:pt x="3195637" y="1789163"/>
                  </a:lnTo>
                  <a:lnTo>
                    <a:pt x="3195637" y="1786534"/>
                  </a:lnTo>
                  <a:close/>
                </a:path>
                <a:path w="5577205" h="1792604">
                  <a:moveTo>
                    <a:pt x="3195637" y="894994"/>
                  </a:moveTo>
                  <a:lnTo>
                    <a:pt x="3195180" y="893876"/>
                  </a:lnTo>
                  <a:lnTo>
                    <a:pt x="3193313" y="892009"/>
                  </a:lnTo>
                  <a:lnTo>
                    <a:pt x="3192195" y="891552"/>
                  </a:lnTo>
                  <a:lnTo>
                    <a:pt x="3189567" y="891552"/>
                  </a:lnTo>
                  <a:lnTo>
                    <a:pt x="3188436" y="892009"/>
                  </a:lnTo>
                  <a:lnTo>
                    <a:pt x="3186582" y="893876"/>
                  </a:lnTo>
                  <a:lnTo>
                    <a:pt x="3186112" y="894994"/>
                  </a:lnTo>
                  <a:lnTo>
                    <a:pt x="3186112" y="897623"/>
                  </a:lnTo>
                  <a:lnTo>
                    <a:pt x="3186582" y="898740"/>
                  </a:lnTo>
                  <a:lnTo>
                    <a:pt x="3188436" y="900607"/>
                  </a:lnTo>
                  <a:lnTo>
                    <a:pt x="3189567" y="901077"/>
                  </a:lnTo>
                  <a:lnTo>
                    <a:pt x="3192195" y="901077"/>
                  </a:lnTo>
                  <a:lnTo>
                    <a:pt x="3193313" y="900607"/>
                  </a:lnTo>
                  <a:lnTo>
                    <a:pt x="3195180" y="898740"/>
                  </a:lnTo>
                  <a:lnTo>
                    <a:pt x="3195637" y="897623"/>
                  </a:lnTo>
                  <a:lnTo>
                    <a:pt x="3195637" y="894994"/>
                  </a:lnTo>
                  <a:close/>
                </a:path>
                <a:path w="5577205" h="1792604">
                  <a:moveTo>
                    <a:pt x="3195637" y="3454"/>
                  </a:moveTo>
                  <a:lnTo>
                    <a:pt x="3195180" y="2336"/>
                  </a:lnTo>
                  <a:lnTo>
                    <a:pt x="3193313" y="469"/>
                  </a:lnTo>
                  <a:lnTo>
                    <a:pt x="3192195" y="0"/>
                  </a:lnTo>
                  <a:lnTo>
                    <a:pt x="3189567" y="0"/>
                  </a:lnTo>
                  <a:lnTo>
                    <a:pt x="3188436" y="469"/>
                  </a:lnTo>
                  <a:lnTo>
                    <a:pt x="3186582" y="2336"/>
                  </a:lnTo>
                  <a:lnTo>
                    <a:pt x="3186112" y="3454"/>
                  </a:lnTo>
                  <a:lnTo>
                    <a:pt x="3186112" y="6083"/>
                  </a:lnTo>
                  <a:lnTo>
                    <a:pt x="3186582" y="7200"/>
                  </a:lnTo>
                  <a:lnTo>
                    <a:pt x="3188436" y="9067"/>
                  </a:lnTo>
                  <a:lnTo>
                    <a:pt x="3189567" y="9525"/>
                  </a:lnTo>
                  <a:lnTo>
                    <a:pt x="3192195" y="9525"/>
                  </a:lnTo>
                  <a:lnTo>
                    <a:pt x="3193313" y="9067"/>
                  </a:lnTo>
                  <a:lnTo>
                    <a:pt x="3195180" y="7200"/>
                  </a:lnTo>
                  <a:lnTo>
                    <a:pt x="3195637" y="6083"/>
                  </a:lnTo>
                  <a:lnTo>
                    <a:pt x="3195637" y="3454"/>
                  </a:lnTo>
                  <a:close/>
                </a:path>
                <a:path w="5577205" h="1792604">
                  <a:moveTo>
                    <a:pt x="3243262" y="1786534"/>
                  </a:moveTo>
                  <a:lnTo>
                    <a:pt x="3242805" y="1785416"/>
                  </a:lnTo>
                  <a:lnTo>
                    <a:pt x="3240938" y="1783549"/>
                  </a:lnTo>
                  <a:lnTo>
                    <a:pt x="3239820" y="1783080"/>
                  </a:lnTo>
                  <a:lnTo>
                    <a:pt x="3237192" y="1783080"/>
                  </a:lnTo>
                  <a:lnTo>
                    <a:pt x="3236061" y="1783549"/>
                  </a:lnTo>
                  <a:lnTo>
                    <a:pt x="3234207" y="1785416"/>
                  </a:lnTo>
                  <a:lnTo>
                    <a:pt x="3233737" y="1786534"/>
                  </a:lnTo>
                  <a:lnTo>
                    <a:pt x="3233737" y="1789163"/>
                  </a:lnTo>
                  <a:lnTo>
                    <a:pt x="3234207" y="1790280"/>
                  </a:lnTo>
                  <a:lnTo>
                    <a:pt x="3236061" y="1792147"/>
                  </a:lnTo>
                  <a:lnTo>
                    <a:pt x="3237192" y="1792605"/>
                  </a:lnTo>
                  <a:lnTo>
                    <a:pt x="3239820" y="1792605"/>
                  </a:lnTo>
                  <a:lnTo>
                    <a:pt x="3240938" y="1792147"/>
                  </a:lnTo>
                  <a:lnTo>
                    <a:pt x="3242805" y="1790280"/>
                  </a:lnTo>
                  <a:lnTo>
                    <a:pt x="3243262" y="1789163"/>
                  </a:lnTo>
                  <a:lnTo>
                    <a:pt x="3243262" y="1786534"/>
                  </a:lnTo>
                  <a:close/>
                </a:path>
                <a:path w="5577205" h="1792604">
                  <a:moveTo>
                    <a:pt x="3243262" y="894994"/>
                  </a:moveTo>
                  <a:lnTo>
                    <a:pt x="3242805" y="893876"/>
                  </a:lnTo>
                  <a:lnTo>
                    <a:pt x="3240938" y="892009"/>
                  </a:lnTo>
                  <a:lnTo>
                    <a:pt x="3239820" y="891552"/>
                  </a:lnTo>
                  <a:lnTo>
                    <a:pt x="3237192" y="891552"/>
                  </a:lnTo>
                  <a:lnTo>
                    <a:pt x="3236061" y="892009"/>
                  </a:lnTo>
                  <a:lnTo>
                    <a:pt x="3234207" y="893876"/>
                  </a:lnTo>
                  <a:lnTo>
                    <a:pt x="3233737" y="894994"/>
                  </a:lnTo>
                  <a:lnTo>
                    <a:pt x="3233737" y="897623"/>
                  </a:lnTo>
                  <a:lnTo>
                    <a:pt x="3234207" y="898740"/>
                  </a:lnTo>
                  <a:lnTo>
                    <a:pt x="3236061" y="900607"/>
                  </a:lnTo>
                  <a:lnTo>
                    <a:pt x="3237192" y="901077"/>
                  </a:lnTo>
                  <a:lnTo>
                    <a:pt x="3239820" y="901077"/>
                  </a:lnTo>
                  <a:lnTo>
                    <a:pt x="3240938" y="900607"/>
                  </a:lnTo>
                  <a:lnTo>
                    <a:pt x="3242805" y="898740"/>
                  </a:lnTo>
                  <a:lnTo>
                    <a:pt x="3243262" y="897623"/>
                  </a:lnTo>
                  <a:lnTo>
                    <a:pt x="3243262" y="894994"/>
                  </a:lnTo>
                  <a:close/>
                </a:path>
                <a:path w="5577205" h="1792604">
                  <a:moveTo>
                    <a:pt x="3243262" y="3454"/>
                  </a:moveTo>
                  <a:lnTo>
                    <a:pt x="3242805" y="2336"/>
                  </a:lnTo>
                  <a:lnTo>
                    <a:pt x="3240938" y="469"/>
                  </a:lnTo>
                  <a:lnTo>
                    <a:pt x="3239820" y="0"/>
                  </a:lnTo>
                  <a:lnTo>
                    <a:pt x="3237192" y="0"/>
                  </a:lnTo>
                  <a:lnTo>
                    <a:pt x="3236061" y="469"/>
                  </a:lnTo>
                  <a:lnTo>
                    <a:pt x="3234207" y="2336"/>
                  </a:lnTo>
                  <a:lnTo>
                    <a:pt x="3233737" y="3454"/>
                  </a:lnTo>
                  <a:lnTo>
                    <a:pt x="3233737" y="6083"/>
                  </a:lnTo>
                  <a:lnTo>
                    <a:pt x="3234207" y="7200"/>
                  </a:lnTo>
                  <a:lnTo>
                    <a:pt x="3236061" y="9067"/>
                  </a:lnTo>
                  <a:lnTo>
                    <a:pt x="3237192" y="9525"/>
                  </a:lnTo>
                  <a:lnTo>
                    <a:pt x="3239820" y="9525"/>
                  </a:lnTo>
                  <a:lnTo>
                    <a:pt x="3240938" y="9067"/>
                  </a:lnTo>
                  <a:lnTo>
                    <a:pt x="3242805" y="7200"/>
                  </a:lnTo>
                  <a:lnTo>
                    <a:pt x="3243262" y="6083"/>
                  </a:lnTo>
                  <a:lnTo>
                    <a:pt x="3243262" y="3454"/>
                  </a:lnTo>
                  <a:close/>
                </a:path>
                <a:path w="5577205" h="1792604">
                  <a:moveTo>
                    <a:pt x="3290887" y="1786534"/>
                  </a:moveTo>
                  <a:lnTo>
                    <a:pt x="3290430" y="1785416"/>
                  </a:lnTo>
                  <a:lnTo>
                    <a:pt x="3288563" y="1783549"/>
                  </a:lnTo>
                  <a:lnTo>
                    <a:pt x="3287445" y="1783080"/>
                  </a:lnTo>
                  <a:lnTo>
                    <a:pt x="3284817" y="1783080"/>
                  </a:lnTo>
                  <a:lnTo>
                    <a:pt x="3283686" y="1783549"/>
                  </a:lnTo>
                  <a:lnTo>
                    <a:pt x="3281832" y="1785416"/>
                  </a:lnTo>
                  <a:lnTo>
                    <a:pt x="3281362" y="1786534"/>
                  </a:lnTo>
                  <a:lnTo>
                    <a:pt x="3281362" y="1789163"/>
                  </a:lnTo>
                  <a:lnTo>
                    <a:pt x="3281832" y="1790280"/>
                  </a:lnTo>
                  <a:lnTo>
                    <a:pt x="3283686" y="1792147"/>
                  </a:lnTo>
                  <a:lnTo>
                    <a:pt x="3284817" y="1792605"/>
                  </a:lnTo>
                  <a:lnTo>
                    <a:pt x="3287445" y="1792605"/>
                  </a:lnTo>
                  <a:lnTo>
                    <a:pt x="3288563" y="1792147"/>
                  </a:lnTo>
                  <a:lnTo>
                    <a:pt x="3290430" y="1790280"/>
                  </a:lnTo>
                  <a:lnTo>
                    <a:pt x="3290887" y="1789163"/>
                  </a:lnTo>
                  <a:lnTo>
                    <a:pt x="3290887" y="1786534"/>
                  </a:lnTo>
                  <a:close/>
                </a:path>
                <a:path w="5577205" h="1792604">
                  <a:moveTo>
                    <a:pt x="3290887" y="894994"/>
                  </a:moveTo>
                  <a:lnTo>
                    <a:pt x="3290430" y="893876"/>
                  </a:lnTo>
                  <a:lnTo>
                    <a:pt x="3288563" y="892009"/>
                  </a:lnTo>
                  <a:lnTo>
                    <a:pt x="3287445" y="891552"/>
                  </a:lnTo>
                  <a:lnTo>
                    <a:pt x="3284817" y="891552"/>
                  </a:lnTo>
                  <a:lnTo>
                    <a:pt x="3283686" y="892009"/>
                  </a:lnTo>
                  <a:lnTo>
                    <a:pt x="3281832" y="893876"/>
                  </a:lnTo>
                  <a:lnTo>
                    <a:pt x="3281362" y="894994"/>
                  </a:lnTo>
                  <a:lnTo>
                    <a:pt x="3281362" y="897623"/>
                  </a:lnTo>
                  <a:lnTo>
                    <a:pt x="3281832" y="898740"/>
                  </a:lnTo>
                  <a:lnTo>
                    <a:pt x="3283686" y="900607"/>
                  </a:lnTo>
                  <a:lnTo>
                    <a:pt x="3284817" y="901077"/>
                  </a:lnTo>
                  <a:lnTo>
                    <a:pt x="3287445" y="901077"/>
                  </a:lnTo>
                  <a:lnTo>
                    <a:pt x="3288563" y="900607"/>
                  </a:lnTo>
                  <a:lnTo>
                    <a:pt x="3290430" y="898740"/>
                  </a:lnTo>
                  <a:lnTo>
                    <a:pt x="3290887" y="897623"/>
                  </a:lnTo>
                  <a:lnTo>
                    <a:pt x="3290887" y="894994"/>
                  </a:lnTo>
                  <a:close/>
                </a:path>
                <a:path w="5577205" h="1792604">
                  <a:moveTo>
                    <a:pt x="3290887" y="3454"/>
                  </a:moveTo>
                  <a:lnTo>
                    <a:pt x="3290430" y="2336"/>
                  </a:lnTo>
                  <a:lnTo>
                    <a:pt x="3288563" y="469"/>
                  </a:lnTo>
                  <a:lnTo>
                    <a:pt x="3287445" y="0"/>
                  </a:lnTo>
                  <a:lnTo>
                    <a:pt x="3284817" y="0"/>
                  </a:lnTo>
                  <a:lnTo>
                    <a:pt x="3283686" y="469"/>
                  </a:lnTo>
                  <a:lnTo>
                    <a:pt x="3281832" y="2336"/>
                  </a:lnTo>
                  <a:lnTo>
                    <a:pt x="3281362" y="3454"/>
                  </a:lnTo>
                  <a:lnTo>
                    <a:pt x="3281362" y="6083"/>
                  </a:lnTo>
                  <a:lnTo>
                    <a:pt x="3281832" y="7200"/>
                  </a:lnTo>
                  <a:lnTo>
                    <a:pt x="3283686" y="9067"/>
                  </a:lnTo>
                  <a:lnTo>
                    <a:pt x="3284817" y="9525"/>
                  </a:lnTo>
                  <a:lnTo>
                    <a:pt x="3287445" y="9525"/>
                  </a:lnTo>
                  <a:lnTo>
                    <a:pt x="3288563" y="9067"/>
                  </a:lnTo>
                  <a:lnTo>
                    <a:pt x="3290430" y="7200"/>
                  </a:lnTo>
                  <a:lnTo>
                    <a:pt x="3290887" y="6083"/>
                  </a:lnTo>
                  <a:lnTo>
                    <a:pt x="3290887" y="3454"/>
                  </a:lnTo>
                  <a:close/>
                </a:path>
                <a:path w="5577205" h="1792604">
                  <a:moveTo>
                    <a:pt x="3338512" y="1786534"/>
                  </a:moveTo>
                  <a:lnTo>
                    <a:pt x="3338055" y="1785416"/>
                  </a:lnTo>
                  <a:lnTo>
                    <a:pt x="3336188" y="1783549"/>
                  </a:lnTo>
                  <a:lnTo>
                    <a:pt x="3335070" y="1783080"/>
                  </a:lnTo>
                  <a:lnTo>
                    <a:pt x="3332442" y="1783080"/>
                  </a:lnTo>
                  <a:lnTo>
                    <a:pt x="3331311" y="1783549"/>
                  </a:lnTo>
                  <a:lnTo>
                    <a:pt x="3329457" y="1785416"/>
                  </a:lnTo>
                  <a:lnTo>
                    <a:pt x="3328987" y="1786534"/>
                  </a:lnTo>
                  <a:lnTo>
                    <a:pt x="3328987" y="1789163"/>
                  </a:lnTo>
                  <a:lnTo>
                    <a:pt x="3329457" y="1790280"/>
                  </a:lnTo>
                  <a:lnTo>
                    <a:pt x="3331311" y="1792147"/>
                  </a:lnTo>
                  <a:lnTo>
                    <a:pt x="3332442" y="1792605"/>
                  </a:lnTo>
                  <a:lnTo>
                    <a:pt x="3335070" y="1792605"/>
                  </a:lnTo>
                  <a:lnTo>
                    <a:pt x="3336188" y="1792147"/>
                  </a:lnTo>
                  <a:lnTo>
                    <a:pt x="3338055" y="1790280"/>
                  </a:lnTo>
                  <a:lnTo>
                    <a:pt x="3338512" y="1789163"/>
                  </a:lnTo>
                  <a:lnTo>
                    <a:pt x="3338512" y="1786534"/>
                  </a:lnTo>
                  <a:close/>
                </a:path>
                <a:path w="5577205" h="1792604">
                  <a:moveTo>
                    <a:pt x="3338512" y="894994"/>
                  </a:moveTo>
                  <a:lnTo>
                    <a:pt x="3338055" y="893876"/>
                  </a:lnTo>
                  <a:lnTo>
                    <a:pt x="3336188" y="892009"/>
                  </a:lnTo>
                  <a:lnTo>
                    <a:pt x="3335070" y="891552"/>
                  </a:lnTo>
                  <a:lnTo>
                    <a:pt x="3332442" y="891552"/>
                  </a:lnTo>
                  <a:lnTo>
                    <a:pt x="3331311" y="892009"/>
                  </a:lnTo>
                  <a:lnTo>
                    <a:pt x="3329457" y="893876"/>
                  </a:lnTo>
                  <a:lnTo>
                    <a:pt x="3328987" y="894994"/>
                  </a:lnTo>
                  <a:lnTo>
                    <a:pt x="3328987" y="897623"/>
                  </a:lnTo>
                  <a:lnTo>
                    <a:pt x="3329457" y="898740"/>
                  </a:lnTo>
                  <a:lnTo>
                    <a:pt x="3331311" y="900607"/>
                  </a:lnTo>
                  <a:lnTo>
                    <a:pt x="3332442" y="901077"/>
                  </a:lnTo>
                  <a:lnTo>
                    <a:pt x="3335070" y="901077"/>
                  </a:lnTo>
                  <a:lnTo>
                    <a:pt x="3336188" y="900607"/>
                  </a:lnTo>
                  <a:lnTo>
                    <a:pt x="3338055" y="898740"/>
                  </a:lnTo>
                  <a:lnTo>
                    <a:pt x="3338512" y="897623"/>
                  </a:lnTo>
                  <a:lnTo>
                    <a:pt x="3338512" y="894994"/>
                  </a:lnTo>
                  <a:close/>
                </a:path>
                <a:path w="5577205" h="1792604">
                  <a:moveTo>
                    <a:pt x="3338512" y="3454"/>
                  </a:moveTo>
                  <a:lnTo>
                    <a:pt x="3338055" y="2336"/>
                  </a:lnTo>
                  <a:lnTo>
                    <a:pt x="3336188" y="469"/>
                  </a:lnTo>
                  <a:lnTo>
                    <a:pt x="3335070" y="0"/>
                  </a:lnTo>
                  <a:lnTo>
                    <a:pt x="3332442" y="0"/>
                  </a:lnTo>
                  <a:lnTo>
                    <a:pt x="3331311" y="469"/>
                  </a:lnTo>
                  <a:lnTo>
                    <a:pt x="3329457" y="2336"/>
                  </a:lnTo>
                  <a:lnTo>
                    <a:pt x="3328987" y="3454"/>
                  </a:lnTo>
                  <a:lnTo>
                    <a:pt x="3328987" y="6083"/>
                  </a:lnTo>
                  <a:lnTo>
                    <a:pt x="3329457" y="7200"/>
                  </a:lnTo>
                  <a:lnTo>
                    <a:pt x="3331311" y="9067"/>
                  </a:lnTo>
                  <a:lnTo>
                    <a:pt x="3332442" y="9525"/>
                  </a:lnTo>
                  <a:lnTo>
                    <a:pt x="3335070" y="9525"/>
                  </a:lnTo>
                  <a:lnTo>
                    <a:pt x="3336188" y="9067"/>
                  </a:lnTo>
                  <a:lnTo>
                    <a:pt x="3338055" y="7200"/>
                  </a:lnTo>
                  <a:lnTo>
                    <a:pt x="3338512" y="6083"/>
                  </a:lnTo>
                  <a:lnTo>
                    <a:pt x="3338512" y="3454"/>
                  </a:lnTo>
                  <a:close/>
                </a:path>
                <a:path w="5577205" h="1792604">
                  <a:moveTo>
                    <a:pt x="3386137" y="1786534"/>
                  </a:moveTo>
                  <a:lnTo>
                    <a:pt x="3385680" y="1785416"/>
                  </a:lnTo>
                  <a:lnTo>
                    <a:pt x="3383813" y="1783549"/>
                  </a:lnTo>
                  <a:lnTo>
                    <a:pt x="3382695" y="1783080"/>
                  </a:lnTo>
                  <a:lnTo>
                    <a:pt x="3380067" y="1783080"/>
                  </a:lnTo>
                  <a:lnTo>
                    <a:pt x="3378936" y="1783549"/>
                  </a:lnTo>
                  <a:lnTo>
                    <a:pt x="3377082" y="1785416"/>
                  </a:lnTo>
                  <a:lnTo>
                    <a:pt x="3376612" y="1786534"/>
                  </a:lnTo>
                  <a:lnTo>
                    <a:pt x="3376612" y="1789163"/>
                  </a:lnTo>
                  <a:lnTo>
                    <a:pt x="3377082" y="1790280"/>
                  </a:lnTo>
                  <a:lnTo>
                    <a:pt x="3378936" y="1792147"/>
                  </a:lnTo>
                  <a:lnTo>
                    <a:pt x="3380067" y="1792605"/>
                  </a:lnTo>
                  <a:lnTo>
                    <a:pt x="3382695" y="1792605"/>
                  </a:lnTo>
                  <a:lnTo>
                    <a:pt x="3383813" y="1792147"/>
                  </a:lnTo>
                  <a:lnTo>
                    <a:pt x="3385680" y="1790280"/>
                  </a:lnTo>
                  <a:lnTo>
                    <a:pt x="3386137" y="1789163"/>
                  </a:lnTo>
                  <a:lnTo>
                    <a:pt x="3386137" y="1786534"/>
                  </a:lnTo>
                  <a:close/>
                </a:path>
                <a:path w="5577205" h="1792604">
                  <a:moveTo>
                    <a:pt x="3386137" y="894994"/>
                  </a:moveTo>
                  <a:lnTo>
                    <a:pt x="3385680" y="893876"/>
                  </a:lnTo>
                  <a:lnTo>
                    <a:pt x="3383813" y="892009"/>
                  </a:lnTo>
                  <a:lnTo>
                    <a:pt x="3382695" y="891552"/>
                  </a:lnTo>
                  <a:lnTo>
                    <a:pt x="3380067" y="891552"/>
                  </a:lnTo>
                  <a:lnTo>
                    <a:pt x="3378936" y="892009"/>
                  </a:lnTo>
                  <a:lnTo>
                    <a:pt x="3377082" y="893876"/>
                  </a:lnTo>
                  <a:lnTo>
                    <a:pt x="3376612" y="894994"/>
                  </a:lnTo>
                  <a:lnTo>
                    <a:pt x="3376612" y="897623"/>
                  </a:lnTo>
                  <a:lnTo>
                    <a:pt x="3377082" y="898740"/>
                  </a:lnTo>
                  <a:lnTo>
                    <a:pt x="3378936" y="900607"/>
                  </a:lnTo>
                  <a:lnTo>
                    <a:pt x="3380067" y="901077"/>
                  </a:lnTo>
                  <a:lnTo>
                    <a:pt x="3382695" y="901077"/>
                  </a:lnTo>
                  <a:lnTo>
                    <a:pt x="3383813" y="900607"/>
                  </a:lnTo>
                  <a:lnTo>
                    <a:pt x="3385680" y="898740"/>
                  </a:lnTo>
                  <a:lnTo>
                    <a:pt x="3386137" y="897623"/>
                  </a:lnTo>
                  <a:lnTo>
                    <a:pt x="3386137" y="894994"/>
                  </a:lnTo>
                  <a:close/>
                </a:path>
                <a:path w="5577205" h="1792604">
                  <a:moveTo>
                    <a:pt x="3386137" y="3454"/>
                  </a:moveTo>
                  <a:lnTo>
                    <a:pt x="3385680" y="2336"/>
                  </a:lnTo>
                  <a:lnTo>
                    <a:pt x="3383813" y="469"/>
                  </a:lnTo>
                  <a:lnTo>
                    <a:pt x="3382695" y="0"/>
                  </a:lnTo>
                  <a:lnTo>
                    <a:pt x="3380067" y="0"/>
                  </a:lnTo>
                  <a:lnTo>
                    <a:pt x="3378936" y="469"/>
                  </a:lnTo>
                  <a:lnTo>
                    <a:pt x="3377082" y="2336"/>
                  </a:lnTo>
                  <a:lnTo>
                    <a:pt x="3376612" y="3454"/>
                  </a:lnTo>
                  <a:lnTo>
                    <a:pt x="3376612" y="6083"/>
                  </a:lnTo>
                  <a:lnTo>
                    <a:pt x="3377082" y="7200"/>
                  </a:lnTo>
                  <a:lnTo>
                    <a:pt x="3378936" y="9067"/>
                  </a:lnTo>
                  <a:lnTo>
                    <a:pt x="3380067" y="9525"/>
                  </a:lnTo>
                  <a:lnTo>
                    <a:pt x="3382695" y="9525"/>
                  </a:lnTo>
                  <a:lnTo>
                    <a:pt x="3383813" y="9067"/>
                  </a:lnTo>
                  <a:lnTo>
                    <a:pt x="3385680" y="7200"/>
                  </a:lnTo>
                  <a:lnTo>
                    <a:pt x="3386137" y="6083"/>
                  </a:lnTo>
                  <a:lnTo>
                    <a:pt x="3386137" y="3454"/>
                  </a:lnTo>
                  <a:close/>
                </a:path>
                <a:path w="5577205" h="1792604">
                  <a:moveTo>
                    <a:pt x="3433762" y="1786534"/>
                  </a:moveTo>
                  <a:lnTo>
                    <a:pt x="3433305" y="1785416"/>
                  </a:lnTo>
                  <a:lnTo>
                    <a:pt x="3431438" y="1783549"/>
                  </a:lnTo>
                  <a:lnTo>
                    <a:pt x="3430320" y="1783080"/>
                  </a:lnTo>
                  <a:lnTo>
                    <a:pt x="3427692" y="1783080"/>
                  </a:lnTo>
                  <a:lnTo>
                    <a:pt x="3426561" y="1783549"/>
                  </a:lnTo>
                  <a:lnTo>
                    <a:pt x="3424707" y="1785416"/>
                  </a:lnTo>
                  <a:lnTo>
                    <a:pt x="3424237" y="1786534"/>
                  </a:lnTo>
                  <a:lnTo>
                    <a:pt x="3424237" y="1789163"/>
                  </a:lnTo>
                  <a:lnTo>
                    <a:pt x="3424707" y="1790280"/>
                  </a:lnTo>
                  <a:lnTo>
                    <a:pt x="3426561" y="1792147"/>
                  </a:lnTo>
                  <a:lnTo>
                    <a:pt x="3427692" y="1792605"/>
                  </a:lnTo>
                  <a:lnTo>
                    <a:pt x="3430320" y="1792605"/>
                  </a:lnTo>
                  <a:lnTo>
                    <a:pt x="3431438" y="1792147"/>
                  </a:lnTo>
                  <a:lnTo>
                    <a:pt x="3433305" y="1790280"/>
                  </a:lnTo>
                  <a:lnTo>
                    <a:pt x="3433762" y="1789163"/>
                  </a:lnTo>
                  <a:lnTo>
                    <a:pt x="3433762" y="1786534"/>
                  </a:lnTo>
                  <a:close/>
                </a:path>
                <a:path w="5577205" h="1792604">
                  <a:moveTo>
                    <a:pt x="3433762" y="894994"/>
                  </a:moveTo>
                  <a:lnTo>
                    <a:pt x="3433305" y="893876"/>
                  </a:lnTo>
                  <a:lnTo>
                    <a:pt x="3431438" y="892009"/>
                  </a:lnTo>
                  <a:lnTo>
                    <a:pt x="3430320" y="891552"/>
                  </a:lnTo>
                  <a:lnTo>
                    <a:pt x="3427692" y="891552"/>
                  </a:lnTo>
                  <a:lnTo>
                    <a:pt x="3426561" y="892009"/>
                  </a:lnTo>
                  <a:lnTo>
                    <a:pt x="3424707" y="893876"/>
                  </a:lnTo>
                  <a:lnTo>
                    <a:pt x="3424237" y="894994"/>
                  </a:lnTo>
                  <a:lnTo>
                    <a:pt x="3424237" y="897623"/>
                  </a:lnTo>
                  <a:lnTo>
                    <a:pt x="3424707" y="898740"/>
                  </a:lnTo>
                  <a:lnTo>
                    <a:pt x="3426561" y="900607"/>
                  </a:lnTo>
                  <a:lnTo>
                    <a:pt x="3427692" y="901077"/>
                  </a:lnTo>
                  <a:lnTo>
                    <a:pt x="3430320" y="901077"/>
                  </a:lnTo>
                  <a:lnTo>
                    <a:pt x="3431438" y="900607"/>
                  </a:lnTo>
                  <a:lnTo>
                    <a:pt x="3433305" y="898740"/>
                  </a:lnTo>
                  <a:lnTo>
                    <a:pt x="3433762" y="897623"/>
                  </a:lnTo>
                  <a:lnTo>
                    <a:pt x="3433762" y="894994"/>
                  </a:lnTo>
                  <a:close/>
                </a:path>
                <a:path w="5577205" h="1792604">
                  <a:moveTo>
                    <a:pt x="3433762" y="3454"/>
                  </a:moveTo>
                  <a:lnTo>
                    <a:pt x="3433305" y="2336"/>
                  </a:lnTo>
                  <a:lnTo>
                    <a:pt x="3431438" y="469"/>
                  </a:lnTo>
                  <a:lnTo>
                    <a:pt x="3430320" y="0"/>
                  </a:lnTo>
                  <a:lnTo>
                    <a:pt x="3427692" y="0"/>
                  </a:lnTo>
                  <a:lnTo>
                    <a:pt x="3426561" y="469"/>
                  </a:lnTo>
                  <a:lnTo>
                    <a:pt x="3424707" y="2336"/>
                  </a:lnTo>
                  <a:lnTo>
                    <a:pt x="3424237" y="3454"/>
                  </a:lnTo>
                  <a:lnTo>
                    <a:pt x="3424237" y="6083"/>
                  </a:lnTo>
                  <a:lnTo>
                    <a:pt x="3424707" y="7200"/>
                  </a:lnTo>
                  <a:lnTo>
                    <a:pt x="3426561" y="9067"/>
                  </a:lnTo>
                  <a:lnTo>
                    <a:pt x="3427692" y="9525"/>
                  </a:lnTo>
                  <a:lnTo>
                    <a:pt x="3430320" y="9525"/>
                  </a:lnTo>
                  <a:lnTo>
                    <a:pt x="3431438" y="9067"/>
                  </a:lnTo>
                  <a:lnTo>
                    <a:pt x="3433305" y="7200"/>
                  </a:lnTo>
                  <a:lnTo>
                    <a:pt x="3433762" y="6083"/>
                  </a:lnTo>
                  <a:lnTo>
                    <a:pt x="3433762" y="3454"/>
                  </a:lnTo>
                  <a:close/>
                </a:path>
                <a:path w="5577205" h="1792604">
                  <a:moveTo>
                    <a:pt x="3481387" y="1786534"/>
                  </a:moveTo>
                  <a:lnTo>
                    <a:pt x="3480930" y="1785416"/>
                  </a:lnTo>
                  <a:lnTo>
                    <a:pt x="3479063" y="1783549"/>
                  </a:lnTo>
                  <a:lnTo>
                    <a:pt x="3477945" y="1783080"/>
                  </a:lnTo>
                  <a:lnTo>
                    <a:pt x="3475317" y="1783080"/>
                  </a:lnTo>
                  <a:lnTo>
                    <a:pt x="3474186" y="1783549"/>
                  </a:lnTo>
                  <a:lnTo>
                    <a:pt x="3472332" y="1785416"/>
                  </a:lnTo>
                  <a:lnTo>
                    <a:pt x="3471862" y="1786534"/>
                  </a:lnTo>
                  <a:lnTo>
                    <a:pt x="3471862" y="1789163"/>
                  </a:lnTo>
                  <a:lnTo>
                    <a:pt x="3472332" y="1790280"/>
                  </a:lnTo>
                  <a:lnTo>
                    <a:pt x="3474186" y="1792147"/>
                  </a:lnTo>
                  <a:lnTo>
                    <a:pt x="3475317" y="1792605"/>
                  </a:lnTo>
                  <a:lnTo>
                    <a:pt x="3477945" y="1792605"/>
                  </a:lnTo>
                  <a:lnTo>
                    <a:pt x="3479063" y="1792147"/>
                  </a:lnTo>
                  <a:lnTo>
                    <a:pt x="3480930" y="1790280"/>
                  </a:lnTo>
                  <a:lnTo>
                    <a:pt x="3481387" y="1789163"/>
                  </a:lnTo>
                  <a:lnTo>
                    <a:pt x="3481387" y="1786534"/>
                  </a:lnTo>
                  <a:close/>
                </a:path>
                <a:path w="5577205" h="1792604">
                  <a:moveTo>
                    <a:pt x="3481387" y="894994"/>
                  </a:moveTo>
                  <a:lnTo>
                    <a:pt x="3480930" y="893876"/>
                  </a:lnTo>
                  <a:lnTo>
                    <a:pt x="3479063" y="892009"/>
                  </a:lnTo>
                  <a:lnTo>
                    <a:pt x="3477945" y="891552"/>
                  </a:lnTo>
                  <a:lnTo>
                    <a:pt x="3475317" y="891552"/>
                  </a:lnTo>
                  <a:lnTo>
                    <a:pt x="3474186" y="892009"/>
                  </a:lnTo>
                  <a:lnTo>
                    <a:pt x="3472332" y="893876"/>
                  </a:lnTo>
                  <a:lnTo>
                    <a:pt x="3471862" y="894994"/>
                  </a:lnTo>
                  <a:lnTo>
                    <a:pt x="3471862" y="897623"/>
                  </a:lnTo>
                  <a:lnTo>
                    <a:pt x="3472332" y="898740"/>
                  </a:lnTo>
                  <a:lnTo>
                    <a:pt x="3474186" y="900607"/>
                  </a:lnTo>
                  <a:lnTo>
                    <a:pt x="3475317" y="901077"/>
                  </a:lnTo>
                  <a:lnTo>
                    <a:pt x="3477945" y="901077"/>
                  </a:lnTo>
                  <a:lnTo>
                    <a:pt x="3479063" y="900607"/>
                  </a:lnTo>
                  <a:lnTo>
                    <a:pt x="3480930" y="898740"/>
                  </a:lnTo>
                  <a:lnTo>
                    <a:pt x="3481387" y="897623"/>
                  </a:lnTo>
                  <a:lnTo>
                    <a:pt x="3481387" y="894994"/>
                  </a:lnTo>
                  <a:close/>
                </a:path>
                <a:path w="5577205" h="1792604">
                  <a:moveTo>
                    <a:pt x="3481387" y="3454"/>
                  </a:moveTo>
                  <a:lnTo>
                    <a:pt x="3480930" y="2336"/>
                  </a:lnTo>
                  <a:lnTo>
                    <a:pt x="3479063" y="469"/>
                  </a:lnTo>
                  <a:lnTo>
                    <a:pt x="3477945" y="0"/>
                  </a:lnTo>
                  <a:lnTo>
                    <a:pt x="3475317" y="0"/>
                  </a:lnTo>
                  <a:lnTo>
                    <a:pt x="3474186" y="469"/>
                  </a:lnTo>
                  <a:lnTo>
                    <a:pt x="3472332" y="2336"/>
                  </a:lnTo>
                  <a:lnTo>
                    <a:pt x="3471862" y="3454"/>
                  </a:lnTo>
                  <a:lnTo>
                    <a:pt x="3471862" y="6083"/>
                  </a:lnTo>
                  <a:lnTo>
                    <a:pt x="3472332" y="7200"/>
                  </a:lnTo>
                  <a:lnTo>
                    <a:pt x="3474186" y="9067"/>
                  </a:lnTo>
                  <a:lnTo>
                    <a:pt x="3475317" y="9525"/>
                  </a:lnTo>
                  <a:lnTo>
                    <a:pt x="3477945" y="9525"/>
                  </a:lnTo>
                  <a:lnTo>
                    <a:pt x="3479063" y="9067"/>
                  </a:lnTo>
                  <a:lnTo>
                    <a:pt x="3480930" y="7200"/>
                  </a:lnTo>
                  <a:lnTo>
                    <a:pt x="3481387" y="6083"/>
                  </a:lnTo>
                  <a:lnTo>
                    <a:pt x="3481387" y="3454"/>
                  </a:lnTo>
                  <a:close/>
                </a:path>
                <a:path w="5577205" h="1792604">
                  <a:moveTo>
                    <a:pt x="3529012" y="1786534"/>
                  </a:moveTo>
                  <a:lnTo>
                    <a:pt x="3528555" y="1785416"/>
                  </a:lnTo>
                  <a:lnTo>
                    <a:pt x="3526688" y="1783549"/>
                  </a:lnTo>
                  <a:lnTo>
                    <a:pt x="3525570" y="1783080"/>
                  </a:lnTo>
                  <a:lnTo>
                    <a:pt x="3522942" y="1783080"/>
                  </a:lnTo>
                  <a:lnTo>
                    <a:pt x="3521811" y="1783549"/>
                  </a:lnTo>
                  <a:lnTo>
                    <a:pt x="3519957" y="1785416"/>
                  </a:lnTo>
                  <a:lnTo>
                    <a:pt x="3519487" y="1786534"/>
                  </a:lnTo>
                  <a:lnTo>
                    <a:pt x="3519487" y="1789163"/>
                  </a:lnTo>
                  <a:lnTo>
                    <a:pt x="3519957" y="1790280"/>
                  </a:lnTo>
                  <a:lnTo>
                    <a:pt x="3521811" y="1792147"/>
                  </a:lnTo>
                  <a:lnTo>
                    <a:pt x="3522942" y="1792605"/>
                  </a:lnTo>
                  <a:lnTo>
                    <a:pt x="3525570" y="1792605"/>
                  </a:lnTo>
                  <a:lnTo>
                    <a:pt x="3526688" y="1792147"/>
                  </a:lnTo>
                  <a:lnTo>
                    <a:pt x="3528555" y="1790280"/>
                  </a:lnTo>
                  <a:lnTo>
                    <a:pt x="3529012" y="1789163"/>
                  </a:lnTo>
                  <a:lnTo>
                    <a:pt x="3529012" y="1786534"/>
                  </a:lnTo>
                  <a:close/>
                </a:path>
                <a:path w="5577205" h="1792604">
                  <a:moveTo>
                    <a:pt x="3529012" y="894994"/>
                  </a:moveTo>
                  <a:lnTo>
                    <a:pt x="3528555" y="893876"/>
                  </a:lnTo>
                  <a:lnTo>
                    <a:pt x="3526688" y="892009"/>
                  </a:lnTo>
                  <a:lnTo>
                    <a:pt x="3525570" y="891552"/>
                  </a:lnTo>
                  <a:lnTo>
                    <a:pt x="3522942" y="891552"/>
                  </a:lnTo>
                  <a:lnTo>
                    <a:pt x="3521811" y="892009"/>
                  </a:lnTo>
                  <a:lnTo>
                    <a:pt x="3519957" y="893876"/>
                  </a:lnTo>
                  <a:lnTo>
                    <a:pt x="3519487" y="894994"/>
                  </a:lnTo>
                  <a:lnTo>
                    <a:pt x="3519487" y="897623"/>
                  </a:lnTo>
                  <a:lnTo>
                    <a:pt x="3519957" y="898740"/>
                  </a:lnTo>
                  <a:lnTo>
                    <a:pt x="3521811" y="900607"/>
                  </a:lnTo>
                  <a:lnTo>
                    <a:pt x="3522942" y="901077"/>
                  </a:lnTo>
                  <a:lnTo>
                    <a:pt x="3525570" y="901077"/>
                  </a:lnTo>
                  <a:lnTo>
                    <a:pt x="3526688" y="900607"/>
                  </a:lnTo>
                  <a:lnTo>
                    <a:pt x="3528555" y="898740"/>
                  </a:lnTo>
                  <a:lnTo>
                    <a:pt x="3529012" y="897623"/>
                  </a:lnTo>
                  <a:lnTo>
                    <a:pt x="3529012" y="894994"/>
                  </a:lnTo>
                  <a:close/>
                </a:path>
                <a:path w="5577205" h="1792604">
                  <a:moveTo>
                    <a:pt x="3529012" y="3454"/>
                  </a:moveTo>
                  <a:lnTo>
                    <a:pt x="3528555" y="2336"/>
                  </a:lnTo>
                  <a:lnTo>
                    <a:pt x="3526688" y="469"/>
                  </a:lnTo>
                  <a:lnTo>
                    <a:pt x="3525570" y="0"/>
                  </a:lnTo>
                  <a:lnTo>
                    <a:pt x="3522942" y="0"/>
                  </a:lnTo>
                  <a:lnTo>
                    <a:pt x="3521811" y="469"/>
                  </a:lnTo>
                  <a:lnTo>
                    <a:pt x="3519957" y="2336"/>
                  </a:lnTo>
                  <a:lnTo>
                    <a:pt x="3519487" y="3454"/>
                  </a:lnTo>
                  <a:lnTo>
                    <a:pt x="3519487" y="6083"/>
                  </a:lnTo>
                  <a:lnTo>
                    <a:pt x="3519957" y="7200"/>
                  </a:lnTo>
                  <a:lnTo>
                    <a:pt x="3521811" y="9067"/>
                  </a:lnTo>
                  <a:lnTo>
                    <a:pt x="3522942" y="9525"/>
                  </a:lnTo>
                  <a:lnTo>
                    <a:pt x="3525570" y="9525"/>
                  </a:lnTo>
                  <a:lnTo>
                    <a:pt x="3526688" y="9067"/>
                  </a:lnTo>
                  <a:lnTo>
                    <a:pt x="3528555" y="7200"/>
                  </a:lnTo>
                  <a:lnTo>
                    <a:pt x="3529012" y="6083"/>
                  </a:lnTo>
                  <a:lnTo>
                    <a:pt x="3529012" y="3454"/>
                  </a:lnTo>
                  <a:close/>
                </a:path>
                <a:path w="5577205" h="1792604">
                  <a:moveTo>
                    <a:pt x="3576637" y="1786534"/>
                  </a:moveTo>
                  <a:lnTo>
                    <a:pt x="3576180" y="1785416"/>
                  </a:lnTo>
                  <a:lnTo>
                    <a:pt x="3574313" y="1783549"/>
                  </a:lnTo>
                  <a:lnTo>
                    <a:pt x="3573195" y="1783080"/>
                  </a:lnTo>
                  <a:lnTo>
                    <a:pt x="3570567" y="1783080"/>
                  </a:lnTo>
                  <a:lnTo>
                    <a:pt x="3569436" y="1783549"/>
                  </a:lnTo>
                  <a:lnTo>
                    <a:pt x="3567582" y="1785416"/>
                  </a:lnTo>
                  <a:lnTo>
                    <a:pt x="3567112" y="1786534"/>
                  </a:lnTo>
                  <a:lnTo>
                    <a:pt x="3567112" y="1789163"/>
                  </a:lnTo>
                  <a:lnTo>
                    <a:pt x="3567582" y="1790280"/>
                  </a:lnTo>
                  <a:lnTo>
                    <a:pt x="3569436" y="1792147"/>
                  </a:lnTo>
                  <a:lnTo>
                    <a:pt x="3570567" y="1792605"/>
                  </a:lnTo>
                  <a:lnTo>
                    <a:pt x="3573195" y="1792605"/>
                  </a:lnTo>
                  <a:lnTo>
                    <a:pt x="3574313" y="1792147"/>
                  </a:lnTo>
                  <a:lnTo>
                    <a:pt x="3576180" y="1790280"/>
                  </a:lnTo>
                  <a:lnTo>
                    <a:pt x="3576637" y="1789163"/>
                  </a:lnTo>
                  <a:lnTo>
                    <a:pt x="3576637" y="1786534"/>
                  </a:lnTo>
                  <a:close/>
                </a:path>
                <a:path w="5577205" h="1792604">
                  <a:moveTo>
                    <a:pt x="3576637" y="894994"/>
                  </a:moveTo>
                  <a:lnTo>
                    <a:pt x="3576180" y="893876"/>
                  </a:lnTo>
                  <a:lnTo>
                    <a:pt x="3574313" y="892009"/>
                  </a:lnTo>
                  <a:lnTo>
                    <a:pt x="3573195" y="891552"/>
                  </a:lnTo>
                  <a:lnTo>
                    <a:pt x="3570567" y="891552"/>
                  </a:lnTo>
                  <a:lnTo>
                    <a:pt x="3569436" y="892009"/>
                  </a:lnTo>
                  <a:lnTo>
                    <a:pt x="3567582" y="893876"/>
                  </a:lnTo>
                  <a:lnTo>
                    <a:pt x="3567112" y="894994"/>
                  </a:lnTo>
                  <a:lnTo>
                    <a:pt x="3567112" y="897623"/>
                  </a:lnTo>
                  <a:lnTo>
                    <a:pt x="3567582" y="898740"/>
                  </a:lnTo>
                  <a:lnTo>
                    <a:pt x="3569436" y="900607"/>
                  </a:lnTo>
                  <a:lnTo>
                    <a:pt x="3570567" y="901077"/>
                  </a:lnTo>
                  <a:lnTo>
                    <a:pt x="3573195" y="901077"/>
                  </a:lnTo>
                  <a:lnTo>
                    <a:pt x="3574313" y="900607"/>
                  </a:lnTo>
                  <a:lnTo>
                    <a:pt x="3576180" y="898740"/>
                  </a:lnTo>
                  <a:lnTo>
                    <a:pt x="3576637" y="897623"/>
                  </a:lnTo>
                  <a:lnTo>
                    <a:pt x="3576637" y="894994"/>
                  </a:lnTo>
                  <a:close/>
                </a:path>
                <a:path w="5577205" h="1792604">
                  <a:moveTo>
                    <a:pt x="3576637" y="3454"/>
                  </a:moveTo>
                  <a:lnTo>
                    <a:pt x="3576180" y="2336"/>
                  </a:lnTo>
                  <a:lnTo>
                    <a:pt x="3574313" y="469"/>
                  </a:lnTo>
                  <a:lnTo>
                    <a:pt x="3573195" y="0"/>
                  </a:lnTo>
                  <a:lnTo>
                    <a:pt x="3570567" y="0"/>
                  </a:lnTo>
                  <a:lnTo>
                    <a:pt x="3569436" y="469"/>
                  </a:lnTo>
                  <a:lnTo>
                    <a:pt x="3567582" y="2336"/>
                  </a:lnTo>
                  <a:lnTo>
                    <a:pt x="3567112" y="3454"/>
                  </a:lnTo>
                  <a:lnTo>
                    <a:pt x="3567112" y="6083"/>
                  </a:lnTo>
                  <a:lnTo>
                    <a:pt x="3567582" y="7200"/>
                  </a:lnTo>
                  <a:lnTo>
                    <a:pt x="3569436" y="9067"/>
                  </a:lnTo>
                  <a:lnTo>
                    <a:pt x="3570567" y="9525"/>
                  </a:lnTo>
                  <a:lnTo>
                    <a:pt x="3573195" y="9525"/>
                  </a:lnTo>
                  <a:lnTo>
                    <a:pt x="3574313" y="9067"/>
                  </a:lnTo>
                  <a:lnTo>
                    <a:pt x="3576180" y="7200"/>
                  </a:lnTo>
                  <a:lnTo>
                    <a:pt x="3576637" y="6083"/>
                  </a:lnTo>
                  <a:lnTo>
                    <a:pt x="3576637" y="3454"/>
                  </a:lnTo>
                  <a:close/>
                </a:path>
                <a:path w="5577205" h="1792604">
                  <a:moveTo>
                    <a:pt x="3624262" y="1786534"/>
                  </a:moveTo>
                  <a:lnTo>
                    <a:pt x="3623805" y="1785416"/>
                  </a:lnTo>
                  <a:lnTo>
                    <a:pt x="3621938" y="1783549"/>
                  </a:lnTo>
                  <a:lnTo>
                    <a:pt x="3620820" y="1783080"/>
                  </a:lnTo>
                  <a:lnTo>
                    <a:pt x="3618192" y="1783080"/>
                  </a:lnTo>
                  <a:lnTo>
                    <a:pt x="3617061" y="1783549"/>
                  </a:lnTo>
                  <a:lnTo>
                    <a:pt x="3615207" y="1785416"/>
                  </a:lnTo>
                  <a:lnTo>
                    <a:pt x="3614737" y="1786534"/>
                  </a:lnTo>
                  <a:lnTo>
                    <a:pt x="3614737" y="1789163"/>
                  </a:lnTo>
                  <a:lnTo>
                    <a:pt x="3615207" y="1790280"/>
                  </a:lnTo>
                  <a:lnTo>
                    <a:pt x="3617061" y="1792147"/>
                  </a:lnTo>
                  <a:lnTo>
                    <a:pt x="3618192" y="1792605"/>
                  </a:lnTo>
                  <a:lnTo>
                    <a:pt x="3620820" y="1792605"/>
                  </a:lnTo>
                  <a:lnTo>
                    <a:pt x="3621938" y="1792147"/>
                  </a:lnTo>
                  <a:lnTo>
                    <a:pt x="3623805" y="1790280"/>
                  </a:lnTo>
                  <a:lnTo>
                    <a:pt x="3624262" y="1789163"/>
                  </a:lnTo>
                  <a:lnTo>
                    <a:pt x="3624262" y="1786534"/>
                  </a:lnTo>
                  <a:close/>
                </a:path>
                <a:path w="5577205" h="1792604">
                  <a:moveTo>
                    <a:pt x="3624262" y="894994"/>
                  </a:moveTo>
                  <a:lnTo>
                    <a:pt x="3623805" y="893876"/>
                  </a:lnTo>
                  <a:lnTo>
                    <a:pt x="3621938" y="892009"/>
                  </a:lnTo>
                  <a:lnTo>
                    <a:pt x="3620820" y="891552"/>
                  </a:lnTo>
                  <a:lnTo>
                    <a:pt x="3618192" y="891552"/>
                  </a:lnTo>
                  <a:lnTo>
                    <a:pt x="3617061" y="892009"/>
                  </a:lnTo>
                  <a:lnTo>
                    <a:pt x="3615207" y="893876"/>
                  </a:lnTo>
                  <a:lnTo>
                    <a:pt x="3614737" y="894994"/>
                  </a:lnTo>
                  <a:lnTo>
                    <a:pt x="3614737" y="897623"/>
                  </a:lnTo>
                  <a:lnTo>
                    <a:pt x="3615207" y="898740"/>
                  </a:lnTo>
                  <a:lnTo>
                    <a:pt x="3617061" y="900607"/>
                  </a:lnTo>
                  <a:lnTo>
                    <a:pt x="3618192" y="901077"/>
                  </a:lnTo>
                  <a:lnTo>
                    <a:pt x="3620820" y="901077"/>
                  </a:lnTo>
                  <a:lnTo>
                    <a:pt x="3621938" y="900607"/>
                  </a:lnTo>
                  <a:lnTo>
                    <a:pt x="3623805" y="898740"/>
                  </a:lnTo>
                  <a:lnTo>
                    <a:pt x="3624262" y="897623"/>
                  </a:lnTo>
                  <a:lnTo>
                    <a:pt x="3624262" y="894994"/>
                  </a:lnTo>
                  <a:close/>
                </a:path>
                <a:path w="5577205" h="1792604">
                  <a:moveTo>
                    <a:pt x="3624262" y="3454"/>
                  </a:moveTo>
                  <a:lnTo>
                    <a:pt x="3623805" y="2336"/>
                  </a:lnTo>
                  <a:lnTo>
                    <a:pt x="3621938" y="469"/>
                  </a:lnTo>
                  <a:lnTo>
                    <a:pt x="3620820" y="0"/>
                  </a:lnTo>
                  <a:lnTo>
                    <a:pt x="3618192" y="0"/>
                  </a:lnTo>
                  <a:lnTo>
                    <a:pt x="3617061" y="469"/>
                  </a:lnTo>
                  <a:lnTo>
                    <a:pt x="3615207" y="2336"/>
                  </a:lnTo>
                  <a:lnTo>
                    <a:pt x="3614737" y="3454"/>
                  </a:lnTo>
                  <a:lnTo>
                    <a:pt x="3614737" y="6083"/>
                  </a:lnTo>
                  <a:lnTo>
                    <a:pt x="3615207" y="7200"/>
                  </a:lnTo>
                  <a:lnTo>
                    <a:pt x="3617061" y="9067"/>
                  </a:lnTo>
                  <a:lnTo>
                    <a:pt x="3618192" y="9525"/>
                  </a:lnTo>
                  <a:lnTo>
                    <a:pt x="3620820" y="9525"/>
                  </a:lnTo>
                  <a:lnTo>
                    <a:pt x="3621938" y="9067"/>
                  </a:lnTo>
                  <a:lnTo>
                    <a:pt x="3623805" y="7200"/>
                  </a:lnTo>
                  <a:lnTo>
                    <a:pt x="3624262" y="6083"/>
                  </a:lnTo>
                  <a:lnTo>
                    <a:pt x="3624262" y="3454"/>
                  </a:lnTo>
                  <a:close/>
                </a:path>
                <a:path w="5577205" h="1792604">
                  <a:moveTo>
                    <a:pt x="3671887" y="1786534"/>
                  </a:moveTo>
                  <a:lnTo>
                    <a:pt x="3671430" y="1785416"/>
                  </a:lnTo>
                  <a:lnTo>
                    <a:pt x="3669563" y="1783549"/>
                  </a:lnTo>
                  <a:lnTo>
                    <a:pt x="3668445" y="1783080"/>
                  </a:lnTo>
                  <a:lnTo>
                    <a:pt x="3665817" y="1783080"/>
                  </a:lnTo>
                  <a:lnTo>
                    <a:pt x="3664686" y="1783549"/>
                  </a:lnTo>
                  <a:lnTo>
                    <a:pt x="3662832" y="1785416"/>
                  </a:lnTo>
                  <a:lnTo>
                    <a:pt x="3662362" y="1786534"/>
                  </a:lnTo>
                  <a:lnTo>
                    <a:pt x="3662362" y="1789163"/>
                  </a:lnTo>
                  <a:lnTo>
                    <a:pt x="3662832" y="1790280"/>
                  </a:lnTo>
                  <a:lnTo>
                    <a:pt x="3664686" y="1792147"/>
                  </a:lnTo>
                  <a:lnTo>
                    <a:pt x="3665817" y="1792605"/>
                  </a:lnTo>
                  <a:lnTo>
                    <a:pt x="3668445" y="1792605"/>
                  </a:lnTo>
                  <a:lnTo>
                    <a:pt x="3669563" y="1792147"/>
                  </a:lnTo>
                  <a:lnTo>
                    <a:pt x="3671430" y="1790280"/>
                  </a:lnTo>
                  <a:lnTo>
                    <a:pt x="3671887" y="1789163"/>
                  </a:lnTo>
                  <a:lnTo>
                    <a:pt x="3671887" y="1786534"/>
                  </a:lnTo>
                  <a:close/>
                </a:path>
                <a:path w="5577205" h="1792604">
                  <a:moveTo>
                    <a:pt x="3671887" y="894994"/>
                  </a:moveTo>
                  <a:lnTo>
                    <a:pt x="3671430" y="893876"/>
                  </a:lnTo>
                  <a:lnTo>
                    <a:pt x="3669563" y="892009"/>
                  </a:lnTo>
                  <a:lnTo>
                    <a:pt x="3668445" y="891552"/>
                  </a:lnTo>
                  <a:lnTo>
                    <a:pt x="3665817" y="891552"/>
                  </a:lnTo>
                  <a:lnTo>
                    <a:pt x="3664686" y="892009"/>
                  </a:lnTo>
                  <a:lnTo>
                    <a:pt x="3662832" y="893876"/>
                  </a:lnTo>
                  <a:lnTo>
                    <a:pt x="3662362" y="894994"/>
                  </a:lnTo>
                  <a:lnTo>
                    <a:pt x="3662362" y="897623"/>
                  </a:lnTo>
                  <a:lnTo>
                    <a:pt x="3662832" y="898740"/>
                  </a:lnTo>
                  <a:lnTo>
                    <a:pt x="3664686" y="900607"/>
                  </a:lnTo>
                  <a:lnTo>
                    <a:pt x="3665817" y="901077"/>
                  </a:lnTo>
                  <a:lnTo>
                    <a:pt x="3668445" y="901077"/>
                  </a:lnTo>
                  <a:lnTo>
                    <a:pt x="3669563" y="900607"/>
                  </a:lnTo>
                  <a:lnTo>
                    <a:pt x="3671430" y="898740"/>
                  </a:lnTo>
                  <a:lnTo>
                    <a:pt x="3671887" y="897623"/>
                  </a:lnTo>
                  <a:lnTo>
                    <a:pt x="3671887" y="894994"/>
                  </a:lnTo>
                  <a:close/>
                </a:path>
                <a:path w="5577205" h="1792604">
                  <a:moveTo>
                    <a:pt x="3671887" y="3454"/>
                  </a:moveTo>
                  <a:lnTo>
                    <a:pt x="3671430" y="2336"/>
                  </a:lnTo>
                  <a:lnTo>
                    <a:pt x="3669563" y="469"/>
                  </a:lnTo>
                  <a:lnTo>
                    <a:pt x="3668445" y="0"/>
                  </a:lnTo>
                  <a:lnTo>
                    <a:pt x="3665817" y="0"/>
                  </a:lnTo>
                  <a:lnTo>
                    <a:pt x="3664686" y="469"/>
                  </a:lnTo>
                  <a:lnTo>
                    <a:pt x="3662832" y="2336"/>
                  </a:lnTo>
                  <a:lnTo>
                    <a:pt x="3662362" y="3454"/>
                  </a:lnTo>
                  <a:lnTo>
                    <a:pt x="3662362" y="6083"/>
                  </a:lnTo>
                  <a:lnTo>
                    <a:pt x="3662832" y="7200"/>
                  </a:lnTo>
                  <a:lnTo>
                    <a:pt x="3664686" y="9067"/>
                  </a:lnTo>
                  <a:lnTo>
                    <a:pt x="3665817" y="9525"/>
                  </a:lnTo>
                  <a:lnTo>
                    <a:pt x="3668445" y="9525"/>
                  </a:lnTo>
                  <a:lnTo>
                    <a:pt x="3669563" y="9067"/>
                  </a:lnTo>
                  <a:lnTo>
                    <a:pt x="3671430" y="7200"/>
                  </a:lnTo>
                  <a:lnTo>
                    <a:pt x="3671887" y="6083"/>
                  </a:lnTo>
                  <a:lnTo>
                    <a:pt x="3671887" y="3454"/>
                  </a:lnTo>
                  <a:close/>
                </a:path>
                <a:path w="5577205" h="1792604">
                  <a:moveTo>
                    <a:pt x="3719512" y="1786534"/>
                  </a:moveTo>
                  <a:lnTo>
                    <a:pt x="3719055" y="1785416"/>
                  </a:lnTo>
                  <a:lnTo>
                    <a:pt x="3717188" y="1783549"/>
                  </a:lnTo>
                  <a:lnTo>
                    <a:pt x="3716070" y="1783080"/>
                  </a:lnTo>
                  <a:lnTo>
                    <a:pt x="3713442" y="1783080"/>
                  </a:lnTo>
                  <a:lnTo>
                    <a:pt x="3712311" y="1783549"/>
                  </a:lnTo>
                  <a:lnTo>
                    <a:pt x="3710457" y="1785416"/>
                  </a:lnTo>
                  <a:lnTo>
                    <a:pt x="3709987" y="1786534"/>
                  </a:lnTo>
                  <a:lnTo>
                    <a:pt x="3709987" y="1789163"/>
                  </a:lnTo>
                  <a:lnTo>
                    <a:pt x="3710457" y="1790280"/>
                  </a:lnTo>
                  <a:lnTo>
                    <a:pt x="3712311" y="1792147"/>
                  </a:lnTo>
                  <a:lnTo>
                    <a:pt x="3713442" y="1792605"/>
                  </a:lnTo>
                  <a:lnTo>
                    <a:pt x="3716070" y="1792605"/>
                  </a:lnTo>
                  <a:lnTo>
                    <a:pt x="3717188" y="1792147"/>
                  </a:lnTo>
                  <a:lnTo>
                    <a:pt x="3719055" y="1790280"/>
                  </a:lnTo>
                  <a:lnTo>
                    <a:pt x="3719512" y="1789163"/>
                  </a:lnTo>
                  <a:lnTo>
                    <a:pt x="3719512" y="1786534"/>
                  </a:lnTo>
                  <a:close/>
                </a:path>
                <a:path w="5577205" h="1792604">
                  <a:moveTo>
                    <a:pt x="3719512" y="894994"/>
                  </a:moveTo>
                  <a:lnTo>
                    <a:pt x="3719055" y="893876"/>
                  </a:lnTo>
                  <a:lnTo>
                    <a:pt x="3717188" y="892009"/>
                  </a:lnTo>
                  <a:lnTo>
                    <a:pt x="3716070" y="891552"/>
                  </a:lnTo>
                  <a:lnTo>
                    <a:pt x="3713442" y="891552"/>
                  </a:lnTo>
                  <a:lnTo>
                    <a:pt x="3712311" y="892009"/>
                  </a:lnTo>
                  <a:lnTo>
                    <a:pt x="3710457" y="893876"/>
                  </a:lnTo>
                  <a:lnTo>
                    <a:pt x="3709987" y="894994"/>
                  </a:lnTo>
                  <a:lnTo>
                    <a:pt x="3709987" y="897623"/>
                  </a:lnTo>
                  <a:lnTo>
                    <a:pt x="3710457" y="898740"/>
                  </a:lnTo>
                  <a:lnTo>
                    <a:pt x="3712311" y="900607"/>
                  </a:lnTo>
                  <a:lnTo>
                    <a:pt x="3713442" y="901077"/>
                  </a:lnTo>
                  <a:lnTo>
                    <a:pt x="3716070" y="901077"/>
                  </a:lnTo>
                  <a:lnTo>
                    <a:pt x="3717188" y="900607"/>
                  </a:lnTo>
                  <a:lnTo>
                    <a:pt x="3719055" y="898740"/>
                  </a:lnTo>
                  <a:lnTo>
                    <a:pt x="3719512" y="897623"/>
                  </a:lnTo>
                  <a:lnTo>
                    <a:pt x="3719512" y="894994"/>
                  </a:lnTo>
                  <a:close/>
                </a:path>
                <a:path w="5577205" h="1792604">
                  <a:moveTo>
                    <a:pt x="3719512" y="3454"/>
                  </a:moveTo>
                  <a:lnTo>
                    <a:pt x="3719055" y="2336"/>
                  </a:lnTo>
                  <a:lnTo>
                    <a:pt x="3717188" y="469"/>
                  </a:lnTo>
                  <a:lnTo>
                    <a:pt x="3716070" y="0"/>
                  </a:lnTo>
                  <a:lnTo>
                    <a:pt x="3713442" y="0"/>
                  </a:lnTo>
                  <a:lnTo>
                    <a:pt x="3712311" y="469"/>
                  </a:lnTo>
                  <a:lnTo>
                    <a:pt x="3710457" y="2336"/>
                  </a:lnTo>
                  <a:lnTo>
                    <a:pt x="3709987" y="3454"/>
                  </a:lnTo>
                  <a:lnTo>
                    <a:pt x="3709987" y="6083"/>
                  </a:lnTo>
                  <a:lnTo>
                    <a:pt x="3710457" y="7200"/>
                  </a:lnTo>
                  <a:lnTo>
                    <a:pt x="3712311" y="9067"/>
                  </a:lnTo>
                  <a:lnTo>
                    <a:pt x="3713442" y="9525"/>
                  </a:lnTo>
                  <a:lnTo>
                    <a:pt x="3716070" y="9525"/>
                  </a:lnTo>
                  <a:lnTo>
                    <a:pt x="3717188" y="9067"/>
                  </a:lnTo>
                  <a:lnTo>
                    <a:pt x="3719055" y="7200"/>
                  </a:lnTo>
                  <a:lnTo>
                    <a:pt x="3719512" y="6083"/>
                  </a:lnTo>
                  <a:lnTo>
                    <a:pt x="3719512" y="3454"/>
                  </a:lnTo>
                  <a:close/>
                </a:path>
                <a:path w="5577205" h="1792604">
                  <a:moveTo>
                    <a:pt x="3767137" y="1786534"/>
                  </a:moveTo>
                  <a:lnTo>
                    <a:pt x="3766680" y="1785416"/>
                  </a:lnTo>
                  <a:lnTo>
                    <a:pt x="3764813" y="1783549"/>
                  </a:lnTo>
                  <a:lnTo>
                    <a:pt x="3763695" y="1783080"/>
                  </a:lnTo>
                  <a:lnTo>
                    <a:pt x="3761067" y="1783080"/>
                  </a:lnTo>
                  <a:lnTo>
                    <a:pt x="3759936" y="1783549"/>
                  </a:lnTo>
                  <a:lnTo>
                    <a:pt x="3758082" y="1785416"/>
                  </a:lnTo>
                  <a:lnTo>
                    <a:pt x="3757612" y="1786534"/>
                  </a:lnTo>
                  <a:lnTo>
                    <a:pt x="3757612" y="1789163"/>
                  </a:lnTo>
                  <a:lnTo>
                    <a:pt x="3758082" y="1790280"/>
                  </a:lnTo>
                  <a:lnTo>
                    <a:pt x="3759936" y="1792147"/>
                  </a:lnTo>
                  <a:lnTo>
                    <a:pt x="3761067" y="1792605"/>
                  </a:lnTo>
                  <a:lnTo>
                    <a:pt x="3763695" y="1792605"/>
                  </a:lnTo>
                  <a:lnTo>
                    <a:pt x="3764813" y="1792147"/>
                  </a:lnTo>
                  <a:lnTo>
                    <a:pt x="3766680" y="1790280"/>
                  </a:lnTo>
                  <a:lnTo>
                    <a:pt x="3767137" y="1789163"/>
                  </a:lnTo>
                  <a:lnTo>
                    <a:pt x="3767137" y="1786534"/>
                  </a:lnTo>
                  <a:close/>
                </a:path>
                <a:path w="5577205" h="1792604">
                  <a:moveTo>
                    <a:pt x="3767137" y="894994"/>
                  </a:moveTo>
                  <a:lnTo>
                    <a:pt x="3766680" y="893876"/>
                  </a:lnTo>
                  <a:lnTo>
                    <a:pt x="3764813" y="892009"/>
                  </a:lnTo>
                  <a:lnTo>
                    <a:pt x="3763695" y="891552"/>
                  </a:lnTo>
                  <a:lnTo>
                    <a:pt x="3761067" y="891552"/>
                  </a:lnTo>
                  <a:lnTo>
                    <a:pt x="3759936" y="892009"/>
                  </a:lnTo>
                  <a:lnTo>
                    <a:pt x="3758082" y="893876"/>
                  </a:lnTo>
                  <a:lnTo>
                    <a:pt x="3757612" y="894994"/>
                  </a:lnTo>
                  <a:lnTo>
                    <a:pt x="3757612" y="897623"/>
                  </a:lnTo>
                  <a:lnTo>
                    <a:pt x="3758082" y="898740"/>
                  </a:lnTo>
                  <a:lnTo>
                    <a:pt x="3759936" y="900607"/>
                  </a:lnTo>
                  <a:lnTo>
                    <a:pt x="3761067" y="901077"/>
                  </a:lnTo>
                  <a:lnTo>
                    <a:pt x="3763695" y="901077"/>
                  </a:lnTo>
                  <a:lnTo>
                    <a:pt x="3764813" y="900607"/>
                  </a:lnTo>
                  <a:lnTo>
                    <a:pt x="3766680" y="898740"/>
                  </a:lnTo>
                  <a:lnTo>
                    <a:pt x="3767137" y="897623"/>
                  </a:lnTo>
                  <a:lnTo>
                    <a:pt x="3767137" y="894994"/>
                  </a:lnTo>
                  <a:close/>
                </a:path>
                <a:path w="5577205" h="1792604">
                  <a:moveTo>
                    <a:pt x="3767137" y="3454"/>
                  </a:moveTo>
                  <a:lnTo>
                    <a:pt x="3766680" y="2336"/>
                  </a:lnTo>
                  <a:lnTo>
                    <a:pt x="3764813" y="469"/>
                  </a:lnTo>
                  <a:lnTo>
                    <a:pt x="3763695" y="0"/>
                  </a:lnTo>
                  <a:lnTo>
                    <a:pt x="3761067" y="0"/>
                  </a:lnTo>
                  <a:lnTo>
                    <a:pt x="3759936" y="469"/>
                  </a:lnTo>
                  <a:lnTo>
                    <a:pt x="3758082" y="2336"/>
                  </a:lnTo>
                  <a:lnTo>
                    <a:pt x="3757612" y="3454"/>
                  </a:lnTo>
                  <a:lnTo>
                    <a:pt x="3757612" y="6083"/>
                  </a:lnTo>
                  <a:lnTo>
                    <a:pt x="3758082" y="7200"/>
                  </a:lnTo>
                  <a:lnTo>
                    <a:pt x="3759936" y="9067"/>
                  </a:lnTo>
                  <a:lnTo>
                    <a:pt x="3761067" y="9525"/>
                  </a:lnTo>
                  <a:lnTo>
                    <a:pt x="3763695" y="9525"/>
                  </a:lnTo>
                  <a:lnTo>
                    <a:pt x="3764813" y="9067"/>
                  </a:lnTo>
                  <a:lnTo>
                    <a:pt x="3766680" y="7200"/>
                  </a:lnTo>
                  <a:lnTo>
                    <a:pt x="3767137" y="6083"/>
                  </a:lnTo>
                  <a:lnTo>
                    <a:pt x="3767137" y="3454"/>
                  </a:lnTo>
                  <a:close/>
                </a:path>
                <a:path w="5577205" h="1792604">
                  <a:moveTo>
                    <a:pt x="3814762" y="1786534"/>
                  </a:moveTo>
                  <a:lnTo>
                    <a:pt x="3814305" y="1785416"/>
                  </a:lnTo>
                  <a:lnTo>
                    <a:pt x="3812438" y="1783549"/>
                  </a:lnTo>
                  <a:lnTo>
                    <a:pt x="3811320" y="1783080"/>
                  </a:lnTo>
                  <a:lnTo>
                    <a:pt x="3808692" y="1783080"/>
                  </a:lnTo>
                  <a:lnTo>
                    <a:pt x="3807561" y="1783549"/>
                  </a:lnTo>
                  <a:lnTo>
                    <a:pt x="3805707" y="1785416"/>
                  </a:lnTo>
                  <a:lnTo>
                    <a:pt x="3805237" y="1786534"/>
                  </a:lnTo>
                  <a:lnTo>
                    <a:pt x="3805237" y="1789163"/>
                  </a:lnTo>
                  <a:lnTo>
                    <a:pt x="3805707" y="1790280"/>
                  </a:lnTo>
                  <a:lnTo>
                    <a:pt x="3807561" y="1792147"/>
                  </a:lnTo>
                  <a:lnTo>
                    <a:pt x="3808692" y="1792605"/>
                  </a:lnTo>
                  <a:lnTo>
                    <a:pt x="3811320" y="1792605"/>
                  </a:lnTo>
                  <a:lnTo>
                    <a:pt x="3812438" y="1792147"/>
                  </a:lnTo>
                  <a:lnTo>
                    <a:pt x="3814305" y="1790280"/>
                  </a:lnTo>
                  <a:lnTo>
                    <a:pt x="3814762" y="1789163"/>
                  </a:lnTo>
                  <a:lnTo>
                    <a:pt x="3814762" y="1786534"/>
                  </a:lnTo>
                  <a:close/>
                </a:path>
                <a:path w="5577205" h="1792604">
                  <a:moveTo>
                    <a:pt x="3814762" y="894994"/>
                  </a:moveTo>
                  <a:lnTo>
                    <a:pt x="3814305" y="893876"/>
                  </a:lnTo>
                  <a:lnTo>
                    <a:pt x="3812438" y="892009"/>
                  </a:lnTo>
                  <a:lnTo>
                    <a:pt x="3811320" y="891552"/>
                  </a:lnTo>
                  <a:lnTo>
                    <a:pt x="3808692" y="891552"/>
                  </a:lnTo>
                  <a:lnTo>
                    <a:pt x="3807561" y="892009"/>
                  </a:lnTo>
                  <a:lnTo>
                    <a:pt x="3805707" y="893876"/>
                  </a:lnTo>
                  <a:lnTo>
                    <a:pt x="3805237" y="894994"/>
                  </a:lnTo>
                  <a:lnTo>
                    <a:pt x="3805237" y="897623"/>
                  </a:lnTo>
                  <a:lnTo>
                    <a:pt x="3805707" y="898740"/>
                  </a:lnTo>
                  <a:lnTo>
                    <a:pt x="3807561" y="900607"/>
                  </a:lnTo>
                  <a:lnTo>
                    <a:pt x="3808692" y="901077"/>
                  </a:lnTo>
                  <a:lnTo>
                    <a:pt x="3811320" y="901077"/>
                  </a:lnTo>
                  <a:lnTo>
                    <a:pt x="3812438" y="900607"/>
                  </a:lnTo>
                  <a:lnTo>
                    <a:pt x="3814305" y="898740"/>
                  </a:lnTo>
                  <a:lnTo>
                    <a:pt x="3814762" y="897623"/>
                  </a:lnTo>
                  <a:lnTo>
                    <a:pt x="3814762" y="894994"/>
                  </a:lnTo>
                  <a:close/>
                </a:path>
                <a:path w="5577205" h="1792604">
                  <a:moveTo>
                    <a:pt x="3814762" y="3454"/>
                  </a:moveTo>
                  <a:lnTo>
                    <a:pt x="3814305" y="2336"/>
                  </a:lnTo>
                  <a:lnTo>
                    <a:pt x="3812438" y="469"/>
                  </a:lnTo>
                  <a:lnTo>
                    <a:pt x="3811320" y="0"/>
                  </a:lnTo>
                  <a:lnTo>
                    <a:pt x="3808692" y="0"/>
                  </a:lnTo>
                  <a:lnTo>
                    <a:pt x="3807561" y="469"/>
                  </a:lnTo>
                  <a:lnTo>
                    <a:pt x="3805707" y="2336"/>
                  </a:lnTo>
                  <a:lnTo>
                    <a:pt x="3805237" y="3454"/>
                  </a:lnTo>
                  <a:lnTo>
                    <a:pt x="3805237" y="6083"/>
                  </a:lnTo>
                  <a:lnTo>
                    <a:pt x="3805707" y="7200"/>
                  </a:lnTo>
                  <a:lnTo>
                    <a:pt x="3807561" y="9067"/>
                  </a:lnTo>
                  <a:lnTo>
                    <a:pt x="3808692" y="9525"/>
                  </a:lnTo>
                  <a:lnTo>
                    <a:pt x="3811320" y="9525"/>
                  </a:lnTo>
                  <a:lnTo>
                    <a:pt x="3812438" y="9067"/>
                  </a:lnTo>
                  <a:lnTo>
                    <a:pt x="3814305" y="7200"/>
                  </a:lnTo>
                  <a:lnTo>
                    <a:pt x="3814762" y="6083"/>
                  </a:lnTo>
                  <a:lnTo>
                    <a:pt x="3814762" y="3454"/>
                  </a:lnTo>
                  <a:close/>
                </a:path>
                <a:path w="5577205" h="1792604">
                  <a:moveTo>
                    <a:pt x="3862387" y="1786534"/>
                  </a:moveTo>
                  <a:lnTo>
                    <a:pt x="3861930" y="1785416"/>
                  </a:lnTo>
                  <a:lnTo>
                    <a:pt x="3860063" y="1783549"/>
                  </a:lnTo>
                  <a:lnTo>
                    <a:pt x="3858945" y="1783080"/>
                  </a:lnTo>
                  <a:lnTo>
                    <a:pt x="3856317" y="1783080"/>
                  </a:lnTo>
                  <a:lnTo>
                    <a:pt x="3855186" y="1783549"/>
                  </a:lnTo>
                  <a:lnTo>
                    <a:pt x="3853332" y="1785416"/>
                  </a:lnTo>
                  <a:lnTo>
                    <a:pt x="3852862" y="1786534"/>
                  </a:lnTo>
                  <a:lnTo>
                    <a:pt x="3852862" y="1789163"/>
                  </a:lnTo>
                  <a:lnTo>
                    <a:pt x="3853332" y="1790280"/>
                  </a:lnTo>
                  <a:lnTo>
                    <a:pt x="3855186" y="1792147"/>
                  </a:lnTo>
                  <a:lnTo>
                    <a:pt x="3856317" y="1792605"/>
                  </a:lnTo>
                  <a:lnTo>
                    <a:pt x="3858945" y="1792605"/>
                  </a:lnTo>
                  <a:lnTo>
                    <a:pt x="3860063" y="1792147"/>
                  </a:lnTo>
                  <a:lnTo>
                    <a:pt x="3861930" y="1790280"/>
                  </a:lnTo>
                  <a:lnTo>
                    <a:pt x="3862387" y="1789163"/>
                  </a:lnTo>
                  <a:lnTo>
                    <a:pt x="3862387" y="1786534"/>
                  </a:lnTo>
                  <a:close/>
                </a:path>
                <a:path w="5577205" h="1792604">
                  <a:moveTo>
                    <a:pt x="3862387" y="894994"/>
                  </a:moveTo>
                  <a:lnTo>
                    <a:pt x="3861930" y="893876"/>
                  </a:lnTo>
                  <a:lnTo>
                    <a:pt x="3860063" y="892009"/>
                  </a:lnTo>
                  <a:lnTo>
                    <a:pt x="3858945" y="891552"/>
                  </a:lnTo>
                  <a:lnTo>
                    <a:pt x="3856317" y="891552"/>
                  </a:lnTo>
                  <a:lnTo>
                    <a:pt x="3855186" y="892009"/>
                  </a:lnTo>
                  <a:lnTo>
                    <a:pt x="3853332" y="893876"/>
                  </a:lnTo>
                  <a:lnTo>
                    <a:pt x="3852862" y="894994"/>
                  </a:lnTo>
                  <a:lnTo>
                    <a:pt x="3852862" y="897623"/>
                  </a:lnTo>
                  <a:lnTo>
                    <a:pt x="3853332" y="898740"/>
                  </a:lnTo>
                  <a:lnTo>
                    <a:pt x="3855186" y="900607"/>
                  </a:lnTo>
                  <a:lnTo>
                    <a:pt x="3856317" y="901077"/>
                  </a:lnTo>
                  <a:lnTo>
                    <a:pt x="3858945" y="901077"/>
                  </a:lnTo>
                  <a:lnTo>
                    <a:pt x="3860063" y="900607"/>
                  </a:lnTo>
                  <a:lnTo>
                    <a:pt x="3861930" y="898740"/>
                  </a:lnTo>
                  <a:lnTo>
                    <a:pt x="3862387" y="897623"/>
                  </a:lnTo>
                  <a:lnTo>
                    <a:pt x="3862387" y="894994"/>
                  </a:lnTo>
                  <a:close/>
                </a:path>
                <a:path w="5577205" h="1792604">
                  <a:moveTo>
                    <a:pt x="3862387" y="3454"/>
                  </a:moveTo>
                  <a:lnTo>
                    <a:pt x="3861930" y="2336"/>
                  </a:lnTo>
                  <a:lnTo>
                    <a:pt x="3860063" y="469"/>
                  </a:lnTo>
                  <a:lnTo>
                    <a:pt x="3858945" y="0"/>
                  </a:lnTo>
                  <a:lnTo>
                    <a:pt x="3856317" y="0"/>
                  </a:lnTo>
                  <a:lnTo>
                    <a:pt x="3855186" y="469"/>
                  </a:lnTo>
                  <a:lnTo>
                    <a:pt x="3853332" y="2336"/>
                  </a:lnTo>
                  <a:lnTo>
                    <a:pt x="3852862" y="3454"/>
                  </a:lnTo>
                  <a:lnTo>
                    <a:pt x="3852862" y="6083"/>
                  </a:lnTo>
                  <a:lnTo>
                    <a:pt x="3853332" y="7200"/>
                  </a:lnTo>
                  <a:lnTo>
                    <a:pt x="3855186" y="9067"/>
                  </a:lnTo>
                  <a:lnTo>
                    <a:pt x="3856317" y="9525"/>
                  </a:lnTo>
                  <a:lnTo>
                    <a:pt x="3858945" y="9525"/>
                  </a:lnTo>
                  <a:lnTo>
                    <a:pt x="3860063" y="9067"/>
                  </a:lnTo>
                  <a:lnTo>
                    <a:pt x="3861930" y="7200"/>
                  </a:lnTo>
                  <a:lnTo>
                    <a:pt x="3862387" y="6083"/>
                  </a:lnTo>
                  <a:lnTo>
                    <a:pt x="3862387" y="3454"/>
                  </a:lnTo>
                  <a:close/>
                </a:path>
                <a:path w="5577205" h="1792604">
                  <a:moveTo>
                    <a:pt x="3910012" y="1786534"/>
                  </a:moveTo>
                  <a:lnTo>
                    <a:pt x="3909555" y="1785416"/>
                  </a:lnTo>
                  <a:lnTo>
                    <a:pt x="3907688" y="1783549"/>
                  </a:lnTo>
                  <a:lnTo>
                    <a:pt x="3906570" y="1783080"/>
                  </a:lnTo>
                  <a:lnTo>
                    <a:pt x="3903942" y="1783080"/>
                  </a:lnTo>
                  <a:lnTo>
                    <a:pt x="3902811" y="1783549"/>
                  </a:lnTo>
                  <a:lnTo>
                    <a:pt x="3900957" y="1785416"/>
                  </a:lnTo>
                  <a:lnTo>
                    <a:pt x="3900487" y="1786534"/>
                  </a:lnTo>
                  <a:lnTo>
                    <a:pt x="3900487" y="1789163"/>
                  </a:lnTo>
                  <a:lnTo>
                    <a:pt x="3900957" y="1790280"/>
                  </a:lnTo>
                  <a:lnTo>
                    <a:pt x="3902811" y="1792147"/>
                  </a:lnTo>
                  <a:lnTo>
                    <a:pt x="3903942" y="1792605"/>
                  </a:lnTo>
                  <a:lnTo>
                    <a:pt x="3906570" y="1792605"/>
                  </a:lnTo>
                  <a:lnTo>
                    <a:pt x="3907688" y="1792147"/>
                  </a:lnTo>
                  <a:lnTo>
                    <a:pt x="3909555" y="1790280"/>
                  </a:lnTo>
                  <a:lnTo>
                    <a:pt x="3910012" y="1789163"/>
                  </a:lnTo>
                  <a:lnTo>
                    <a:pt x="3910012" y="1786534"/>
                  </a:lnTo>
                  <a:close/>
                </a:path>
                <a:path w="5577205" h="1792604">
                  <a:moveTo>
                    <a:pt x="3910012" y="894994"/>
                  </a:moveTo>
                  <a:lnTo>
                    <a:pt x="3909555" y="893876"/>
                  </a:lnTo>
                  <a:lnTo>
                    <a:pt x="3907688" y="892009"/>
                  </a:lnTo>
                  <a:lnTo>
                    <a:pt x="3906570" y="891552"/>
                  </a:lnTo>
                  <a:lnTo>
                    <a:pt x="3903942" y="891552"/>
                  </a:lnTo>
                  <a:lnTo>
                    <a:pt x="3902811" y="892009"/>
                  </a:lnTo>
                  <a:lnTo>
                    <a:pt x="3900957" y="893876"/>
                  </a:lnTo>
                  <a:lnTo>
                    <a:pt x="3900487" y="894994"/>
                  </a:lnTo>
                  <a:lnTo>
                    <a:pt x="3900487" y="897623"/>
                  </a:lnTo>
                  <a:lnTo>
                    <a:pt x="3900957" y="898740"/>
                  </a:lnTo>
                  <a:lnTo>
                    <a:pt x="3902811" y="900607"/>
                  </a:lnTo>
                  <a:lnTo>
                    <a:pt x="3903942" y="901077"/>
                  </a:lnTo>
                  <a:lnTo>
                    <a:pt x="3906570" y="901077"/>
                  </a:lnTo>
                  <a:lnTo>
                    <a:pt x="3907688" y="900607"/>
                  </a:lnTo>
                  <a:lnTo>
                    <a:pt x="3909555" y="898740"/>
                  </a:lnTo>
                  <a:lnTo>
                    <a:pt x="3910012" y="897623"/>
                  </a:lnTo>
                  <a:lnTo>
                    <a:pt x="3910012" y="894994"/>
                  </a:lnTo>
                  <a:close/>
                </a:path>
                <a:path w="5577205" h="1792604">
                  <a:moveTo>
                    <a:pt x="3910012" y="3454"/>
                  </a:moveTo>
                  <a:lnTo>
                    <a:pt x="3909555" y="2336"/>
                  </a:lnTo>
                  <a:lnTo>
                    <a:pt x="3907688" y="469"/>
                  </a:lnTo>
                  <a:lnTo>
                    <a:pt x="3906570" y="0"/>
                  </a:lnTo>
                  <a:lnTo>
                    <a:pt x="3903942" y="0"/>
                  </a:lnTo>
                  <a:lnTo>
                    <a:pt x="3902811" y="469"/>
                  </a:lnTo>
                  <a:lnTo>
                    <a:pt x="3900957" y="2336"/>
                  </a:lnTo>
                  <a:lnTo>
                    <a:pt x="3900487" y="3454"/>
                  </a:lnTo>
                  <a:lnTo>
                    <a:pt x="3900487" y="6083"/>
                  </a:lnTo>
                  <a:lnTo>
                    <a:pt x="3900957" y="7200"/>
                  </a:lnTo>
                  <a:lnTo>
                    <a:pt x="3902811" y="9067"/>
                  </a:lnTo>
                  <a:lnTo>
                    <a:pt x="3903942" y="9525"/>
                  </a:lnTo>
                  <a:lnTo>
                    <a:pt x="3906570" y="9525"/>
                  </a:lnTo>
                  <a:lnTo>
                    <a:pt x="3907688" y="9067"/>
                  </a:lnTo>
                  <a:lnTo>
                    <a:pt x="3909555" y="7200"/>
                  </a:lnTo>
                  <a:lnTo>
                    <a:pt x="3910012" y="6083"/>
                  </a:lnTo>
                  <a:lnTo>
                    <a:pt x="3910012" y="3454"/>
                  </a:lnTo>
                  <a:close/>
                </a:path>
                <a:path w="5577205" h="1792604">
                  <a:moveTo>
                    <a:pt x="3957637" y="1786534"/>
                  </a:moveTo>
                  <a:lnTo>
                    <a:pt x="3957180" y="1785416"/>
                  </a:lnTo>
                  <a:lnTo>
                    <a:pt x="3955313" y="1783549"/>
                  </a:lnTo>
                  <a:lnTo>
                    <a:pt x="3954195" y="1783080"/>
                  </a:lnTo>
                  <a:lnTo>
                    <a:pt x="3951567" y="1783080"/>
                  </a:lnTo>
                  <a:lnTo>
                    <a:pt x="3950436" y="1783549"/>
                  </a:lnTo>
                  <a:lnTo>
                    <a:pt x="3948582" y="1785416"/>
                  </a:lnTo>
                  <a:lnTo>
                    <a:pt x="3948112" y="1786534"/>
                  </a:lnTo>
                  <a:lnTo>
                    <a:pt x="3948112" y="1789163"/>
                  </a:lnTo>
                  <a:lnTo>
                    <a:pt x="3948582" y="1790280"/>
                  </a:lnTo>
                  <a:lnTo>
                    <a:pt x="3950436" y="1792147"/>
                  </a:lnTo>
                  <a:lnTo>
                    <a:pt x="3951567" y="1792605"/>
                  </a:lnTo>
                  <a:lnTo>
                    <a:pt x="3954195" y="1792605"/>
                  </a:lnTo>
                  <a:lnTo>
                    <a:pt x="3955313" y="1792147"/>
                  </a:lnTo>
                  <a:lnTo>
                    <a:pt x="3957180" y="1790280"/>
                  </a:lnTo>
                  <a:lnTo>
                    <a:pt x="3957637" y="1789163"/>
                  </a:lnTo>
                  <a:lnTo>
                    <a:pt x="3957637" y="1786534"/>
                  </a:lnTo>
                  <a:close/>
                </a:path>
                <a:path w="5577205" h="1792604">
                  <a:moveTo>
                    <a:pt x="3957637" y="894994"/>
                  </a:moveTo>
                  <a:lnTo>
                    <a:pt x="3957180" y="893876"/>
                  </a:lnTo>
                  <a:lnTo>
                    <a:pt x="3955313" y="892009"/>
                  </a:lnTo>
                  <a:lnTo>
                    <a:pt x="3954195" y="891552"/>
                  </a:lnTo>
                  <a:lnTo>
                    <a:pt x="3951567" y="891552"/>
                  </a:lnTo>
                  <a:lnTo>
                    <a:pt x="3950436" y="892009"/>
                  </a:lnTo>
                  <a:lnTo>
                    <a:pt x="3948582" y="893876"/>
                  </a:lnTo>
                  <a:lnTo>
                    <a:pt x="3948112" y="894994"/>
                  </a:lnTo>
                  <a:lnTo>
                    <a:pt x="3948112" y="897623"/>
                  </a:lnTo>
                  <a:lnTo>
                    <a:pt x="3948582" y="898740"/>
                  </a:lnTo>
                  <a:lnTo>
                    <a:pt x="3950436" y="900607"/>
                  </a:lnTo>
                  <a:lnTo>
                    <a:pt x="3951567" y="901077"/>
                  </a:lnTo>
                  <a:lnTo>
                    <a:pt x="3954195" y="901077"/>
                  </a:lnTo>
                  <a:lnTo>
                    <a:pt x="3955313" y="900607"/>
                  </a:lnTo>
                  <a:lnTo>
                    <a:pt x="3957180" y="898740"/>
                  </a:lnTo>
                  <a:lnTo>
                    <a:pt x="3957637" y="897623"/>
                  </a:lnTo>
                  <a:lnTo>
                    <a:pt x="3957637" y="894994"/>
                  </a:lnTo>
                  <a:close/>
                </a:path>
                <a:path w="5577205" h="1792604">
                  <a:moveTo>
                    <a:pt x="3957637" y="3454"/>
                  </a:moveTo>
                  <a:lnTo>
                    <a:pt x="3957180" y="2336"/>
                  </a:lnTo>
                  <a:lnTo>
                    <a:pt x="3955313" y="469"/>
                  </a:lnTo>
                  <a:lnTo>
                    <a:pt x="3954195" y="0"/>
                  </a:lnTo>
                  <a:lnTo>
                    <a:pt x="3951567" y="0"/>
                  </a:lnTo>
                  <a:lnTo>
                    <a:pt x="3950436" y="469"/>
                  </a:lnTo>
                  <a:lnTo>
                    <a:pt x="3948582" y="2336"/>
                  </a:lnTo>
                  <a:lnTo>
                    <a:pt x="3948112" y="3454"/>
                  </a:lnTo>
                  <a:lnTo>
                    <a:pt x="3948112" y="6083"/>
                  </a:lnTo>
                  <a:lnTo>
                    <a:pt x="3948582" y="7200"/>
                  </a:lnTo>
                  <a:lnTo>
                    <a:pt x="3950436" y="9067"/>
                  </a:lnTo>
                  <a:lnTo>
                    <a:pt x="3951567" y="9525"/>
                  </a:lnTo>
                  <a:lnTo>
                    <a:pt x="3954195" y="9525"/>
                  </a:lnTo>
                  <a:lnTo>
                    <a:pt x="3955313" y="9067"/>
                  </a:lnTo>
                  <a:lnTo>
                    <a:pt x="3957180" y="7200"/>
                  </a:lnTo>
                  <a:lnTo>
                    <a:pt x="3957637" y="6083"/>
                  </a:lnTo>
                  <a:lnTo>
                    <a:pt x="3957637" y="3454"/>
                  </a:lnTo>
                  <a:close/>
                </a:path>
                <a:path w="5577205" h="1792604">
                  <a:moveTo>
                    <a:pt x="4005262" y="1786534"/>
                  </a:moveTo>
                  <a:lnTo>
                    <a:pt x="4004805" y="1785416"/>
                  </a:lnTo>
                  <a:lnTo>
                    <a:pt x="4002938" y="1783549"/>
                  </a:lnTo>
                  <a:lnTo>
                    <a:pt x="4001820" y="1783080"/>
                  </a:lnTo>
                  <a:lnTo>
                    <a:pt x="3999192" y="1783080"/>
                  </a:lnTo>
                  <a:lnTo>
                    <a:pt x="3998061" y="1783549"/>
                  </a:lnTo>
                  <a:lnTo>
                    <a:pt x="3996207" y="1785416"/>
                  </a:lnTo>
                  <a:lnTo>
                    <a:pt x="3995737" y="1786534"/>
                  </a:lnTo>
                  <a:lnTo>
                    <a:pt x="3995737" y="1789163"/>
                  </a:lnTo>
                  <a:lnTo>
                    <a:pt x="3996207" y="1790280"/>
                  </a:lnTo>
                  <a:lnTo>
                    <a:pt x="3998061" y="1792147"/>
                  </a:lnTo>
                  <a:lnTo>
                    <a:pt x="3999192" y="1792605"/>
                  </a:lnTo>
                  <a:lnTo>
                    <a:pt x="4001820" y="1792605"/>
                  </a:lnTo>
                  <a:lnTo>
                    <a:pt x="4002938" y="1792147"/>
                  </a:lnTo>
                  <a:lnTo>
                    <a:pt x="4004805" y="1790280"/>
                  </a:lnTo>
                  <a:lnTo>
                    <a:pt x="4005262" y="1789163"/>
                  </a:lnTo>
                  <a:lnTo>
                    <a:pt x="4005262" y="1786534"/>
                  </a:lnTo>
                  <a:close/>
                </a:path>
                <a:path w="5577205" h="1792604">
                  <a:moveTo>
                    <a:pt x="4005262" y="894994"/>
                  </a:moveTo>
                  <a:lnTo>
                    <a:pt x="4004805" y="893876"/>
                  </a:lnTo>
                  <a:lnTo>
                    <a:pt x="4002938" y="892009"/>
                  </a:lnTo>
                  <a:lnTo>
                    <a:pt x="4001820" y="891552"/>
                  </a:lnTo>
                  <a:lnTo>
                    <a:pt x="3999192" y="891552"/>
                  </a:lnTo>
                  <a:lnTo>
                    <a:pt x="3998061" y="892009"/>
                  </a:lnTo>
                  <a:lnTo>
                    <a:pt x="3996207" y="893876"/>
                  </a:lnTo>
                  <a:lnTo>
                    <a:pt x="3995737" y="894994"/>
                  </a:lnTo>
                  <a:lnTo>
                    <a:pt x="3995737" y="897623"/>
                  </a:lnTo>
                  <a:lnTo>
                    <a:pt x="3996207" y="898740"/>
                  </a:lnTo>
                  <a:lnTo>
                    <a:pt x="3998061" y="900607"/>
                  </a:lnTo>
                  <a:lnTo>
                    <a:pt x="3999192" y="901077"/>
                  </a:lnTo>
                  <a:lnTo>
                    <a:pt x="4001820" y="901077"/>
                  </a:lnTo>
                  <a:lnTo>
                    <a:pt x="4002938" y="900607"/>
                  </a:lnTo>
                  <a:lnTo>
                    <a:pt x="4004805" y="898740"/>
                  </a:lnTo>
                  <a:lnTo>
                    <a:pt x="4005262" y="897623"/>
                  </a:lnTo>
                  <a:lnTo>
                    <a:pt x="4005262" y="894994"/>
                  </a:lnTo>
                  <a:close/>
                </a:path>
                <a:path w="5577205" h="1792604">
                  <a:moveTo>
                    <a:pt x="4005262" y="3454"/>
                  </a:moveTo>
                  <a:lnTo>
                    <a:pt x="4004805" y="2336"/>
                  </a:lnTo>
                  <a:lnTo>
                    <a:pt x="4002938" y="469"/>
                  </a:lnTo>
                  <a:lnTo>
                    <a:pt x="4001820" y="0"/>
                  </a:lnTo>
                  <a:lnTo>
                    <a:pt x="3999192" y="0"/>
                  </a:lnTo>
                  <a:lnTo>
                    <a:pt x="3998061" y="469"/>
                  </a:lnTo>
                  <a:lnTo>
                    <a:pt x="3996207" y="2336"/>
                  </a:lnTo>
                  <a:lnTo>
                    <a:pt x="3995737" y="3454"/>
                  </a:lnTo>
                  <a:lnTo>
                    <a:pt x="3995737" y="6083"/>
                  </a:lnTo>
                  <a:lnTo>
                    <a:pt x="3996207" y="7200"/>
                  </a:lnTo>
                  <a:lnTo>
                    <a:pt x="3998061" y="9067"/>
                  </a:lnTo>
                  <a:lnTo>
                    <a:pt x="3999192" y="9525"/>
                  </a:lnTo>
                  <a:lnTo>
                    <a:pt x="4001820" y="9525"/>
                  </a:lnTo>
                  <a:lnTo>
                    <a:pt x="4002938" y="9067"/>
                  </a:lnTo>
                  <a:lnTo>
                    <a:pt x="4004805" y="7200"/>
                  </a:lnTo>
                  <a:lnTo>
                    <a:pt x="4005262" y="6083"/>
                  </a:lnTo>
                  <a:lnTo>
                    <a:pt x="4005262" y="3454"/>
                  </a:lnTo>
                  <a:close/>
                </a:path>
                <a:path w="5577205" h="1792604">
                  <a:moveTo>
                    <a:pt x="4052887" y="1786534"/>
                  </a:moveTo>
                  <a:lnTo>
                    <a:pt x="4052430" y="1785416"/>
                  </a:lnTo>
                  <a:lnTo>
                    <a:pt x="4050563" y="1783549"/>
                  </a:lnTo>
                  <a:lnTo>
                    <a:pt x="4049445" y="1783080"/>
                  </a:lnTo>
                  <a:lnTo>
                    <a:pt x="4046817" y="1783080"/>
                  </a:lnTo>
                  <a:lnTo>
                    <a:pt x="4045686" y="1783549"/>
                  </a:lnTo>
                  <a:lnTo>
                    <a:pt x="4043832" y="1785416"/>
                  </a:lnTo>
                  <a:lnTo>
                    <a:pt x="4043362" y="1786534"/>
                  </a:lnTo>
                  <a:lnTo>
                    <a:pt x="4043362" y="1789163"/>
                  </a:lnTo>
                  <a:lnTo>
                    <a:pt x="4043832" y="1790280"/>
                  </a:lnTo>
                  <a:lnTo>
                    <a:pt x="4045686" y="1792147"/>
                  </a:lnTo>
                  <a:lnTo>
                    <a:pt x="4046817" y="1792605"/>
                  </a:lnTo>
                  <a:lnTo>
                    <a:pt x="4049445" y="1792605"/>
                  </a:lnTo>
                  <a:lnTo>
                    <a:pt x="4050563" y="1792147"/>
                  </a:lnTo>
                  <a:lnTo>
                    <a:pt x="4052430" y="1790280"/>
                  </a:lnTo>
                  <a:lnTo>
                    <a:pt x="4052887" y="1789163"/>
                  </a:lnTo>
                  <a:lnTo>
                    <a:pt x="4052887" y="1786534"/>
                  </a:lnTo>
                  <a:close/>
                </a:path>
                <a:path w="5577205" h="1792604">
                  <a:moveTo>
                    <a:pt x="4052887" y="894994"/>
                  </a:moveTo>
                  <a:lnTo>
                    <a:pt x="4052430" y="893876"/>
                  </a:lnTo>
                  <a:lnTo>
                    <a:pt x="4050563" y="892009"/>
                  </a:lnTo>
                  <a:lnTo>
                    <a:pt x="4049445" y="891552"/>
                  </a:lnTo>
                  <a:lnTo>
                    <a:pt x="4046817" y="891552"/>
                  </a:lnTo>
                  <a:lnTo>
                    <a:pt x="4045686" y="892009"/>
                  </a:lnTo>
                  <a:lnTo>
                    <a:pt x="4043832" y="893876"/>
                  </a:lnTo>
                  <a:lnTo>
                    <a:pt x="4043362" y="894994"/>
                  </a:lnTo>
                  <a:lnTo>
                    <a:pt x="4043362" y="897623"/>
                  </a:lnTo>
                  <a:lnTo>
                    <a:pt x="4043832" y="898740"/>
                  </a:lnTo>
                  <a:lnTo>
                    <a:pt x="4045686" y="900607"/>
                  </a:lnTo>
                  <a:lnTo>
                    <a:pt x="4046817" y="901077"/>
                  </a:lnTo>
                  <a:lnTo>
                    <a:pt x="4049445" y="901077"/>
                  </a:lnTo>
                  <a:lnTo>
                    <a:pt x="4050563" y="900607"/>
                  </a:lnTo>
                  <a:lnTo>
                    <a:pt x="4052430" y="898740"/>
                  </a:lnTo>
                  <a:lnTo>
                    <a:pt x="4052887" y="897623"/>
                  </a:lnTo>
                  <a:lnTo>
                    <a:pt x="4052887" y="894994"/>
                  </a:lnTo>
                  <a:close/>
                </a:path>
                <a:path w="5577205" h="1792604">
                  <a:moveTo>
                    <a:pt x="4052887" y="3454"/>
                  </a:moveTo>
                  <a:lnTo>
                    <a:pt x="4052430" y="2336"/>
                  </a:lnTo>
                  <a:lnTo>
                    <a:pt x="4050563" y="469"/>
                  </a:lnTo>
                  <a:lnTo>
                    <a:pt x="4049445" y="0"/>
                  </a:lnTo>
                  <a:lnTo>
                    <a:pt x="4046817" y="0"/>
                  </a:lnTo>
                  <a:lnTo>
                    <a:pt x="4045686" y="469"/>
                  </a:lnTo>
                  <a:lnTo>
                    <a:pt x="4043832" y="2336"/>
                  </a:lnTo>
                  <a:lnTo>
                    <a:pt x="4043362" y="3454"/>
                  </a:lnTo>
                  <a:lnTo>
                    <a:pt x="4043362" y="6083"/>
                  </a:lnTo>
                  <a:lnTo>
                    <a:pt x="4043832" y="7200"/>
                  </a:lnTo>
                  <a:lnTo>
                    <a:pt x="4045686" y="9067"/>
                  </a:lnTo>
                  <a:lnTo>
                    <a:pt x="4046817" y="9525"/>
                  </a:lnTo>
                  <a:lnTo>
                    <a:pt x="4049445" y="9525"/>
                  </a:lnTo>
                  <a:lnTo>
                    <a:pt x="4050563" y="9067"/>
                  </a:lnTo>
                  <a:lnTo>
                    <a:pt x="4052430" y="7200"/>
                  </a:lnTo>
                  <a:lnTo>
                    <a:pt x="4052887" y="6083"/>
                  </a:lnTo>
                  <a:lnTo>
                    <a:pt x="4052887" y="3454"/>
                  </a:lnTo>
                  <a:close/>
                </a:path>
                <a:path w="5577205" h="1792604">
                  <a:moveTo>
                    <a:pt x="4100512" y="1786534"/>
                  </a:moveTo>
                  <a:lnTo>
                    <a:pt x="4100055" y="1785416"/>
                  </a:lnTo>
                  <a:lnTo>
                    <a:pt x="4098188" y="1783549"/>
                  </a:lnTo>
                  <a:lnTo>
                    <a:pt x="4097070" y="1783080"/>
                  </a:lnTo>
                  <a:lnTo>
                    <a:pt x="4094442" y="1783080"/>
                  </a:lnTo>
                  <a:lnTo>
                    <a:pt x="4093311" y="1783549"/>
                  </a:lnTo>
                  <a:lnTo>
                    <a:pt x="4091457" y="1785416"/>
                  </a:lnTo>
                  <a:lnTo>
                    <a:pt x="4090987" y="1786534"/>
                  </a:lnTo>
                  <a:lnTo>
                    <a:pt x="4090987" y="1789163"/>
                  </a:lnTo>
                  <a:lnTo>
                    <a:pt x="4091457" y="1790280"/>
                  </a:lnTo>
                  <a:lnTo>
                    <a:pt x="4093311" y="1792147"/>
                  </a:lnTo>
                  <a:lnTo>
                    <a:pt x="4094442" y="1792605"/>
                  </a:lnTo>
                  <a:lnTo>
                    <a:pt x="4097070" y="1792605"/>
                  </a:lnTo>
                  <a:lnTo>
                    <a:pt x="4098188" y="1792147"/>
                  </a:lnTo>
                  <a:lnTo>
                    <a:pt x="4100055" y="1790280"/>
                  </a:lnTo>
                  <a:lnTo>
                    <a:pt x="4100512" y="1789163"/>
                  </a:lnTo>
                  <a:lnTo>
                    <a:pt x="4100512" y="1786534"/>
                  </a:lnTo>
                  <a:close/>
                </a:path>
                <a:path w="5577205" h="1792604">
                  <a:moveTo>
                    <a:pt x="4100512" y="894994"/>
                  </a:moveTo>
                  <a:lnTo>
                    <a:pt x="4100055" y="893876"/>
                  </a:lnTo>
                  <a:lnTo>
                    <a:pt x="4098188" y="892009"/>
                  </a:lnTo>
                  <a:lnTo>
                    <a:pt x="4097070" y="891552"/>
                  </a:lnTo>
                  <a:lnTo>
                    <a:pt x="4094442" y="891552"/>
                  </a:lnTo>
                  <a:lnTo>
                    <a:pt x="4093311" y="892009"/>
                  </a:lnTo>
                  <a:lnTo>
                    <a:pt x="4091457" y="893876"/>
                  </a:lnTo>
                  <a:lnTo>
                    <a:pt x="4090987" y="894994"/>
                  </a:lnTo>
                  <a:lnTo>
                    <a:pt x="4090987" y="897623"/>
                  </a:lnTo>
                  <a:lnTo>
                    <a:pt x="4091457" y="898740"/>
                  </a:lnTo>
                  <a:lnTo>
                    <a:pt x="4093311" y="900607"/>
                  </a:lnTo>
                  <a:lnTo>
                    <a:pt x="4094442" y="901077"/>
                  </a:lnTo>
                  <a:lnTo>
                    <a:pt x="4097070" y="901077"/>
                  </a:lnTo>
                  <a:lnTo>
                    <a:pt x="4098188" y="900607"/>
                  </a:lnTo>
                  <a:lnTo>
                    <a:pt x="4100055" y="898740"/>
                  </a:lnTo>
                  <a:lnTo>
                    <a:pt x="4100512" y="897623"/>
                  </a:lnTo>
                  <a:lnTo>
                    <a:pt x="4100512" y="894994"/>
                  </a:lnTo>
                  <a:close/>
                </a:path>
                <a:path w="5577205" h="1792604">
                  <a:moveTo>
                    <a:pt x="4100512" y="3454"/>
                  </a:moveTo>
                  <a:lnTo>
                    <a:pt x="4100055" y="2336"/>
                  </a:lnTo>
                  <a:lnTo>
                    <a:pt x="4098188" y="469"/>
                  </a:lnTo>
                  <a:lnTo>
                    <a:pt x="4097070" y="0"/>
                  </a:lnTo>
                  <a:lnTo>
                    <a:pt x="4094442" y="0"/>
                  </a:lnTo>
                  <a:lnTo>
                    <a:pt x="4093311" y="469"/>
                  </a:lnTo>
                  <a:lnTo>
                    <a:pt x="4091457" y="2336"/>
                  </a:lnTo>
                  <a:lnTo>
                    <a:pt x="4090987" y="3454"/>
                  </a:lnTo>
                  <a:lnTo>
                    <a:pt x="4090987" y="6083"/>
                  </a:lnTo>
                  <a:lnTo>
                    <a:pt x="4091457" y="7200"/>
                  </a:lnTo>
                  <a:lnTo>
                    <a:pt x="4093311" y="9067"/>
                  </a:lnTo>
                  <a:lnTo>
                    <a:pt x="4094442" y="9525"/>
                  </a:lnTo>
                  <a:lnTo>
                    <a:pt x="4097070" y="9525"/>
                  </a:lnTo>
                  <a:lnTo>
                    <a:pt x="4098188" y="9067"/>
                  </a:lnTo>
                  <a:lnTo>
                    <a:pt x="4100055" y="7200"/>
                  </a:lnTo>
                  <a:lnTo>
                    <a:pt x="4100512" y="6083"/>
                  </a:lnTo>
                  <a:lnTo>
                    <a:pt x="4100512" y="3454"/>
                  </a:lnTo>
                  <a:close/>
                </a:path>
                <a:path w="5577205" h="1792604">
                  <a:moveTo>
                    <a:pt x="4148137" y="1786534"/>
                  </a:moveTo>
                  <a:lnTo>
                    <a:pt x="4147680" y="1785416"/>
                  </a:lnTo>
                  <a:lnTo>
                    <a:pt x="4145813" y="1783549"/>
                  </a:lnTo>
                  <a:lnTo>
                    <a:pt x="4144695" y="1783080"/>
                  </a:lnTo>
                  <a:lnTo>
                    <a:pt x="4142067" y="1783080"/>
                  </a:lnTo>
                  <a:lnTo>
                    <a:pt x="4140936" y="1783549"/>
                  </a:lnTo>
                  <a:lnTo>
                    <a:pt x="4139082" y="1785416"/>
                  </a:lnTo>
                  <a:lnTo>
                    <a:pt x="4138612" y="1786534"/>
                  </a:lnTo>
                  <a:lnTo>
                    <a:pt x="4138612" y="1789163"/>
                  </a:lnTo>
                  <a:lnTo>
                    <a:pt x="4139082" y="1790280"/>
                  </a:lnTo>
                  <a:lnTo>
                    <a:pt x="4140936" y="1792147"/>
                  </a:lnTo>
                  <a:lnTo>
                    <a:pt x="4142067" y="1792605"/>
                  </a:lnTo>
                  <a:lnTo>
                    <a:pt x="4144695" y="1792605"/>
                  </a:lnTo>
                  <a:lnTo>
                    <a:pt x="4145813" y="1792147"/>
                  </a:lnTo>
                  <a:lnTo>
                    <a:pt x="4147680" y="1790280"/>
                  </a:lnTo>
                  <a:lnTo>
                    <a:pt x="4148137" y="1789163"/>
                  </a:lnTo>
                  <a:lnTo>
                    <a:pt x="4148137" y="1786534"/>
                  </a:lnTo>
                  <a:close/>
                </a:path>
                <a:path w="5577205" h="1792604">
                  <a:moveTo>
                    <a:pt x="4148137" y="894994"/>
                  </a:moveTo>
                  <a:lnTo>
                    <a:pt x="4147680" y="893876"/>
                  </a:lnTo>
                  <a:lnTo>
                    <a:pt x="4145813" y="892009"/>
                  </a:lnTo>
                  <a:lnTo>
                    <a:pt x="4144695" y="891552"/>
                  </a:lnTo>
                  <a:lnTo>
                    <a:pt x="4142067" y="891552"/>
                  </a:lnTo>
                  <a:lnTo>
                    <a:pt x="4140936" y="892009"/>
                  </a:lnTo>
                  <a:lnTo>
                    <a:pt x="4139082" y="893876"/>
                  </a:lnTo>
                  <a:lnTo>
                    <a:pt x="4138612" y="894994"/>
                  </a:lnTo>
                  <a:lnTo>
                    <a:pt x="4138612" y="897623"/>
                  </a:lnTo>
                  <a:lnTo>
                    <a:pt x="4139082" y="898740"/>
                  </a:lnTo>
                  <a:lnTo>
                    <a:pt x="4140936" y="900607"/>
                  </a:lnTo>
                  <a:lnTo>
                    <a:pt x="4142067" y="901077"/>
                  </a:lnTo>
                  <a:lnTo>
                    <a:pt x="4144695" y="901077"/>
                  </a:lnTo>
                  <a:lnTo>
                    <a:pt x="4145813" y="900607"/>
                  </a:lnTo>
                  <a:lnTo>
                    <a:pt x="4147680" y="898740"/>
                  </a:lnTo>
                  <a:lnTo>
                    <a:pt x="4148137" y="897623"/>
                  </a:lnTo>
                  <a:lnTo>
                    <a:pt x="4148137" y="894994"/>
                  </a:lnTo>
                  <a:close/>
                </a:path>
                <a:path w="5577205" h="1792604">
                  <a:moveTo>
                    <a:pt x="4148137" y="3454"/>
                  </a:moveTo>
                  <a:lnTo>
                    <a:pt x="4147680" y="2336"/>
                  </a:lnTo>
                  <a:lnTo>
                    <a:pt x="4145813" y="469"/>
                  </a:lnTo>
                  <a:lnTo>
                    <a:pt x="4144695" y="0"/>
                  </a:lnTo>
                  <a:lnTo>
                    <a:pt x="4142067" y="0"/>
                  </a:lnTo>
                  <a:lnTo>
                    <a:pt x="4140936" y="469"/>
                  </a:lnTo>
                  <a:lnTo>
                    <a:pt x="4139082" y="2336"/>
                  </a:lnTo>
                  <a:lnTo>
                    <a:pt x="4138612" y="3454"/>
                  </a:lnTo>
                  <a:lnTo>
                    <a:pt x="4138612" y="6083"/>
                  </a:lnTo>
                  <a:lnTo>
                    <a:pt x="4139082" y="7200"/>
                  </a:lnTo>
                  <a:lnTo>
                    <a:pt x="4140936" y="9067"/>
                  </a:lnTo>
                  <a:lnTo>
                    <a:pt x="4142067" y="9525"/>
                  </a:lnTo>
                  <a:lnTo>
                    <a:pt x="4144695" y="9525"/>
                  </a:lnTo>
                  <a:lnTo>
                    <a:pt x="4145813" y="9067"/>
                  </a:lnTo>
                  <a:lnTo>
                    <a:pt x="4147680" y="7200"/>
                  </a:lnTo>
                  <a:lnTo>
                    <a:pt x="4148137" y="6083"/>
                  </a:lnTo>
                  <a:lnTo>
                    <a:pt x="4148137" y="3454"/>
                  </a:lnTo>
                  <a:close/>
                </a:path>
                <a:path w="5577205" h="1792604">
                  <a:moveTo>
                    <a:pt x="4195762" y="1786534"/>
                  </a:moveTo>
                  <a:lnTo>
                    <a:pt x="4195305" y="1785416"/>
                  </a:lnTo>
                  <a:lnTo>
                    <a:pt x="4193438" y="1783549"/>
                  </a:lnTo>
                  <a:lnTo>
                    <a:pt x="4192320" y="1783080"/>
                  </a:lnTo>
                  <a:lnTo>
                    <a:pt x="4189692" y="1783080"/>
                  </a:lnTo>
                  <a:lnTo>
                    <a:pt x="4188561" y="1783549"/>
                  </a:lnTo>
                  <a:lnTo>
                    <a:pt x="4186707" y="1785416"/>
                  </a:lnTo>
                  <a:lnTo>
                    <a:pt x="4186237" y="1786534"/>
                  </a:lnTo>
                  <a:lnTo>
                    <a:pt x="4186237" y="1789163"/>
                  </a:lnTo>
                  <a:lnTo>
                    <a:pt x="4186707" y="1790280"/>
                  </a:lnTo>
                  <a:lnTo>
                    <a:pt x="4188561" y="1792147"/>
                  </a:lnTo>
                  <a:lnTo>
                    <a:pt x="4189692" y="1792605"/>
                  </a:lnTo>
                  <a:lnTo>
                    <a:pt x="4192320" y="1792605"/>
                  </a:lnTo>
                  <a:lnTo>
                    <a:pt x="4193438" y="1792147"/>
                  </a:lnTo>
                  <a:lnTo>
                    <a:pt x="4195305" y="1790280"/>
                  </a:lnTo>
                  <a:lnTo>
                    <a:pt x="4195762" y="1789163"/>
                  </a:lnTo>
                  <a:lnTo>
                    <a:pt x="4195762" y="1786534"/>
                  </a:lnTo>
                  <a:close/>
                </a:path>
                <a:path w="5577205" h="1792604">
                  <a:moveTo>
                    <a:pt x="4195762" y="894994"/>
                  </a:moveTo>
                  <a:lnTo>
                    <a:pt x="4195305" y="893876"/>
                  </a:lnTo>
                  <a:lnTo>
                    <a:pt x="4193438" y="892009"/>
                  </a:lnTo>
                  <a:lnTo>
                    <a:pt x="4192320" y="891552"/>
                  </a:lnTo>
                  <a:lnTo>
                    <a:pt x="4189692" y="891552"/>
                  </a:lnTo>
                  <a:lnTo>
                    <a:pt x="4188561" y="892009"/>
                  </a:lnTo>
                  <a:lnTo>
                    <a:pt x="4186707" y="893876"/>
                  </a:lnTo>
                  <a:lnTo>
                    <a:pt x="4186237" y="894994"/>
                  </a:lnTo>
                  <a:lnTo>
                    <a:pt x="4186237" y="897623"/>
                  </a:lnTo>
                  <a:lnTo>
                    <a:pt x="4186707" y="898740"/>
                  </a:lnTo>
                  <a:lnTo>
                    <a:pt x="4188561" y="900607"/>
                  </a:lnTo>
                  <a:lnTo>
                    <a:pt x="4189692" y="901077"/>
                  </a:lnTo>
                  <a:lnTo>
                    <a:pt x="4192320" y="901077"/>
                  </a:lnTo>
                  <a:lnTo>
                    <a:pt x="4193438" y="900607"/>
                  </a:lnTo>
                  <a:lnTo>
                    <a:pt x="4195305" y="898740"/>
                  </a:lnTo>
                  <a:lnTo>
                    <a:pt x="4195762" y="897623"/>
                  </a:lnTo>
                  <a:lnTo>
                    <a:pt x="4195762" y="894994"/>
                  </a:lnTo>
                  <a:close/>
                </a:path>
                <a:path w="5577205" h="1792604">
                  <a:moveTo>
                    <a:pt x="4195762" y="3454"/>
                  </a:moveTo>
                  <a:lnTo>
                    <a:pt x="4195305" y="2336"/>
                  </a:lnTo>
                  <a:lnTo>
                    <a:pt x="4193438" y="469"/>
                  </a:lnTo>
                  <a:lnTo>
                    <a:pt x="4192320" y="0"/>
                  </a:lnTo>
                  <a:lnTo>
                    <a:pt x="4189692" y="0"/>
                  </a:lnTo>
                  <a:lnTo>
                    <a:pt x="4188561" y="469"/>
                  </a:lnTo>
                  <a:lnTo>
                    <a:pt x="4186707" y="2336"/>
                  </a:lnTo>
                  <a:lnTo>
                    <a:pt x="4186237" y="3454"/>
                  </a:lnTo>
                  <a:lnTo>
                    <a:pt x="4186237" y="6083"/>
                  </a:lnTo>
                  <a:lnTo>
                    <a:pt x="4186707" y="7200"/>
                  </a:lnTo>
                  <a:lnTo>
                    <a:pt x="4188561" y="9067"/>
                  </a:lnTo>
                  <a:lnTo>
                    <a:pt x="4189692" y="9525"/>
                  </a:lnTo>
                  <a:lnTo>
                    <a:pt x="4192320" y="9525"/>
                  </a:lnTo>
                  <a:lnTo>
                    <a:pt x="4193438" y="9067"/>
                  </a:lnTo>
                  <a:lnTo>
                    <a:pt x="4195305" y="7200"/>
                  </a:lnTo>
                  <a:lnTo>
                    <a:pt x="4195762" y="6083"/>
                  </a:lnTo>
                  <a:lnTo>
                    <a:pt x="4195762" y="3454"/>
                  </a:lnTo>
                  <a:close/>
                </a:path>
                <a:path w="5577205" h="1792604">
                  <a:moveTo>
                    <a:pt x="4243387" y="1786534"/>
                  </a:moveTo>
                  <a:lnTo>
                    <a:pt x="4242930" y="1785416"/>
                  </a:lnTo>
                  <a:lnTo>
                    <a:pt x="4241063" y="1783549"/>
                  </a:lnTo>
                  <a:lnTo>
                    <a:pt x="4239946" y="1783080"/>
                  </a:lnTo>
                  <a:lnTo>
                    <a:pt x="4237317" y="1783080"/>
                  </a:lnTo>
                  <a:lnTo>
                    <a:pt x="4236186" y="1783549"/>
                  </a:lnTo>
                  <a:lnTo>
                    <a:pt x="4234332" y="1785416"/>
                  </a:lnTo>
                  <a:lnTo>
                    <a:pt x="4233862" y="1786534"/>
                  </a:lnTo>
                  <a:lnTo>
                    <a:pt x="4233862" y="1789163"/>
                  </a:lnTo>
                  <a:lnTo>
                    <a:pt x="4234332" y="1790280"/>
                  </a:lnTo>
                  <a:lnTo>
                    <a:pt x="4236186" y="1792147"/>
                  </a:lnTo>
                  <a:lnTo>
                    <a:pt x="4237317" y="1792605"/>
                  </a:lnTo>
                  <a:lnTo>
                    <a:pt x="4239946" y="1792605"/>
                  </a:lnTo>
                  <a:lnTo>
                    <a:pt x="4241063" y="1792147"/>
                  </a:lnTo>
                  <a:lnTo>
                    <a:pt x="4242930" y="1790280"/>
                  </a:lnTo>
                  <a:lnTo>
                    <a:pt x="4243387" y="1789163"/>
                  </a:lnTo>
                  <a:lnTo>
                    <a:pt x="4243387" y="1786534"/>
                  </a:lnTo>
                  <a:close/>
                </a:path>
                <a:path w="5577205" h="1792604">
                  <a:moveTo>
                    <a:pt x="4243387" y="894994"/>
                  </a:moveTo>
                  <a:lnTo>
                    <a:pt x="4242930" y="893876"/>
                  </a:lnTo>
                  <a:lnTo>
                    <a:pt x="4241063" y="892009"/>
                  </a:lnTo>
                  <a:lnTo>
                    <a:pt x="4239946" y="891552"/>
                  </a:lnTo>
                  <a:lnTo>
                    <a:pt x="4237317" y="891552"/>
                  </a:lnTo>
                  <a:lnTo>
                    <a:pt x="4236186" y="892009"/>
                  </a:lnTo>
                  <a:lnTo>
                    <a:pt x="4234332" y="893876"/>
                  </a:lnTo>
                  <a:lnTo>
                    <a:pt x="4233862" y="894994"/>
                  </a:lnTo>
                  <a:lnTo>
                    <a:pt x="4233862" y="897623"/>
                  </a:lnTo>
                  <a:lnTo>
                    <a:pt x="4234332" y="898740"/>
                  </a:lnTo>
                  <a:lnTo>
                    <a:pt x="4236186" y="900607"/>
                  </a:lnTo>
                  <a:lnTo>
                    <a:pt x="4237317" y="901077"/>
                  </a:lnTo>
                  <a:lnTo>
                    <a:pt x="4239946" y="901077"/>
                  </a:lnTo>
                  <a:lnTo>
                    <a:pt x="4241063" y="900607"/>
                  </a:lnTo>
                  <a:lnTo>
                    <a:pt x="4242930" y="898740"/>
                  </a:lnTo>
                  <a:lnTo>
                    <a:pt x="4243387" y="897623"/>
                  </a:lnTo>
                  <a:lnTo>
                    <a:pt x="4243387" y="894994"/>
                  </a:lnTo>
                  <a:close/>
                </a:path>
                <a:path w="5577205" h="1792604">
                  <a:moveTo>
                    <a:pt x="4243387" y="3454"/>
                  </a:moveTo>
                  <a:lnTo>
                    <a:pt x="4242930" y="2336"/>
                  </a:lnTo>
                  <a:lnTo>
                    <a:pt x="4241063" y="469"/>
                  </a:lnTo>
                  <a:lnTo>
                    <a:pt x="4239946" y="0"/>
                  </a:lnTo>
                  <a:lnTo>
                    <a:pt x="4237317" y="0"/>
                  </a:lnTo>
                  <a:lnTo>
                    <a:pt x="4236186" y="469"/>
                  </a:lnTo>
                  <a:lnTo>
                    <a:pt x="4234332" y="2336"/>
                  </a:lnTo>
                  <a:lnTo>
                    <a:pt x="4233862" y="3454"/>
                  </a:lnTo>
                  <a:lnTo>
                    <a:pt x="4233862" y="6083"/>
                  </a:lnTo>
                  <a:lnTo>
                    <a:pt x="4234332" y="7200"/>
                  </a:lnTo>
                  <a:lnTo>
                    <a:pt x="4236186" y="9067"/>
                  </a:lnTo>
                  <a:lnTo>
                    <a:pt x="4237317" y="9525"/>
                  </a:lnTo>
                  <a:lnTo>
                    <a:pt x="4239946" y="9525"/>
                  </a:lnTo>
                  <a:lnTo>
                    <a:pt x="4241063" y="9067"/>
                  </a:lnTo>
                  <a:lnTo>
                    <a:pt x="4242930" y="7200"/>
                  </a:lnTo>
                  <a:lnTo>
                    <a:pt x="4243387" y="6083"/>
                  </a:lnTo>
                  <a:lnTo>
                    <a:pt x="4243387" y="3454"/>
                  </a:lnTo>
                  <a:close/>
                </a:path>
                <a:path w="5577205" h="1792604">
                  <a:moveTo>
                    <a:pt x="4291012" y="1786534"/>
                  </a:moveTo>
                  <a:lnTo>
                    <a:pt x="4290555" y="1785416"/>
                  </a:lnTo>
                  <a:lnTo>
                    <a:pt x="4288688" y="1783549"/>
                  </a:lnTo>
                  <a:lnTo>
                    <a:pt x="4287571" y="1783080"/>
                  </a:lnTo>
                  <a:lnTo>
                    <a:pt x="4284942" y="1783080"/>
                  </a:lnTo>
                  <a:lnTo>
                    <a:pt x="4283811" y="1783549"/>
                  </a:lnTo>
                  <a:lnTo>
                    <a:pt x="4281957" y="1785416"/>
                  </a:lnTo>
                  <a:lnTo>
                    <a:pt x="4281487" y="1786534"/>
                  </a:lnTo>
                  <a:lnTo>
                    <a:pt x="4281487" y="1789163"/>
                  </a:lnTo>
                  <a:lnTo>
                    <a:pt x="4281957" y="1790280"/>
                  </a:lnTo>
                  <a:lnTo>
                    <a:pt x="4283811" y="1792147"/>
                  </a:lnTo>
                  <a:lnTo>
                    <a:pt x="4284942" y="1792605"/>
                  </a:lnTo>
                  <a:lnTo>
                    <a:pt x="4287571" y="1792605"/>
                  </a:lnTo>
                  <a:lnTo>
                    <a:pt x="4288688" y="1792147"/>
                  </a:lnTo>
                  <a:lnTo>
                    <a:pt x="4290555" y="1790280"/>
                  </a:lnTo>
                  <a:lnTo>
                    <a:pt x="4291012" y="1789163"/>
                  </a:lnTo>
                  <a:lnTo>
                    <a:pt x="4291012" y="1786534"/>
                  </a:lnTo>
                  <a:close/>
                </a:path>
                <a:path w="5577205" h="1792604">
                  <a:moveTo>
                    <a:pt x="4291012" y="894994"/>
                  </a:moveTo>
                  <a:lnTo>
                    <a:pt x="4290555" y="893876"/>
                  </a:lnTo>
                  <a:lnTo>
                    <a:pt x="4288688" y="892009"/>
                  </a:lnTo>
                  <a:lnTo>
                    <a:pt x="4287571" y="891552"/>
                  </a:lnTo>
                  <a:lnTo>
                    <a:pt x="4284942" y="891552"/>
                  </a:lnTo>
                  <a:lnTo>
                    <a:pt x="4283811" y="892009"/>
                  </a:lnTo>
                  <a:lnTo>
                    <a:pt x="4281957" y="893876"/>
                  </a:lnTo>
                  <a:lnTo>
                    <a:pt x="4281487" y="894994"/>
                  </a:lnTo>
                  <a:lnTo>
                    <a:pt x="4281487" y="897623"/>
                  </a:lnTo>
                  <a:lnTo>
                    <a:pt x="4281957" y="898740"/>
                  </a:lnTo>
                  <a:lnTo>
                    <a:pt x="4283811" y="900607"/>
                  </a:lnTo>
                  <a:lnTo>
                    <a:pt x="4284942" y="901077"/>
                  </a:lnTo>
                  <a:lnTo>
                    <a:pt x="4287571" y="901077"/>
                  </a:lnTo>
                  <a:lnTo>
                    <a:pt x="4288688" y="900607"/>
                  </a:lnTo>
                  <a:lnTo>
                    <a:pt x="4290555" y="898740"/>
                  </a:lnTo>
                  <a:lnTo>
                    <a:pt x="4291012" y="897623"/>
                  </a:lnTo>
                  <a:lnTo>
                    <a:pt x="4291012" y="894994"/>
                  </a:lnTo>
                  <a:close/>
                </a:path>
                <a:path w="5577205" h="1792604">
                  <a:moveTo>
                    <a:pt x="4291012" y="3454"/>
                  </a:moveTo>
                  <a:lnTo>
                    <a:pt x="4290555" y="2336"/>
                  </a:lnTo>
                  <a:lnTo>
                    <a:pt x="4288688" y="469"/>
                  </a:lnTo>
                  <a:lnTo>
                    <a:pt x="4287571" y="0"/>
                  </a:lnTo>
                  <a:lnTo>
                    <a:pt x="4284942" y="0"/>
                  </a:lnTo>
                  <a:lnTo>
                    <a:pt x="4283811" y="469"/>
                  </a:lnTo>
                  <a:lnTo>
                    <a:pt x="4281957" y="2336"/>
                  </a:lnTo>
                  <a:lnTo>
                    <a:pt x="4281487" y="3454"/>
                  </a:lnTo>
                  <a:lnTo>
                    <a:pt x="4281487" y="6083"/>
                  </a:lnTo>
                  <a:lnTo>
                    <a:pt x="4281957" y="7200"/>
                  </a:lnTo>
                  <a:lnTo>
                    <a:pt x="4283811" y="9067"/>
                  </a:lnTo>
                  <a:lnTo>
                    <a:pt x="4284942" y="9525"/>
                  </a:lnTo>
                  <a:lnTo>
                    <a:pt x="4287571" y="9525"/>
                  </a:lnTo>
                  <a:lnTo>
                    <a:pt x="4288688" y="9067"/>
                  </a:lnTo>
                  <a:lnTo>
                    <a:pt x="4290555" y="7200"/>
                  </a:lnTo>
                  <a:lnTo>
                    <a:pt x="4291012" y="6083"/>
                  </a:lnTo>
                  <a:lnTo>
                    <a:pt x="4291012" y="3454"/>
                  </a:lnTo>
                  <a:close/>
                </a:path>
                <a:path w="5577205" h="1792604">
                  <a:moveTo>
                    <a:pt x="4338637" y="1786534"/>
                  </a:moveTo>
                  <a:lnTo>
                    <a:pt x="4338180" y="1785416"/>
                  </a:lnTo>
                  <a:lnTo>
                    <a:pt x="4336313" y="1783549"/>
                  </a:lnTo>
                  <a:lnTo>
                    <a:pt x="4335196" y="1783080"/>
                  </a:lnTo>
                  <a:lnTo>
                    <a:pt x="4332567" y="1783080"/>
                  </a:lnTo>
                  <a:lnTo>
                    <a:pt x="4331436" y="1783549"/>
                  </a:lnTo>
                  <a:lnTo>
                    <a:pt x="4329582" y="1785416"/>
                  </a:lnTo>
                  <a:lnTo>
                    <a:pt x="4329112" y="1786534"/>
                  </a:lnTo>
                  <a:lnTo>
                    <a:pt x="4329112" y="1789163"/>
                  </a:lnTo>
                  <a:lnTo>
                    <a:pt x="4329582" y="1790280"/>
                  </a:lnTo>
                  <a:lnTo>
                    <a:pt x="4331436" y="1792147"/>
                  </a:lnTo>
                  <a:lnTo>
                    <a:pt x="4332567" y="1792605"/>
                  </a:lnTo>
                  <a:lnTo>
                    <a:pt x="4335196" y="1792605"/>
                  </a:lnTo>
                  <a:lnTo>
                    <a:pt x="4336313" y="1792147"/>
                  </a:lnTo>
                  <a:lnTo>
                    <a:pt x="4338180" y="1790280"/>
                  </a:lnTo>
                  <a:lnTo>
                    <a:pt x="4338637" y="1789163"/>
                  </a:lnTo>
                  <a:lnTo>
                    <a:pt x="4338637" y="1786534"/>
                  </a:lnTo>
                  <a:close/>
                </a:path>
                <a:path w="5577205" h="1792604">
                  <a:moveTo>
                    <a:pt x="4338637" y="894994"/>
                  </a:moveTo>
                  <a:lnTo>
                    <a:pt x="4338180" y="893876"/>
                  </a:lnTo>
                  <a:lnTo>
                    <a:pt x="4336313" y="892009"/>
                  </a:lnTo>
                  <a:lnTo>
                    <a:pt x="4335196" y="891552"/>
                  </a:lnTo>
                  <a:lnTo>
                    <a:pt x="4332567" y="891552"/>
                  </a:lnTo>
                  <a:lnTo>
                    <a:pt x="4331436" y="892009"/>
                  </a:lnTo>
                  <a:lnTo>
                    <a:pt x="4329582" y="893876"/>
                  </a:lnTo>
                  <a:lnTo>
                    <a:pt x="4329112" y="894994"/>
                  </a:lnTo>
                  <a:lnTo>
                    <a:pt x="4329112" y="897623"/>
                  </a:lnTo>
                  <a:lnTo>
                    <a:pt x="4329582" y="898740"/>
                  </a:lnTo>
                  <a:lnTo>
                    <a:pt x="4331436" y="900607"/>
                  </a:lnTo>
                  <a:lnTo>
                    <a:pt x="4332567" y="901077"/>
                  </a:lnTo>
                  <a:lnTo>
                    <a:pt x="4335196" y="901077"/>
                  </a:lnTo>
                  <a:lnTo>
                    <a:pt x="4336313" y="900607"/>
                  </a:lnTo>
                  <a:lnTo>
                    <a:pt x="4338180" y="898740"/>
                  </a:lnTo>
                  <a:lnTo>
                    <a:pt x="4338637" y="897623"/>
                  </a:lnTo>
                  <a:lnTo>
                    <a:pt x="4338637" y="894994"/>
                  </a:lnTo>
                  <a:close/>
                </a:path>
                <a:path w="5577205" h="1792604">
                  <a:moveTo>
                    <a:pt x="4338637" y="3454"/>
                  </a:moveTo>
                  <a:lnTo>
                    <a:pt x="4338180" y="2336"/>
                  </a:lnTo>
                  <a:lnTo>
                    <a:pt x="4336313" y="469"/>
                  </a:lnTo>
                  <a:lnTo>
                    <a:pt x="4335196" y="0"/>
                  </a:lnTo>
                  <a:lnTo>
                    <a:pt x="4332567" y="0"/>
                  </a:lnTo>
                  <a:lnTo>
                    <a:pt x="4331436" y="469"/>
                  </a:lnTo>
                  <a:lnTo>
                    <a:pt x="4329582" y="2336"/>
                  </a:lnTo>
                  <a:lnTo>
                    <a:pt x="4329112" y="3454"/>
                  </a:lnTo>
                  <a:lnTo>
                    <a:pt x="4329112" y="6083"/>
                  </a:lnTo>
                  <a:lnTo>
                    <a:pt x="4329582" y="7200"/>
                  </a:lnTo>
                  <a:lnTo>
                    <a:pt x="4331436" y="9067"/>
                  </a:lnTo>
                  <a:lnTo>
                    <a:pt x="4332567" y="9525"/>
                  </a:lnTo>
                  <a:lnTo>
                    <a:pt x="4335196" y="9525"/>
                  </a:lnTo>
                  <a:lnTo>
                    <a:pt x="4336313" y="9067"/>
                  </a:lnTo>
                  <a:lnTo>
                    <a:pt x="4338180" y="7200"/>
                  </a:lnTo>
                  <a:lnTo>
                    <a:pt x="4338637" y="6083"/>
                  </a:lnTo>
                  <a:lnTo>
                    <a:pt x="4338637" y="3454"/>
                  </a:lnTo>
                  <a:close/>
                </a:path>
                <a:path w="5577205" h="1792604">
                  <a:moveTo>
                    <a:pt x="4386262" y="1786534"/>
                  </a:moveTo>
                  <a:lnTo>
                    <a:pt x="4385805" y="1785416"/>
                  </a:lnTo>
                  <a:lnTo>
                    <a:pt x="4383938" y="1783549"/>
                  </a:lnTo>
                  <a:lnTo>
                    <a:pt x="4382821" y="1783080"/>
                  </a:lnTo>
                  <a:lnTo>
                    <a:pt x="4380192" y="1783080"/>
                  </a:lnTo>
                  <a:lnTo>
                    <a:pt x="4379061" y="1783549"/>
                  </a:lnTo>
                  <a:lnTo>
                    <a:pt x="4377207" y="1785416"/>
                  </a:lnTo>
                  <a:lnTo>
                    <a:pt x="4376737" y="1786534"/>
                  </a:lnTo>
                  <a:lnTo>
                    <a:pt x="4376737" y="1789163"/>
                  </a:lnTo>
                  <a:lnTo>
                    <a:pt x="4377207" y="1790280"/>
                  </a:lnTo>
                  <a:lnTo>
                    <a:pt x="4379061" y="1792147"/>
                  </a:lnTo>
                  <a:lnTo>
                    <a:pt x="4380192" y="1792605"/>
                  </a:lnTo>
                  <a:lnTo>
                    <a:pt x="4382821" y="1792605"/>
                  </a:lnTo>
                  <a:lnTo>
                    <a:pt x="4383938" y="1792147"/>
                  </a:lnTo>
                  <a:lnTo>
                    <a:pt x="4385805" y="1790280"/>
                  </a:lnTo>
                  <a:lnTo>
                    <a:pt x="4386262" y="1789163"/>
                  </a:lnTo>
                  <a:lnTo>
                    <a:pt x="4386262" y="1786534"/>
                  </a:lnTo>
                  <a:close/>
                </a:path>
                <a:path w="5577205" h="1792604">
                  <a:moveTo>
                    <a:pt x="4386262" y="894994"/>
                  </a:moveTo>
                  <a:lnTo>
                    <a:pt x="4385805" y="893876"/>
                  </a:lnTo>
                  <a:lnTo>
                    <a:pt x="4383938" y="892009"/>
                  </a:lnTo>
                  <a:lnTo>
                    <a:pt x="4382821" y="891552"/>
                  </a:lnTo>
                  <a:lnTo>
                    <a:pt x="4380192" y="891552"/>
                  </a:lnTo>
                  <a:lnTo>
                    <a:pt x="4379061" y="892009"/>
                  </a:lnTo>
                  <a:lnTo>
                    <a:pt x="4377207" y="893876"/>
                  </a:lnTo>
                  <a:lnTo>
                    <a:pt x="4376737" y="894994"/>
                  </a:lnTo>
                  <a:lnTo>
                    <a:pt x="4376737" y="897623"/>
                  </a:lnTo>
                  <a:lnTo>
                    <a:pt x="4377207" y="898740"/>
                  </a:lnTo>
                  <a:lnTo>
                    <a:pt x="4379061" y="900607"/>
                  </a:lnTo>
                  <a:lnTo>
                    <a:pt x="4380192" y="901077"/>
                  </a:lnTo>
                  <a:lnTo>
                    <a:pt x="4382821" y="901077"/>
                  </a:lnTo>
                  <a:lnTo>
                    <a:pt x="4383938" y="900607"/>
                  </a:lnTo>
                  <a:lnTo>
                    <a:pt x="4385805" y="898740"/>
                  </a:lnTo>
                  <a:lnTo>
                    <a:pt x="4386262" y="897623"/>
                  </a:lnTo>
                  <a:lnTo>
                    <a:pt x="4386262" y="894994"/>
                  </a:lnTo>
                  <a:close/>
                </a:path>
                <a:path w="5577205" h="1792604">
                  <a:moveTo>
                    <a:pt x="4386262" y="3454"/>
                  </a:moveTo>
                  <a:lnTo>
                    <a:pt x="4385805" y="2336"/>
                  </a:lnTo>
                  <a:lnTo>
                    <a:pt x="4383938" y="469"/>
                  </a:lnTo>
                  <a:lnTo>
                    <a:pt x="4382821" y="0"/>
                  </a:lnTo>
                  <a:lnTo>
                    <a:pt x="4380192" y="0"/>
                  </a:lnTo>
                  <a:lnTo>
                    <a:pt x="4379061" y="469"/>
                  </a:lnTo>
                  <a:lnTo>
                    <a:pt x="4377207" y="2336"/>
                  </a:lnTo>
                  <a:lnTo>
                    <a:pt x="4376737" y="3454"/>
                  </a:lnTo>
                  <a:lnTo>
                    <a:pt x="4376737" y="6083"/>
                  </a:lnTo>
                  <a:lnTo>
                    <a:pt x="4377207" y="7200"/>
                  </a:lnTo>
                  <a:lnTo>
                    <a:pt x="4379061" y="9067"/>
                  </a:lnTo>
                  <a:lnTo>
                    <a:pt x="4380192" y="9525"/>
                  </a:lnTo>
                  <a:lnTo>
                    <a:pt x="4382821" y="9525"/>
                  </a:lnTo>
                  <a:lnTo>
                    <a:pt x="4383938" y="9067"/>
                  </a:lnTo>
                  <a:lnTo>
                    <a:pt x="4385805" y="7200"/>
                  </a:lnTo>
                  <a:lnTo>
                    <a:pt x="4386262" y="6083"/>
                  </a:lnTo>
                  <a:lnTo>
                    <a:pt x="4386262" y="3454"/>
                  </a:lnTo>
                  <a:close/>
                </a:path>
                <a:path w="5577205" h="1792604">
                  <a:moveTo>
                    <a:pt x="4433887" y="1786534"/>
                  </a:moveTo>
                  <a:lnTo>
                    <a:pt x="4433430" y="1785416"/>
                  </a:lnTo>
                  <a:lnTo>
                    <a:pt x="4431563" y="1783549"/>
                  </a:lnTo>
                  <a:lnTo>
                    <a:pt x="4430446" y="1783080"/>
                  </a:lnTo>
                  <a:lnTo>
                    <a:pt x="4427817" y="1783080"/>
                  </a:lnTo>
                  <a:lnTo>
                    <a:pt x="4426686" y="1783549"/>
                  </a:lnTo>
                  <a:lnTo>
                    <a:pt x="4424832" y="1785416"/>
                  </a:lnTo>
                  <a:lnTo>
                    <a:pt x="4424362" y="1786534"/>
                  </a:lnTo>
                  <a:lnTo>
                    <a:pt x="4424362" y="1789163"/>
                  </a:lnTo>
                  <a:lnTo>
                    <a:pt x="4424832" y="1790280"/>
                  </a:lnTo>
                  <a:lnTo>
                    <a:pt x="4426686" y="1792147"/>
                  </a:lnTo>
                  <a:lnTo>
                    <a:pt x="4427817" y="1792605"/>
                  </a:lnTo>
                  <a:lnTo>
                    <a:pt x="4430446" y="1792605"/>
                  </a:lnTo>
                  <a:lnTo>
                    <a:pt x="4431563" y="1792147"/>
                  </a:lnTo>
                  <a:lnTo>
                    <a:pt x="4433430" y="1790280"/>
                  </a:lnTo>
                  <a:lnTo>
                    <a:pt x="4433887" y="1789163"/>
                  </a:lnTo>
                  <a:lnTo>
                    <a:pt x="4433887" y="1786534"/>
                  </a:lnTo>
                  <a:close/>
                </a:path>
                <a:path w="5577205" h="1792604">
                  <a:moveTo>
                    <a:pt x="4433887" y="894994"/>
                  </a:moveTo>
                  <a:lnTo>
                    <a:pt x="4433430" y="893876"/>
                  </a:lnTo>
                  <a:lnTo>
                    <a:pt x="4431563" y="892009"/>
                  </a:lnTo>
                  <a:lnTo>
                    <a:pt x="4430446" y="891552"/>
                  </a:lnTo>
                  <a:lnTo>
                    <a:pt x="4427817" y="891552"/>
                  </a:lnTo>
                  <a:lnTo>
                    <a:pt x="4426686" y="892009"/>
                  </a:lnTo>
                  <a:lnTo>
                    <a:pt x="4424832" y="893876"/>
                  </a:lnTo>
                  <a:lnTo>
                    <a:pt x="4424362" y="894994"/>
                  </a:lnTo>
                  <a:lnTo>
                    <a:pt x="4424362" y="897623"/>
                  </a:lnTo>
                  <a:lnTo>
                    <a:pt x="4424832" y="898740"/>
                  </a:lnTo>
                  <a:lnTo>
                    <a:pt x="4426686" y="900607"/>
                  </a:lnTo>
                  <a:lnTo>
                    <a:pt x="4427817" y="901077"/>
                  </a:lnTo>
                  <a:lnTo>
                    <a:pt x="4430446" y="901077"/>
                  </a:lnTo>
                  <a:lnTo>
                    <a:pt x="4431563" y="900607"/>
                  </a:lnTo>
                  <a:lnTo>
                    <a:pt x="4433430" y="898740"/>
                  </a:lnTo>
                  <a:lnTo>
                    <a:pt x="4433887" y="897623"/>
                  </a:lnTo>
                  <a:lnTo>
                    <a:pt x="4433887" y="894994"/>
                  </a:lnTo>
                  <a:close/>
                </a:path>
                <a:path w="5577205" h="1792604">
                  <a:moveTo>
                    <a:pt x="4433887" y="3454"/>
                  </a:moveTo>
                  <a:lnTo>
                    <a:pt x="4433430" y="2336"/>
                  </a:lnTo>
                  <a:lnTo>
                    <a:pt x="4431563" y="469"/>
                  </a:lnTo>
                  <a:lnTo>
                    <a:pt x="4430446" y="0"/>
                  </a:lnTo>
                  <a:lnTo>
                    <a:pt x="4427817" y="0"/>
                  </a:lnTo>
                  <a:lnTo>
                    <a:pt x="4426686" y="469"/>
                  </a:lnTo>
                  <a:lnTo>
                    <a:pt x="4424832" y="2336"/>
                  </a:lnTo>
                  <a:lnTo>
                    <a:pt x="4424362" y="3454"/>
                  </a:lnTo>
                  <a:lnTo>
                    <a:pt x="4424362" y="6083"/>
                  </a:lnTo>
                  <a:lnTo>
                    <a:pt x="4424832" y="7200"/>
                  </a:lnTo>
                  <a:lnTo>
                    <a:pt x="4426686" y="9067"/>
                  </a:lnTo>
                  <a:lnTo>
                    <a:pt x="4427817" y="9525"/>
                  </a:lnTo>
                  <a:lnTo>
                    <a:pt x="4430446" y="9525"/>
                  </a:lnTo>
                  <a:lnTo>
                    <a:pt x="4431563" y="9067"/>
                  </a:lnTo>
                  <a:lnTo>
                    <a:pt x="4433430" y="7200"/>
                  </a:lnTo>
                  <a:lnTo>
                    <a:pt x="4433887" y="6083"/>
                  </a:lnTo>
                  <a:lnTo>
                    <a:pt x="4433887" y="3454"/>
                  </a:lnTo>
                  <a:close/>
                </a:path>
                <a:path w="5577205" h="1792604">
                  <a:moveTo>
                    <a:pt x="4481512" y="1786534"/>
                  </a:moveTo>
                  <a:lnTo>
                    <a:pt x="4481055" y="1785416"/>
                  </a:lnTo>
                  <a:lnTo>
                    <a:pt x="4479188" y="1783549"/>
                  </a:lnTo>
                  <a:lnTo>
                    <a:pt x="4478071" y="1783080"/>
                  </a:lnTo>
                  <a:lnTo>
                    <a:pt x="4475442" y="1783080"/>
                  </a:lnTo>
                  <a:lnTo>
                    <a:pt x="4474311" y="1783549"/>
                  </a:lnTo>
                  <a:lnTo>
                    <a:pt x="4472457" y="1785416"/>
                  </a:lnTo>
                  <a:lnTo>
                    <a:pt x="4471987" y="1786534"/>
                  </a:lnTo>
                  <a:lnTo>
                    <a:pt x="4471987" y="1789163"/>
                  </a:lnTo>
                  <a:lnTo>
                    <a:pt x="4472457" y="1790280"/>
                  </a:lnTo>
                  <a:lnTo>
                    <a:pt x="4474311" y="1792147"/>
                  </a:lnTo>
                  <a:lnTo>
                    <a:pt x="4475442" y="1792605"/>
                  </a:lnTo>
                  <a:lnTo>
                    <a:pt x="4478071" y="1792605"/>
                  </a:lnTo>
                  <a:lnTo>
                    <a:pt x="4479188" y="1792147"/>
                  </a:lnTo>
                  <a:lnTo>
                    <a:pt x="4481055" y="1790280"/>
                  </a:lnTo>
                  <a:lnTo>
                    <a:pt x="4481512" y="1789163"/>
                  </a:lnTo>
                  <a:lnTo>
                    <a:pt x="4481512" y="1786534"/>
                  </a:lnTo>
                  <a:close/>
                </a:path>
                <a:path w="5577205" h="1792604">
                  <a:moveTo>
                    <a:pt x="4481512" y="894994"/>
                  </a:moveTo>
                  <a:lnTo>
                    <a:pt x="4481055" y="893876"/>
                  </a:lnTo>
                  <a:lnTo>
                    <a:pt x="4479188" y="892009"/>
                  </a:lnTo>
                  <a:lnTo>
                    <a:pt x="4478071" y="891552"/>
                  </a:lnTo>
                  <a:lnTo>
                    <a:pt x="4475442" y="891552"/>
                  </a:lnTo>
                  <a:lnTo>
                    <a:pt x="4474311" y="892009"/>
                  </a:lnTo>
                  <a:lnTo>
                    <a:pt x="4472457" y="893876"/>
                  </a:lnTo>
                  <a:lnTo>
                    <a:pt x="4471987" y="894994"/>
                  </a:lnTo>
                  <a:lnTo>
                    <a:pt x="4471987" y="897623"/>
                  </a:lnTo>
                  <a:lnTo>
                    <a:pt x="4472457" y="898740"/>
                  </a:lnTo>
                  <a:lnTo>
                    <a:pt x="4474311" y="900607"/>
                  </a:lnTo>
                  <a:lnTo>
                    <a:pt x="4475442" y="901077"/>
                  </a:lnTo>
                  <a:lnTo>
                    <a:pt x="4478071" y="901077"/>
                  </a:lnTo>
                  <a:lnTo>
                    <a:pt x="4479188" y="900607"/>
                  </a:lnTo>
                  <a:lnTo>
                    <a:pt x="4481055" y="898740"/>
                  </a:lnTo>
                  <a:lnTo>
                    <a:pt x="4481512" y="897623"/>
                  </a:lnTo>
                  <a:lnTo>
                    <a:pt x="4481512" y="894994"/>
                  </a:lnTo>
                  <a:close/>
                </a:path>
                <a:path w="5577205" h="1792604">
                  <a:moveTo>
                    <a:pt x="4481512" y="3454"/>
                  </a:moveTo>
                  <a:lnTo>
                    <a:pt x="4481055" y="2336"/>
                  </a:lnTo>
                  <a:lnTo>
                    <a:pt x="4479188" y="469"/>
                  </a:lnTo>
                  <a:lnTo>
                    <a:pt x="4478071" y="0"/>
                  </a:lnTo>
                  <a:lnTo>
                    <a:pt x="4475442" y="0"/>
                  </a:lnTo>
                  <a:lnTo>
                    <a:pt x="4474311" y="469"/>
                  </a:lnTo>
                  <a:lnTo>
                    <a:pt x="4472457" y="2336"/>
                  </a:lnTo>
                  <a:lnTo>
                    <a:pt x="4471987" y="3454"/>
                  </a:lnTo>
                  <a:lnTo>
                    <a:pt x="4471987" y="6083"/>
                  </a:lnTo>
                  <a:lnTo>
                    <a:pt x="4472457" y="7200"/>
                  </a:lnTo>
                  <a:lnTo>
                    <a:pt x="4474311" y="9067"/>
                  </a:lnTo>
                  <a:lnTo>
                    <a:pt x="4475442" y="9525"/>
                  </a:lnTo>
                  <a:lnTo>
                    <a:pt x="4478071" y="9525"/>
                  </a:lnTo>
                  <a:lnTo>
                    <a:pt x="4479188" y="9067"/>
                  </a:lnTo>
                  <a:lnTo>
                    <a:pt x="4481055" y="7200"/>
                  </a:lnTo>
                  <a:lnTo>
                    <a:pt x="4481512" y="6083"/>
                  </a:lnTo>
                  <a:lnTo>
                    <a:pt x="4481512" y="3454"/>
                  </a:lnTo>
                  <a:close/>
                </a:path>
                <a:path w="5577205" h="1792604">
                  <a:moveTo>
                    <a:pt x="4529137" y="1786534"/>
                  </a:moveTo>
                  <a:lnTo>
                    <a:pt x="4528680" y="1785416"/>
                  </a:lnTo>
                  <a:lnTo>
                    <a:pt x="4526813" y="1783549"/>
                  </a:lnTo>
                  <a:lnTo>
                    <a:pt x="4525696" y="1783080"/>
                  </a:lnTo>
                  <a:lnTo>
                    <a:pt x="4523067" y="1783080"/>
                  </a:lnTo>
                  <a:lnTo>
                    <a:pt x="4521936" y="1783549"/>
                  </a:lnTo>
                  <a:lnTo>
                    <a:pt x="4520082" y="1785416"/>
                  </a:lnTo>
                  <a:lnTo>
                    <a:pt x="4519612" y="1786534"/>
                  </a:lnTo>
                  <a:lnTo>
                    <a:pt x="4519612" y="1789163"/>
                  </a:lnTo>
                  <a:lnTo>
                    <a:pt x="4520082" y="1790280"/>
                  </a:lnTo>
                  <a:lnTo>
                    <a:pt x="4521936" y="1792147"/>
                  </a:lnTo>
                  <a:lnTo>
                    <a:pt x="4523067" y="1792605"/>
                  </a:lnTo>
                  <a:lnTo>
                    <a:pt x="4525696" y="1792605"/>
                  </a:lnTo>
                  <a:lnTo>
                    <a:pt x="4526813" y="1792147"/>
                  </a:lnTo>
                  <a:lnTo>
                    <a:pt x="4528680" y="1790280"/>
                  </a:lnTo>
                  <a:lnTo>
                    <a:pt x="4529137" y="1789163"/>
                  </a:lnTo>
                  <a:lnTo>
                    <a:pt x="4529137" y="1786534"/>
                  </a:lnTo>
                  <a:close/>
                </a:path>
                <a:path w="5577205" h="1792604">
                  <a:moveTo>
                    <a:pt x="4529137" y="894994"/>
                  </a:moveTo>
                  <a:lnTo>
                    <a:pt x="4528680" y="893876"/>
                  </a:lnTo>
                  <a:lnTo>
                    <a:pt x="4526813" y="892009"/>
                  </a:lnTo>
                  <a:lnTo>
                    <a:pt x="4525696" y="891552"/>
                  </a:lnTo>
                  <a:lnTo>
                    <a:pt x="4523067" y="891552"/>
                  </a:lnTo>
                  <a:lnTo>
                    <a:pt x="4521936" y="892009"/>
                  </a:lnTo>
                  <a:lnTo>
                    <a:pt x="4520082" y="893876"/>
                  </a:lnTo>
                  <a:lnTo>
                    <a:pt x="4519612" y="894994"/>
                  </a:lnTo>
                  <a:lnTo>
                    <a:pt x="4519612" y="897623"/>
                  </a:lnTo>
                  <a:lnTo>
                    <a:pt x="4520082" y="898740"/>
                  </a:lnTo>
                  <a:lnTo>
                    <a:pt x="4521936" y="900607"/>
                  </a:lnTo>
                  <a:lnTo>
                    <a:pt x="4523067" y="901077"/>
                  </a:lnTo>
                  <a:lnTo>
                    <a:pt x="4525696" y="901077"/>
                  </a:lnTo>
                  <a:lnTo>
                    <a:pt x="4526813" y="900607"/>
                  </a:lnTo>
                  <a:lnTo>
                    <a:pt x="4528680" y="898740"/>
                  </a:lnTo>
                  <a:lnTo>
                    <a:pt x="4529137" y="897623"/>
                  </a:lnTo>
                  <a:lnTo>
                    <a:pt x="4529137" y="894994"/>
                  </a:lnTo>
                  <a:close/>
                </a:path>
                <a:path w="5577205" h="1792604">
                  <a:moveTo>
                    <a:pt x="4529137" y="3454"/>
                  </a:moveTo>
                  <a:lnTo>
                    <a:pt x="4528680" y="2336"/>
                  </a:lnTo>
                  <a:lnTo>
                    <a:pt x="4526813" y="469"/>
                  </a:lnTo>
                  <a:lnTo>
                    <a:pt x="4525696" y="0"/>
                  </a:lnTo>
                  <a:lnTo>
                    <a:pt x="4523067" y="0"/>
                  </a:lnTo>
                  <a:lnTo>
                    <a:pt x="4521936" y="469"/>
                  </a:lnTo>
                  <a:lnTo>
                    <a:pt x="4520082" y="2336"/>
                  </a:lnTo>
                  <a:lnTo>
                    <a:pt x="4519612" y="3454"/>
                  </a:lnTo>
                  <a:lnTo>
                    <a:pt x="4519612" y="6083"/>
                  </a:lnTo>
                  <a:lnTo>
                    <a:pt x="4520082" y="7200"/>
                  </a:lnTo>
                  <a:lnTo>
                    <a:pt x="4521936" y="9067"/>
                  </a:lnTo>
                  <a:lnTo>
                    <a:pt x="4523067" y="9525"/>
                  </a:lnTo>
                  <a:lnTo>
                    <a:pt x="4525696" y="9525"/>
                  </a:lnTo>
                  <a:lnTo>
                    <a:pt x="4526813" y="9067"/>
                  </a:lnTo>
                  <a:lnTo>
                    <a:pt x="4528680" y="7200"/>
                  </a:lnTo>
                  <a:lnTo>
                    <a:pt x="4529137" y="6083"/>
                  </a:lnTo>
                  <a:lnTo>
                    <a:pt x="4529137" y="3454"/>
                  </a:lnTo>
                  <a:close/>
                </a:path>
                <a:path w="5577205" h="1792604">
                  <a:moveTo>
                    <a:pt x="4576762" y="1786534"/>
                  </a:moveTo>
                  <a:lnTo>
                    <a:pt x="4576305" y="1785416"/>
                  </a:lnTo>
                  <a:lnTo>
                    <a:pt x="4574438" y="1783549"/>
                  </a:lnTo>
                  <a:lnTo>
                    <a:pt x="4573321" y="1783080"/>
                  </a:lnTo>
                  <a:lnTo>
                    <a:pt x="4570692" y="1783080"/>
                  </a:lnTo>
                  <a:lnTo>
                    <a:pt x="4569561" y="1783549"/>
                  </a:lnTo>
                  <a:lnTo>
                    <a:pt x="4567707" y="1785416"/>
                  </a:lnTo>
                  <a:lnTo>
                    <a:pt x="4567237" y="1786534"/>
                  </a:lnTo>
                  <a:lnTo>
                    <a:pt x="4567237" y="1789163"/>
                  </a:lnTo>
                  <a:lnTo>
                    <a:pt x="4567707" y="1790280"/>
                  </a:lnTo>
                  <a:lnTo>
                    <a:pt x="4569561" y="1792147"/>
                  </a:lnTo>
                  <a:lnTo>
                    <a:pt x="4570692" y="1792605"/>
                  </a:lnTo>
                  <a:lnTo>
                    <a:pt x="4573321" y="1792605"/>
                  </a:lnTo>
                  <a:lnTo>
                    <a:pt x="4574438" y="1792147"/>
                  </a:lnTo>
                  <a:lnTo>
                    <a:pt x="4576305" y="1790280"/>
                  </a:lnTo>
                  <a:lnTo>
                    <a:pt x="4576762" y="1789163"/>
                  </a:lnTo>
                  <a:lnTo>
                    <a:pt x="4576762" y="1786534"/>
                  </a:lnTo>
                  <a:close/>
                </a:path>
                <a:path w="5577205" h="1792604">
                  <a:moveTo>
                    <a:pt x="4576762" y="894994"/>
                  </a:moveTo>
                  <a:lnTo>
                    <a:pt x="4576305" y="893876"/>
                  </a:lnTo>
                  <a:lnTo>
                    <a:pt x="4574438" y="892009"/>
                  </a:lnTo>
                  <a:lnTo>
                    <a:pt x="4573321" y="891552"/>
                  </a:lnTo>
                  <a:lnTo>
                    <a:pt x="4570692" y="891552"/>
                  </a:lnTo>
                  <a:lnTo>
                    <a:pt x="4569561" y="892009"/>
                  </a:lnTo>
                  <a:lnTo>
                    <a:pt x="4567707" y="893876"/>
                  </a:lnTo>
                  <a:lnTo>
                    <a:pt x="4567237" y="894994"/>
                  </a:lnTo>
                  <a:lnTo>
                    <a:pt x="4567237" y="897623"/>
                  </a:lnTo>
                  <a:lnTo>
                    <a:pt x="4567707" y="898740"/>
                  </a:lnTo>
                  <a:lnTo>
                    <a:pt x="4569561" y="900607"/>
                  </a:lnTo>
                  <a:lnTo>
                    <a:pt x="4570692" y="901077"/>
                  </a:lnTo>
                  <a:lnTo>
                    <a:pt x="4573321" y="901077"/>
                  </a:lnTo>
                  <a:lnTo>
                    <a:pt x="4574438" y="900607"/>
                  </a:lnTo>
                  <a:lnTo>
                    <a:pt x="4576305" y="898740"/>
                  </a:lnTo>
                  <a:lnTo>
                    <a:pt x="4576762" y="897623"/>
                  </a:lnTo>
                  <a:lnTo>
                    <a:pt x="4576762" y="894994"/>
                  </a:lnTo>
                  <a:close/>
                </a:path>
                <a:path w="5577205" h="1792604">
                  <a:moveTo>
                    <a:pt x="4576762" y="3454"/>
                  </a:moveTo>
                  <a:lnTo>
                    <a:pt x="4576305" y="2336"/>
                  </a:lnTo>
                  <a:lnTo>
                    <a:pt x="4574438" y="469"/>
                  </a:lnTo>
                  <a:lnTo>
                    <a:pt x="4573321" y="0"/>
                  </a:lnTo>
                  <a:lnTo>
                    <a:pt x="4570692" y="0"/>
                  </a:lnTo>
                  <a:lnTo>
                    <a:pt x="4569561" y="469"/>
                  </a:lnTo>
                  <a:lnTo>
                    <a:pt x="4567707" y="2336"/>
                  </a:lnTo>
                  <a:lnTo>
                    <a:pt x="4567237" y="3454"/>
                  </a:lnTo>
                  <a:lnTo>
                    <a:pt x="4567237" y="6083"/>
                  </a:lnTo>
                  <a:lnTo>
                    <a:pt x="4567707" y="7200"/>
                  </a:lnTo>
                  <a:lnTo>
                    <a:pt x="4569561" y="9067"/>
                  </a:lnTo>
                  <a:lnTo>
                    <a:pt x="4570692" y="9525"/>
                  </a:lnTo>
                  <a:lnTo>
                    <a:pt x="4573321" y="9525"/>
                  </a:lnTo>
                  <a:lnTo>
                    <a:pt x="4574438" y="9067"/>
                  </a:lnTo>
                  <a:lnTo>
                    <a:pt x="4576305" y="7200"/>
                  </a:lnTo>
                  <a:lnTo>
                    <a:pt x="4576762" y="6083"/>
                  </a:lnTo>
                  <a:lnTo>
                    <a:pt x="4576762" y="3454"/>
                  </a:lnTo>
                  <a:close/>
                </a:path>
                <a:path w="5577205" h="1792604">
                  <a:moveTo>
                    <a:pt x="4624387" y="1786534"/>
                  </a:moveTo>
                  <a:lnTo>
                    <a:pt x="4623930" y="1785416"/>
                  </a:lnTo>
                  <a:lnTo>
                    <a:pt x="4622063" y="1783549"/>
                  </a:lnTo>
                  <a:lnTo>
                    <a:pt x="4620946" y="1783080"/>
                  </a:lnTo>
                  <a:lnTo>
                    <a:pt x="4618317" y="1783080"/>
                  </a:lnTo>
                  <a:lnTo>
                    <a:pt x="4617186" y="1783549"/>
                  </a:lnTo>
                  <a:lnTo>
                    <a:pt x="4615332" y="1785416"/>
                  </a:lnTo>
                  <a:lnTo>
                    <a:pt x="4614862" y="1786534"/>
                  </a:lnTo>
                  <a:lnTo>
                    <a:pt x="4614862" y="1789163"/>
                  </a:lnTo>
                  <a:lnTo>
                    <a:pt x="4615332" y="1790280"/>
                  </a:lnTo>
                  <a:lnTo>
                    <a:pt x="4617186" y="1792147"/>
                  </a:lnTo>
                  <a:lnTo>
                    <a:pt x="4618317" y="1792605"/>
                  </a:lnTo>
                  <a:lnTo>
                    <a:pt x="4620946" y="1792605"/>
                  </a:lnTo>
                  <a:lnTo>
                    <a:pt x="4622063" y="1792147"/>
                  </a:lnTo>
                  <a:lnTo>
                    <a:pt x="4623930" y="1790280"/>
                  </a:lnTo>
                  <a:lnTo>
                    <a:pt x="4624387" y="1789163"/>
                  </a:lnTo>
                  <a:lnTo>
                    <a:pt x="4624387" y="1786534"/>
                  </a:lnTo>
                  <a:close/>
                </a:path>
                <a:path w="5577205" h="1792604">
                  <a:moveTo>
                    <a:pt x="4624387" y="894994"/>
                  </a:moveTo>
                  <a:lnTo>
                    <a:pt x="4623930" y="893876"/>
                  </a:lnTo>
                  <a:lnTo>
                    <a:pt x="4622063" y="892009"/>
                  </a:lnTo>
                  <a:lnTo>
                    <a:pt x="4620946" y="891552"/>
                  </a:lnTo>
                  <a:lnTo>
                    <a:pt x="4618317" y="891552"/>
                  </a:lnTo>
                  <a:lnTo>
                    <a:pt x="4617186" y="892009"/>
                  </a:lnTo>
                  <a:lnTo>
                    <a:pt x="4615332" y="893876"/>
                  </a:lnTo>
                  <a:lnTo>
                    <a:pt x="4614862" y="894994"/>
                  </a:lnTo>
                  <a:lnTo>
                    <a:pt x="4614862" y="897623"/>
                  </a:lnTo>
                  <a:lnTo>
                    <a:pt x="4615332" y="898740"/>
                  </a:lnTo>
                  <a:lnTo>
                    <a:pt x="4617186" y="900607"/>
                  </a:lnTo>
                  <a:lnTo>
                    <a:pt x="4618317" y="901077"/>
                  </a:lnTo>
                  <a:lnTo>
                    <a:pt x="4620946" y="901077"/>
                  </a:lnTo>
                  <a:lnTo>
                    <a:pt x="4622063" y="900607"/>
                  </a:lnTo>
                  <a:lnTo>
                    <a:pt x="4623930" y="898740"/>
                  </a:lnTo>
                  <a:lnTo>
                    <a:pt x="4624387" y="897623"/>
                  </a:lnTo>
                  <a:lnTo>
                    <a:pt x="4624387" y="894994"/>
                  </a:lnTo>
                  <a:close/>
                </a:path>
                <a:path w="5577205" h="1792604">
                  <a:moveTo>
                    <a:pt x="4624387" y="3454"/>
                  </a:moveTo>
                  <a:lnTo>
                    <a:pt x="4623930" y="2336"/>
                  </a:lnTo>
                  <a:lnTo>
                    <a:pt x="4622063" y="469"/>
                  </a:lnTo>
                  <a:lnTo>
                    <a:pt x="4620946" y="0"/>
                  </a:lnTo>
                  <a:lnTo>
                    <a:pt x="4618317" y="0"/>
                  </a:lnTo>
                  <a:lnTo>
                    <a:pt x="4617186" y="469"/>
                  </a:lnTo>
                  <a:lnTo>
                    <a:pt x="4615332" y="2336"/>
                  </a:lnTo>
                  <a:lnTo>
                    <a:pt x="4614862" y="3454"/>
                  </a:lnTo>
                  <a:lnTo>
                    <a:pt x="4614862" y="6083"/>
                  </a:lnTo>
                  <a:lnTo>
                    <a:pt x="4615332" y="7200"/>
                  </a:lnTo>
                  <a:lnTo>
                    <a:pt x="4617186" y="9067"/>
                  </a:lnTo>
                  <a:lnTo>
                    <a:pt x="4618317" y="9525"/>
                  </a:lnTo>
                  <a:lnTo>
                    <a:pt x="4620946" y="9525"/>
                  </a:lnTo>
                  <a:lnTo>
                    <a:pt x="4622063" y="9067"/>
                  </a:lnTo>
                  <a:lnTo>
                    <a:pt x="4623930" y="7200"/>
                  </a:lnTo>
                  <a:lnTo>
                    <a:pt x="4624387" y="6083"/>
                  </a:lnTo>
                  <a:lnTo>
                    <a:pt x="4624387" y="3454"/>
                  </a:lnTo>
                  <a:close/>
                </a:path>
                <a:path w="5577205" h="1792604">
                  <a:moveTo>
                    <a:pt x="4672012" y="1786534"/>
                  </a:moveTo>
                  <a:lnTo>
                    <a:pt x="4671555" y="1785416"/>
                  </a:lnTo>
                  <a:lnTo>
                    <a:pt x="4669688" y="1783549"/>
                  </a:lnTo>
                  <a:lnTo>
                    <a:pt x="4668571" y="1783080"/>
                  </a:lnTo>
                  <a:lnTo>
                    <a:pt x="4665942" y="1783080"/>
                  </a:lnTo>
                  <a:lnTo>
                    <a:pt x="4664811" y="1783549"/>
                  </a:lnTo>
                  <a:lnTo>
                    <a:pt x="4662957" y="1785416"/>
                  </a:lnTo>
                  <a:lnTo>
                    <a:pt x="4662487" y="1786534"/>
                  </a:lnTo>
                  <a:lnTo>
                    <a:pt x="4662487" y="1789163"/>
                  </a:lnTo>
                  <a:lnTo>
                    <a:pt x="4662957" y="1790280"/>
                  </a:lnTo>
                  <a:lnTo>
                    <a:pt x="4664811" y="1792147"/>
                  </a:lnTo>
                  <a:lnTo>
                    <a:pt x="4665942" y="1792605"/>
                  </a:lnTo>
                  <a:lnTo>
                    <a:pt x="4668571" y="1792605"/>
                  </a:lnTo>
                  <a:lnTo>
                    <a:pt x="4669688" y="1792147"/>
                  </a:lnTo>
                  <a:lnTo>
                    <a:pt x="4671555" y="1790280"/>
                  </a:lnTo>
                  <a:lnTo>
                    <a:pt x="4672012" y="1789163"/>
                  </a:lnTo>
                  <a:lnTo>
                    <a:pt x="4672012" y="1786534"/>
                  </a:lnTo>
                  <a:close/>
                </a:path>
                <a:path w="5577205" h="1792604">
                  <a:moveTo>
                    <a:pt x="4672012" y="894994"/>
                  </a:moveTo>
                  <a:lnTo>
                    <a:pt x="4671555" y="893876"/>
                  </a:lnTo>
                  <a:lnTo>
                    <a:pt x="4669688" y="892009"/>
                  </a:lnTo>
                  <a:lnTo>
                    <a:pt x="4668571" y="891552"/>
                  </a:lnTo>
                  <a:lnTo>
                    <a:pt x="4665942" y="891552"/>
                  </a:lnTo>
                  <a:lnTo>
                    <a:pt x="4664811" y="892009"/>
                  </a:lnTo>
                  <a:lnTo>
                    <a:pt x="4662957" y="893876"/>
                  </a:lnTo>
                  <a:lnTo>
                    <a:pt x="4662487" y="894994"/>
                  </a:lnTo>
                  <a:lnTo>
                    <a:pt x="4662487" y="897623"/>
                  </a:lnTo>
                  <a:lnTo>
                    <a:pt x="4662957" y="898740"/>
                  </a:lnTo>
                  <a:lnTo>
                    <a:pt x="4664811" y="900607"/>
                  </a:lnTo>
                  <a:lnTo>
                    <a:pt x="4665942" y="901077"/>
                  </a:lnTo>
                  <a:lnTo>
                    <a:pt x="4668571" y="901077"/>
                  </a:lnTo>
                  <a:lnTo>
                    <a:pt x="4669688" y="900607"/>
                  </a:lnTo>
                  <a:lnTo>
                    <a:pt x="4671555" y="898740"/>
                  </a:lnTo>
                  <a:lnTo>
                    <a:pt x="4672012" y="897623"/>
                  </a:lnTo>
                  <a:lnTo>
                    <a:pt x="4672012" y="894994"/>
                  </a:lnTo>
                  <a:close/>
                </a:path>
                <a:path w="5577205" h="1792604">
                  <a:moveTo>
                    <a:pt x="4672012" y="3454"/>
                  </a:moveTo>
                  <a:lnTo>
                    <a:pt x="4671555" y="2336"/>
                  </a:lnTo>
                  <a:lnTo>
                    <a:pt x="4669688" y="469"/>
                  </a:lnTo>
                  <a:lnTo>
                    <a:pt x="4668571" y="0"/>
                  </a:lnTo>
                  <a:lnTo>
                    <a:pt x="4665942" y="0"/>
                  </a:lnTo>
                  <a:lnTo>
                    <a:pt x="4664811" y="469"/>
                  </a:lnTo>
                  <a:lnTo>
                    <a:pt x="4662957" y="2336"/>
                  </a:lnTo>
                  <a:lnTo>
                    <a:pt x="4662487" y="3454"/>
                  </a:lnTo>
                  <a:lnTo>
                    <a:pt x="4662487" y="6083"/>
                  </a:lnTo>
                  <a:lnTo>
                    <a:pt x="4662957" y="7200"/>
                  </a:lnTo>
                  <a:lnTo>
                    <a:pt x="4664811" y="9067"/>
                  </a:lnTo>
                  <a:lnTo>
                    <a:pt x="4665942" y="9525"/>
                  </a:lnTo>
                  <a:lnTo>
                    <a:pt x="4668571" y="9525"/>
                  </a:lnTo>
                  <a:lnTo>
                    <a:pt x="4669688" y="9067"/>
                  </a:lnTo>
                  <a:lnTo>
                    <a:pt x="4671555" y="7200"/>
                  </a:lnTo>
                  <a:lnTo>
                    <a:pt x="4672012" y="6083"/>
                  </a:lnTo>
                  <a:lnTo>
                    <a:pt x="4672012" y="3454"/>
                  </a:lnTo>
                  <a:close/>
                </a:path>
                <a:path w="5577205" h="1792604">
                  <a:moveTo>
                    <a:pt x="4719637" y="1786534"/>
                  </a:moveTo>
                  <a:lnTo>
                    <a:pt x="4719180" y="1785416"/>
                  </a:lnTo>
                  <a:lnTo>
                    <a:pt x="4717313" y="1783549"/>
                  </a:lnTo>
                  <a:lnTo>
                    <a:pt x="4716196" y="1783080"/>
                  </a:lnTo>
                  <a:lnTo>
                    <a:pt x="4713567" y="1783080"/>
                  </a:lnTo>
                  <a:lnTo>
                    <a:pt x="4712436" y="1783549"/>
                  </a:lnTo>
                  <a:lnTo>
                    <a:pt x="4710582" y="1785416"/>
                  </a:lnTo>
                  <a:lnTo>
                    <a:pt x="4710112" y="1786534"/>
                  </a:lnTo>
                  <a:lnTo>
                    <a:pt x="4710112" y="1789163"/>
                  </a:lnTo>
                  <a:lnTo>
                    <a:pt x="4710582" y="1790280"/>
                  </a:lnTo>
                  <a:lnTo>
                    <a:pt x="4712436" y="1792147"/>
                  </a:lnTo>
                  <a:lnTo>
                    <a:pt x="4713567" y="1792605"/>
                  </a:lnTo>
                  <a:lnTo>
                    <a:pt x="4716196" y="1792605"/>
                  </a:lnTo>
                  <a:lnTo>
                    <a:pt x="4717313" y="1792147"/>
                  </a:lnTo>
                  <a:lnTo>
                    <a:pt x="4719180" y="1790280"/>
                  </a:lnTo>
                  <a:lnTo>
                    <a:pt x="4719637" y="1789163"/>
                  </a:lnTo>
                  <a:lnTo>
                    <a:pt x="4719637" y="1786534"/>
                  </a:lnTo>
                  <a:close/>
                </a:path>
                <a:path w="5577205" h="1792604">
                  <a:moveTo>
                    <a:pt x="4719637" y="894994"/>
                  </a:moveTo>
                  <a:lnTo>
                    <a:pt x="4719180" y="893876"/>
                  </a:lnTo>
                  <a:lnTo>
                    <a:pt x="4717313" y="892009"/>
                  </a:lnTo>
                  <a:lnTo>
                    <a:pt x="4716196" y="891552"/>
                  </a:lnTo>
                  <a:lnTo>
                    <a:pt x="4713567" y="891552"/>
                  </a:lnTo>
                  <a:lnTo>
                    <a:pt x="4712436" y="892009"/>
                  </a:lnTo>
                  <a:lnTo>
                    <a:pt x="4710582" y="893876"/>
                  </a:lnTo>
                  <a:lnTo>
                    <a:pt x="4710112" y="894994"/>
                  </a:lnTo>
                  <a:lnTo>
                    <a:pt x="4710112" y="897623"/>
                  </a:lnTo>
                  <a:lnTo>
                    <a:pt x="4710582" y="898740"/>
                  </a:lnTo>
                  <a:lnTo>
                    <a:pt x="4712436" y="900607"/>
                  </a:lnTo>
                  <a:lnTo>
                    <a:pt x="4713567" y="901077"/>
                  </a:lnTo>
                  <a:lnTo>
                    <a:pt x="4716196" y="901077"/>
                  </a:lnTo>
                  <a:lnTo>
                    <a:pt x="4717313" y="900607"/>
                  </a:lnTo>
                  <a:lnTo>
                    <a:pt x="4719180" y="898740"/>
                  </a:lnTo>
                  <a:lnTo>
                    <a:pt x="4719637" y="897623"/>
                  </a:lnTo>
                  <a:lnTo>
                    <a:pt x="4719637" y="894994"/>
                  </a:lnTo>
                  <a:close/>
                </a:path>
                <a:path w="5577205" h="1792604">
                  <a:moveTo>
                    <a:pt x="4719637" y="3454"/>
                  </a:moveTo>
                  <a:lnTo>
                    <a:pt x="4719180" y="2336"/>
                  </a:lnTo>
                  <a:lnTo>
                    <a:pt x="4717313" y="469"/>
                  </a:lnTo>
                  <a:lnTo>
                    <a:pt x="4716196" y="0"/>
                  </a:lnTo>
                  <a:lnTo>
                    <a:pt x="4713567" y="0"/>
                  </a:lnTo>
                  <a:lnTo>
                    <a:pt x="4712436" y="469"/>
                  </a:lnTo>
                  <a:lnTo>
                    <a:pt x="4710582" y="2336"/>
                  </a:lnTo>
                  <a:lnTo>
                    <a:pt x="4710112" y="3454"/>
                  </a:lnTo>
                  <a:lnTo>
                    <a:pt x="4710112" y="6083"/>
                  </a:lnTo>
                  <a:lnTo>
                    <a:pt x="4710582" y="7200"/>
                  </a:lnTo>
                  <a:lnTo>
                    <a:pt x="4712436" y="9067"/>
                  </a:lnTo>
                  <a:lnTo>
                    <a:pt x="4713567" y="9525"/>
                  </a:lnTo>
                  <a:lnTo>
                    <a:pt x="4716196" y="9525"/>
                  </a:lnTo>
                  <a:lnTo>
                    <a:pt x="4717313" y="9067"/>
                  </a:lnTo>
                  <a:lnTo>
                    <a:pt x="4719180" y="7200"/>
                  </a:lnTo>
                  <a:lnTo>
                    <a:pt x="4719637" y="6083"/>
                  </a:lnTo>
                  <a:lnTo>
                    <a:pt x="4719637" y="3454"/>
                  </a:lnTo>
                  <a:close/>
                </a:path>
                <a:path w="5577205" h="1792604">
                  <a:moveTo>
                    <a:pt x="4767262" y="1786534"/>
                  </a:moveTo>
                  <a:lnTo>
                    <a:pt x="4766805" y="1785416"/>
                  </a:lnTo>
                  <a:lnTo>
                    <a:pt x="4764938" y="1783549"/>
                  </a:lnTo>
                  <a:lnTo>
                    <a:pt x="4763821" y="1783080"/>
                  </a:lnTo>
                  <a:lnTo>
                    <a:pt x="4761192" y="1783080"/>
                  </a:lnTo>
                  <a:lnTo>
                    <a:pt x="4760061" y="1783549"/>
                  </a:lnTo>
                  <a:lnTo>
                    <a:pt x="4758207" y="1785416"/>
                  </a:lnTo>
                  <a:lnTo>
                    <a:pt x="4757737" y="1786534"/>
                  </a:lnTo>
                  <a:lnTo>
                    <a:pt x="4757737" y="1789163"/>
                  </a:lnTo>
                  <a:lnTo>
                    <a:pt x="4758207" y="1790280"/>
                  </a:lnTo>
                  <a:lnTo>
                    <a:pt x="4760061" y="1792147"/>
                  </a:lnTo>
                  <a:lnTo>
                    <a:pt x="4761192" y="1792605"/>
                  </a:lnTo>
                  <a:lnTo>
                    <a:pt x="4763821" y="1792605"/>
                  </a:lnTo>
                  <a:lnTo>
                    <a:pt x="4764938" y="1792147"/>
                  </a:lnTo>
                  <a:lnTo>
                    <a:pt x="4766805" y="1790280"/>
                  </a:lnTo>
                  <a:lnTo>
                    <a:pt x="4767262" y="1789163"/>
                  </a:lnTo>
                  <a:lnTo>
                    <a:pt x="4767262" y="1786534"/>
                  </a:lnTo>
                  <a:close/>
                </a:path>
                <a:path w="5577205" h="1792604">
                  <a:moveTo>
                    <a:pt x="4767262" y="894994"/>
                  </a:moveTo>
                  <a:lnTo>
                    <a:pt x="4766805" y="893876"/>
                  </a:lnTo>
                  <a:lnTo>
                    <a:pt x="4764938" y="892009"/>
                  </a:lnTo>
                  <a:lnTo>
                    <a:pt x="4763821" y="891552"/>
                  </a:lnTo>
                  <a:lnTo>
                    <a:pt x="4761192" y="891552"/>
                  </a:lnTo>
                  <a:lnTo>
                    <a:pt x="4760061" y="892009"/>
                  </a:lnTo>
                  <a:lnTo>
                    <a:pt x="4758207" y="893876"/>
                  </a:lnTo>
                  <a:lnTo>
                    <a:pt x="4757737" y="894994"/>
                  </a:lnTo>
                  <a:lnTo>
                    <a:pt x="4757737" y="897623"/>
                  </a:lnTo>
                  <a:lnTo>
                    <a:pt x="4758207" y="898740"/>
                  </a:lnTo>
                  <a:lnTo>
                    <a:pt x="4760061" y="900607"/>
                  </a:lnTo>
                  <a:lnTo>
                    <a:pt x="4761192" y="901077"/>
                  </a:lnTo>
                  <a:lnTo>
                    <a:pt x="4763821" y="901077"/>
                  </a:lnTo>
                  <a:lnTo>
                    <a:pt x="4764938" y="900607"/>
                  </a:lnTo>
                  <a:lnTo>
                    <a:pt x="4766805" y="898740"/>
                  </a:lnTo>
                  <a:lnTo>
                    <a:pt x="4767262" y="897623"/>
                  </a:lnTo>
                  <a:lnTo>
                    <a:pt x="4767262" y="894994"/>
                  </a:lnTo>
                  <a:close/>
                </a:path>
                <a:path w="5577205" h="1792604">
                  <a:moveTo>
                    <a:pt x="4767262" y="3454"/>
                  </a:moveTo>
                  <a:lnTo>
                    <a:pt x="4766805" y="2336"/>
                  </a:lnTo>
                  <a:lnTo>
                    <a:pt x="4764938" y="469"/>
                  </a:lnTo>
                  <a:lnTo>
                    <a:pt x="4763821" y="0"/>
                  </a:lnTo>
                  <a:lnTo>
                    <a:pt x="4761192" y="0"/>
                  </a:lnTo>
                  <a:lnTo>
                    <a:pt x="4760061" y="469"/>
                  </a:lnTo>
                  <a:lnTo>
                    <a:pt x="4758207" y="2336"/>
                  </a:lnTo>
                  <a:lnTo>
                    <a:pt x="4757737" y="3454"/>
                  </a:lnTo>
                  <a:lnTo>
                    <a:pt x="4757737" y="6083"/>
                  </a:lnTo>
                  <a:lnTo>
                    <a:pt x="4758207" y="7200"/>
                  </a:lnTo>
                  <a:lnTo>
                    <a:pt x="4760061" y="9067"/>
                  </a:lnTo>
                  <a:lnTo>
                    <a:pt x="4761192" y="9525"/>
                  </a:lnTo>
                  <a:lnTo>
                    <a:pt x="4763821" y="9525"/>
                  </a:lnTo>
                  <a:lnTo>
                    <a:pt x="4764938" y="9067"/>
                  </a:lnTo>
                  <a:lnTo>
                    <a:pt x="4766805" y="7200"/>
                  </a:lnTo>
                  <a:lnTo>
                    <a:pt x="4767262" y="6083"/>
                  </a:lnTo>
                  <a:lnTo>
                    <a:pt x="4767262" y="3454"/>
                  </a:lnTo>
                  <a:close/>
                </a:path>
                <a:path w="5577205" h="1792604">
                  <a:moveTo>
                    <a:pt x="4814887" y="1786534"/>
                  </a:moveTo>
                  <a:lnTo>
                    <a:pt x="4814430" y="1785416"/>
                  </a:lnTo>
                  <a:lnTo>
                    <a:pt x="4812563" y="1783549"/>
                  </a:lnTo>
                  <a:lnTo>
                    <a:pt x="4811446" y="1783080"/>
                  </a:lnTo>
                  <a:lnTo>
                    <a:pt x="4808817" y="1783080"/>
                  </a:lnTo>
                  <a:lnTo>
                    <a:pt x="4807686" y="1783549"/>
                  </a:lnTo>
                  <a:lnTo>
                    <a:pt x="4805832" y="1785416"/>
                  </a:lnTo>
                  <a:lnTo>
                    <a:pt x="4805362" y="1786534"/>
                  </a:lnTo>
                  <a:lnTo>
                    <a:pt x="4805362" y="1789163"/>
                  </a:lnTo>
                  <a:lnTo>
                    <a:pt x="4805832" y="1790280"/>
                  </a:lnTo>
                  <a:lnTo>
                    <a:pt x="4807686" y="1792147"/>
                  </a:lnTo>
                  <a:lnTo>
                    <a:pt x="4808817" y="1792605"/>
                  </a:lnTo>
                  <a:lnTo>
                    <a:pt x="4811446" y="1792605"/>
                  </a:lnTo>
                  <a:lnTo>
                    <a:pt x="4812563" y="1792147"/>
                  </a:lnTo>
                  <a:lnTo>
                    <a:pt x="4814430" y="1790280"/>
                  </a:lnTo>
                  <a:lnTo>
                    <a:pt x="4814887" y="1789163"/>
                  </a:lnTo>
                  <a:lnTo>
                    <a:pt x="4814887" y="1786534"/>
                  </a:lnTo>
                  <a:close/>
                </a:path>
                <a:path w="5577205" h="1792604">
                  <a:moveTo>
                    <a:pt x="4814887" y="894994"/>
                  </a:moveTo>
                  <a:lnTo>
                    <a:pt x="4814430" y="893876"/>
                  </a:lnTo>
                  <a:lnTo>
                    <a:pt x="4812563" y="892009"/>
                  </a:lnTo>
                  <a:lnTo>
                    <a:pt x="4811446" y="891552"/>
                  </a:lnTo>
                  <a:lnTo>
                    <a:pt x="4808817" y="891552"/>
                  </a:lnTo>
                  <a:lnTo>
                    <a:pt x="4807686" y="892009"/>
                  </a:lnTo>
                  <a:lnTo>
                    <a:pt x="4805832" y="893876"/>
                  </a:lnTo>
                  <a:lnTo>
                    <a:pt x="4805362" y="894994"/>
                  </a:lnTo>
                  <a:lnTo>
                    <a:pt x="4805362" y="897623"/>
                  </a:lnTo>
                  <a:lnTo>
                    <a:pt x="4805832" y="898740"/>
                  </a:lnTo>
                  <a:lnTo>
                    <a:pt x="4807686" y="900607"/>
                  </a:lnTo>
                  <a:lnTo>
                    <a:pt x="4808817" y="901077"/>
                  </a:lnTo>
                  <a:lnTo>
                    <a:pt x="4811446" y="901077"/>
                  </a:lnTo>
                  <a:lnTo>
                    <a:pt x="4812563" y="900607"/>
                  </a:lnTo>
                  <a:lnTo>
                    <a:pt x="4814430" y="898740"/>
                  </a:lnTo>
                  <a:lnTo>
                    <a:pt x="4814887" y="897623"/>
                  </a:lnTo>
                  <a:lnTo>
                    <a:pt x="4814887" y="894994"/>
                  </a:lnTo>
                  <a:close/>
                </a:path>
                <a:path w="5577205" h="1792604">
                  <a:moveTo>
                    <a:pt x="4814887" y="3454"/>
                  </a:moveTo>
                  <a:lnTo>
                    <a:pt x="4814430" y="2336"/>
                  </a:lnTo>
                  <a:lnTo>
                    <a:pt x="4812563" y="469"/>
                  </a:lnTo>
                  <a:lnTo>
                    <a:pt x="4811446" y="0"/>
                  </a:lnTo>
                  <a:lnTo>
                    <a:pt x="4808817" y="0"/>
                  </a:lnTo>
                  <a:lnTo>
                    <a:pt x="4807686" y="469"/>
                  </a:lnTo>
                  <a:lnTo>
                    <a:pt x="4805832" y="2336"/>
                  </a:lnTo>
                  <a:lnTo>
                    <a:pt x="4805362" y="3454"/>
                  </a:lnTo>
                  <a:lnTo>
                    <a:pt x="4805362" y="6083"/>
                  </a:lnTo>
                  <a:lnTo>
                    <a:pt x="4805832" y="7200"/>
                  </a:lnTo>
                  <a:lnTo>
                    <a:pt x="4807686" y="9067"/>
                  </a:lnTo>
                  <a:lnTo>
                    <a:pt x="4808817" y="9525"/>
                  </a:lnTo>
                  <a:lnTo>
                    <a:pt x="4811446" y="9525"/>
                  </a:lnTo>
                  <a:lnTo>
                    <a:pt x="4812563" y="9067"/>
                  </a:lnTo>
                  <a:lnTo>
                    <a:pt x="4814430" y="7200"/>
                  </a:lnTo>
                  <a:lnTo>
                    <a:pt x="4814887" y="6083"/>
                  </a:lnTo>
                  <a:lnTo>
                    <a:pt x="4814887" y="3454"/>
                  </a:lnTo>
                  <a:close/>
                </a:path>
                <a:path w="5577205" h="1792604">
                  <a:moveTo>
                    <a:pt x="4862512" y="1786534"/>
                  </a:moveTo>
                  <a:lnTo>
                    <a:pt x="4862055" y="1785416"/>
                  </a:lnTo>
                  <a:lnTo>
                    <a:pt x="4860188" y="1783549"/>
                  </a:lnTo>
                  <a:lnTo>
                    <a:pt x="4859071" y="1783080"/>
                  </a:lnTo>
                  <a:lnTo>
                    <a:pt x="4856442" y="1783080"/>
                  </a:lnTo>
                  <a:lnTo>
                    <a:pt x="4855311" y="1783549"/>
                  </a:lnTo>
                  <a:lnTo>
                    <a:pt x="4853457" y="1785416"/>
                  </a:lnTo>
                  <a:lnTo>
                    <a:pt x="4852987" y="1786534"/>
                  </a:lnTo>
                  <a:lnTo>
                    <a:pt x="4852987" y="1789163"/>
                  </a:lnTo>
                  <a:lnTo>
                    <a:pt x="4853457" y="1790280"/>
                  </a:lnTo>
                  <a:lnTo>
                    <a:pt x="4855311" y="1792147"/>
                  </a:lnTo>
                  <a:lnTo>
                    <a:pt x="4856442" y="1792605"/>
                  </a:lnTo>
                  <a:lnTo>
                    <a:pt x="4859071" y="1792605"/>
                  </a:lnTo>
                  <a:lnTo>
                    <a:pt x="4860188" y="1792147"/>
                  </a:lnTo>
                  <a:lnTo>
                    <a:pt x="4862055" y="1790280"/>
                  </a:lnTo>
                  <a:lnTo>
                    <a:pt x="4862512" y="1789163"/>
                  </a:lnTo>
                  <a:lnTo>
                    <a:pt x="4862512" y="1786534"/>
                  </a:lnTo>
                  <a:close/>
                </a:path>
                <a:path w="5577205" h="1792604">
                  <a:moveTo>
                    <a:pt x="4862512" y="894994"/>
                  </a:moveTo>
                  <a:lnTo>
                    <a:pt x="4862055" y="893876"/>
                  </a:lnTo>
                  <a:lnTo>
                    <a:pt x="4860188" y="892009"/>
                  </a:lnTo>
                  <a:lnTo>
                    <a:pt x="4859071" y="891552"/>
                  </a:lnTo>
                  <a:lnTo>
                    <a:pt x="4856442" y="891552"/>
                  </a:lnTo>
                  <a:lnTo>
                    <a:pt x="4855311" y="892009"/>
                  </a:lnTo>
                  <a:lnTo>
                    <a:pt x="4853457" y="893876"/>
                  </a:lnTo>
                  <a:lnTo>
                    <a:pt x="4852987" y="894994"/>
                  </a:lnTo>
                  <a:lnTo>
                    <a:pt x="4852987" y="897623"/>
                  </a:lnTo>
                  <a:lnTo>
                    <a:pt x="4853457" y="898740"/>
                  </a:lnTo>
                  <a:lnTo>
                    <a:pt x="4855311" y="900607"/>
                  </a:lnTo>
                  <a:lnTo>
                    <a:pt x="4856442" y="901077"/>
                  </a:lnTo>
                  <a:lnTo>
                    <a:pt x="4859071" y="901077"/>
                  </a:lnTo>
                  <a:lnTo>
                    <a:pt x="4860188" y="900607"/>
                  </a:lnTo>
                  <a:lnTo>
                    <a:pt x="4862055" y="898740"/>
                  </a:lnTo>
                  <a:lnTo>
                    <a:pt x="4862512" y="897623"/>
                  </a:lnTo>
                  <a:lnTo>
                    <a:pt x="4862512" y="894994"/>
                  </a:lnTo>
                  <a:close/>
                </a:path>
                <a:path w="5577205" h="1792604">
                  <a:moveTo>
                    <a:pt x="4862512" y="3454"/>
                  </a:moveTo>
                  <a:lnTo>
                    <a:pt x="4862055" y="2336"/>
                  </a:lnTo>
                  <a:lnTo>
                    <a:pt x="4860188" y="469"/>
                  </a:lnTo>
                  <a:lnTo>
                    <a:pt x="4859071" y="0"/>
                  </a:lnTo>
                  <a:lnTo>
                    <a:pt x="4856442" y="0"/>
                  </a:lnTo>
                  <a:lnTo>
                    <a:pt x="4855311" y="469"/>
                  </a:lnTo>
                  <a:lnTo>
                    <a:pt x="4853457" y="2336"/>
                  </a:lnTo>
                  <a:lnTo>
                    <a:pt x="4852987" y="3454"/>
                  </a:lnTo>
                  <a:lnTo>
                    <a:pt x="4852987" y="6083"/>
                  </a:lnTo>
                  <a:lnTo>
                    <a:pt x="4853457" y="7200"/>
                  </a:lnTo>
                  <a:lnTo>
                    <a:pt x="4855311" y="9067"/>
                  </a:lnTo>
                  <a:lnTo>
                    <a:pt x="4856442" y="9525"/>
                  </a:lnTo>
                  <a:lnTo>
                    <a:pt x="4859071" y="9525"/>
                  </a:lnTo>
                  <a:lnTo>
                    <a:pt x="4860188" y="9067"/>
                  </a:lnTo>
                  <a:lnTo>
                    <a:pt x="4862055" y="7200"/>
                  </a:lnTo>
                  <a:lnTo>
                    <a:pt x="4862512" y="6083"/>
                  </a:lnTo>
                  <a:lnTo>
                    <a:pt x="4862512" y="3454"/>
                  </a:lnTo>
                  <a:close/>
                </a:path>
                <a:path w="5577205" h="1792604">
                  <a:moveTo>
                    <a:pt x="4910137" y="1786534"/>
                  </a:moveTo>
                  <a:lnTo>
                    <a:pt x="4909680" y="1785416"/>
                  </a:lnTo>
                  <a:lnTo>
                    <a:pt x="4907813" y="1783549"/>
                  </a:lnTo>
                  <a:lnTo>
                    <a:pt x="4906696" y="1783080"/>
                  </a:lnTo>
                  <a:lnTo>
                    <a:pt x="4904067" y="1783080"/>
                  </a:lnTo>
                  <a:lnTo>
                    <a:pt x="4902936" y="1783549"/>
                  </a:lnTo>
                  <a:lnTo>
                    <a:pt x="4901082" y="1785416"/>
                  </a:lnTo>
                  <a:lnTo>
                    <a:pt x="4900612" y="1786534"/>
                  </a:lnTo>
                  <a:lnTo>
                    <a:pt x="4900612" y="1789163"/>
                  </a:lnTo>
                  <a:lnTo>
                    <a:pt x="4901082" y="1790280"/>
                  </a:lnTo>
                  <a:lnTo>
                    <a:pt x="4902936" y="1792147"/>
                  </a:lnTo>
                  <a:lnTo>
                    <a:pt x="4904067" y="1792605"/>
                  </a:lnTo>
                  <a:lnTo>
                    <a:pt x="4906696" y="1792605"/>
                  </a:lnTo>
                  <a:lnTo>
                    <a:pt x="4907813" y="1792147"/>
                  </a:lnTo>
                  <a:lnTo>
                    <a:pt x="4909680" y="1790280"/>
                  </a:lnTo>
                  <a:lnTo>
                    <a:pt x="4910137" y="1789163"/>
                  </a:lnTo>
                  <a:lnTo>
                    <a:pt x="4910137" y="1786534"/>
                  </a:lnTo>
                  <a:close/>
                </a:path>
                <a:path w="5577205" h="1792604">
                  <a:moveTo>
                    <a:pt x="4910137" y="894994"/>
                  </a:moveTo>
                  <a:lnTo>
                    <a:pt x="4909680" y="893876"/>
                  </a:lnTo>
                  <a:lnTo>
                    <a:pt x="4907813" y="892009"/>
                  </a:lnTo>
                  <a:lnTo>
                    <a:pt x="4906696" y="891552"/>
                  </a:lnTo>
                  <a:lnTo>
                    <a:pt x="4904067" y="891552"/>
                  </a:lnTo>
                  <a:lnTo>
                    <a:pt x="4902936" y="892009"/>
                  </a:lnTo>
                  <a:lnTo>
                    <a:pt x="4901082" y="893876"/>
                  </a:lnTo>
                  <a:lnTo>
                    <a:pt x="4900612" y="894994"/>
                  </a:lnTo>
                  <a:lnTo>
                    <a:pt x="4900612" y="897623"/>
                  </a:lnTo>
                  <a:lnTo>
                    <a:pt x="4901082" y="898740"/>
                  </a:lnTo>
                  <a:lnTo>
                    <a:pt x="4902936" y="900607"/>
                  </a:lnTo>
                  <a:lnTo>
                    <a:pt x="4904067" y="901077"/>
                  </a:lnTo>
                  <a:lnTo>
                    <a:pt x="4906696" y="901077"/>
                  </a:lnTo>
                  <a:lnTo>
                    <a:pt x="4907813" y="900607"/>
                  </a:lnTo>
                  <a:lnTo>
                    <a:pt x="4909680" y="898740"/>
                  </a:lnTo>
                  <a:lnTo>
                    <a:pt x="4910137" y="897623"/>
                  </a:lnTo>
                  <a:lnTo>
                    <a:pt x="4910137" y="894994"/>
                  </a:lnTo>
                  <a:close/>
                </a:path>
                <a:path w="5577205" h="1792604">
                  <a:moveTo>
                    <a:pt x="4910137" y="3454"/>
                  </a:moveTo>
                  <a:lnTo>
                    <a:pt x="4909680" y="2336"/>
                  </a:lnTo>
                  <a:lnTo>
                    <a:pt x="4907813" y="469"/>
                  </a:lnTo>
                  <a:lnTo>
                    <a:pt x="4906696" y="0"/>
                  </a:lnTo>
                  <a:lnTo>
                    <a:pt x="4904067" y="0"/>
                  </a:lnTo>
                  <a:lnTo>
                    <a:pt x="4902936" y="469"/>
                  </a:lnTo>
                  <a:lnTo>
                    <a:pt x="4901082" y="2336"/>
                  </a:lnTo>
                  <a:lnTo>
                    <a:pt x="4900612" y="3454"/>
                  </a:lnTo>
                  <a:lnTo>
                    <a:pt x="4900612" y="6083"/>
                  </a:lnTo>
                  <a:lnTo>
                    <a:pt x="4901082" y="7200"/>
                  </a:lnTo>
                  <a:lnTo>
                    <a:pt x="4902936" y="9067"/>
                  </a:lnTo>
                  <a:lnTo>
                    <a:pt x="4904067" y="9525"/>
                  </a:lnTo>
                  <a:lnTo>
                    <a:pt x="4906696" y="9525"/>
                  </a:lnTo>
                  <a:lnTo>
                    <a:pt x="4907813" y="9067"/>
                  </a:lnTo>
                  <a:lnTo>
                    <a:pt x="4909680" y="7200"/>
                  </a:lnTo>
                  <a:lnTo>
                    <a:pt x="4910137" y="6083"/>
                  </a:lnTo>
                  <a:lnTo>
                    <a:pt x="4910137" y="3454"/>
                  </a:lnTo>
                  <a:close/>
                </a:path>
                <a:path w="5577205" h="1792604">
                  <a:moveTo>
                    <a:pt x="4957762" y="1786534"/>
                  </a:moveTo>
                  <a:lnTo>
                    <a:pt x="4957305" y="1785416"/>
                  </a:lnTo>
                  <a:lnTo>
                    <a:pt x="4955438" y="1783549"/>
                  </a:lnTo>
                  <a:lnTo>
                    <a:pt x="4954321" y="1783080"/>
                  </a:lnTo>
                  <a:lnTo>
                    <a:pt x="4951692" y="1783080"/>
                  </a:lnTo>
                  <a:lnTo>
                    <a:pt x="4950561" y="1783549"/>
                  </a:lnTo>
                  <a:lnTo>
                    <a:pt x="4948707" y="1785416"/>
                  </a:lnTo>
                  <a:lnTo>
                    <a:pt x="4948237" y="1786534"/>
                  </a:lnTo>
                  <a:lnTo>
                    <a:pt x="4948237" y="1789163"/>
                  </a:lnTo>
                  <a:lnTo>
                    <a:pt x="4948707" y="1790280"/>
                  </a:lnTo>
                  <a:lnTo>
                    <a:pt x="4950561" y="1792147"/>
                  </a:lnTo>
                  <a:lnTo>
                    <a:pt x="4951692" y="1792605"/>
                  </a:lnTo>
                  <a:lnTo>
                    <a:pt x="4954321" y="1792605"/>
                  </a:lnTo>
                  <a:lnTo>
                    <a:pt x="4955438" y="1792147"/>
                  </a:lnTo>
                  <a:lnTo>
                    <a:pt x="4957305" y="1790280"/>
                  </a:lnTo>
                  <a:lnTo>
                    <a:pt x="4957762" y="1789163"/>
                  </a:lnTo>
                  <a:lnTo>
                    <a:pt x="4957762" y="1786534"/>
                  </a:lnTo>
                  <a:close/>
                </a:path>
                <a:path w="5577205" h="1792604">
                  <a:moveTo>
                    <a:pt x="4957762" y="894994"/>
                  </a:moveTo>
                  <a:lnTo>
                    <a:pt x="4957305" y="893876"/>
                  </a:lnTo>
                  <a:lnTo>
                    <a:pt x="4955438" y="892009"/>
                  </a:lnTo>
                  <a:lnTo>
                    <a:pt x="4954321" y="891552"/>
                  </a:lnTo>
                  <a:lnTo>
                    <a:pt x="4951692" y="891552"/>
                  </a:lnTo>
                  <a:lnTo>
                    <a:pt x="4950561" y="892009"/>
                  </a:lnTo>
                  <a:lnTo>
                    <a:pt x="4948707" y="893876"/>
                  </a:lnTo>
                  <a:lnTo>
                    <a:pt x="4948237" y="894994"/>
                  </a:lnTo>
                  <a:lnTo>
                    <a:pt x="4948237" y="897623"/>
                  </a:lnTo>
                  <a:lnTo>
                    <a:pt x="4948707" y="898740"/>
                  </a:lnTo>
                  <a:lnTo>
                    <a:pt x="4950561" y="900607"/>
                  </a:lnTo>
                  <a:lnTo>
                    <a:pt x="4951692" y="901077"/>
                  </a:lnTo>
                  <a:lnTo>
                    <a:pt x="4954321" y="901077"/>
                  </a:lnTo>
                  <a:lnTo>
                    <a:pt x="4955438" y="900607"/>
                  </a:lnTo>
                  <a:lnTo>
                    <a:pt x="4957305" y="898740"/>
                  </a:lnTo>
                  <a:lnTo>
                    <a:pt x="4957762" y="897623"/>
                  </a:lnTo>
                  <a:lnTo>
                    <a:pt x="4957762" y="894994"/>
                  </a:lnTo>
                  <a:close/>
                </a:path>
                <a:path w="5577205" h="1792604">
                  <a:moveTo>
                    <a:pt x="4957762" y="3454"/>
                  </a:moveTo>
                  <a:lnTo>
                    <a:pt x="4957305" y="2336"/>
                  </a:lnTo>
                  <a:lnTo>
                    <a:pt x="4955438" y="469"/>
                  </a:lnTo>
                  <a:lnTo>
                    <a:pt x="4954321" y="0"/>
                  </a:lnTo>
                  <a:lnTo>
                    <a:pt x="4951692" y="0"/>
                  </a:lnTo>
                  <a:lnTo>
                    <a:pt x="4950561" y="469"/>
                  </a:lnTo>
                  <a:lnTo>
                    <a:pt x="4948707" y="2336"/>
                  </a:lnTo>
                  <a:lnTo>
                    <a:pt x="4948237" y="3454"/>
                  </a:lnTo>
                  <a:lnTo>
                    <a:pt x="4948237" y="6083"/>
                  </a:lnTo>
                  <a:lnTo>
                    <a:pt x="4948707" y="7200"/>
                  </a:lnTo>
                  <a:lnTo>
                    <a:pt x="4950561" y="9067"/>
                  </a:lnTo>
                  <a:lnTo>
                    <a:pt x="4951692" y="9525"/>
                  </a:lnTo>
                  <a:lnTo>
                    <a:pt x="4954321" y="9525"/>
                  </a:lnTo>
                  <a:lnTo>
                    <a:pt x="4955438" y="9067"/>
                  </a:lnTo>
                  <a:lnTo>
                    <a:pt x="4957305" y="7200"/>
                  </a:lnTo>
                  <a:lnTo>
                    <a:pt x="4957762" y="6083"/>
                  </a:lnTo>
                  <a:lnTo>
                    <a:pt x="4957762" y="3454"/>
                  </a:lnTo>
                  <a:close/>
                </a:path>
                <a:path w="5577205" h="1792604">
                  <a:moveTo>
                    <a:pt x="5005387" y="1786534"/>
                  </a:moveTo>
                  <a:lnTo>
                    <a:pt x="5004930" y="1785416"/>
                  </a:lnTo>
                  <a:lnTo>
                    <a:pt x="5003063" y="1783549"/>
                  </a:lnTo>
                  <a:lnTo>
                    <a:pt x="5001946" y="1783080"/>
                  </a:lnTo>
                  <a:lnTo>
                    <a:pt x="4999317" y="1783080"/>
                  </a:lnTo>
                  <a:lnTo>
                    <a:pt x="4998186" y="1783549"/>
                  </a:lnTo>
                  <a:lnTo>
                    <a:pt x="4996332" y="1785416"/>
                  </a:lnTo>
                  <a:lnTo>
                    <a:pt x="4995862" y="1786534"/>
                  </a:lnTo>
                  <a:lnTo>
                    <a:pt x="4995862" y="1789163"/>
                  </a:lnTo>
                  <a:lnTo>
                    <a:pt x="4996332" y="1790280"/>
                  </a:lnTo>
                  <a:lnTo>
                    <a:pt x="4998186" y="1792147"/>
                  </a:lnTo>
                  <a:lnTo>
                    <a:pt x="4999317" y="1792605"/>
                  </a:lnTo>
                  <a:lnTo>
                    <a:pt x="5001946" y="1792605"/>
                  </a:lnTo>
                  <a:lnTo>
                    <a:pt x="5003063" y="1792147"/>
                  </a:lnTo>
                  <a:lnTo>
                    <a:pt x="5004930" y="1790280"/>
                  </a:lnTo>
                  <a:lnTo>
                    <a:pt x="5005387" y="1789163"/>
                  </a:lnTo>
                  <a:lnTo>
                    <a:pt x="5005387" y="1786534"/>
                  </a:lnTo>
                  <a:close/>
                </a:path>
                <a:path w="5577205" h="1792604">
                  <a:moveTo>
                    <a:pt x="5005387" y="894994"/>
                  </a:moveTo>
                  <a:lnTo>
                    <a:pt x="5004930" y="893876"/>
                  </a:lnTo>
                  <a:lnTo>
                    <a:pt x="5003063" y="892009"/>
                  </a:lnTo>
                  <a:lnTo>
                    <a:pt x="5001946" y="891552"/>
                  </a:lnTo>
                  <a:lnTo>
                    <a:pt x="4999317" y="891552"/>
                  </a:lnTo>
                  <a:lnTo>
                    <a:pt x="4998186" y="892009"/>
                  </a:lnTo>
                  <a:lnTo>
                    <a:pt x="4996332" y="893876"/>
                  </a:lnTo>
                  <a:lnTo>
                    <a:pt x="4995862" y="894994"/>
                  </a:lnTo>
                  <a:lnTo>
                    <a:pt x="4995862" y="897623"/>
                  </a:lnTo>
                  <a:lnTo>
                    <a:pt x="4996332" y="898740"/>
                  </a:lnTo>
                  <a:lnTo>
                    <a:pt x="4998186" y="900607"/>
                  </a:lnTo>
                  <a:lnTo>
                    <a:pt x="4999317" y="901077"/>
                  </a:lnTo>
                  <a:lnTo>
                    <a:pt x="5001946" y="901077"/>
                  </a:lnTo>
                  <a:lnTo>
                    <a:pt x="5003063" y="900607"/>
                  </a:lnTo>
                  <a:lnTo>
                    <a:pt x="5004930" y="898740"/>
                  </a:lnTo>
                  <a:lnTo>
                    <a:pt x="5005387" y="897623"/>
                  </a:lnTo>
                  <a:lnTo>
                    <a:pt x="5005387" y="894994"/>
                  </a:lnTo>
                  <a:close/>
                </a:path>
                <a:path w="5577205" h="1792604">
                  <a:moveTo>
                    <a:pt x="5005387" y="3454"/>
                  </a:moveTo>
                  <a:lnTo>
                    <a:pt x="5004930" y="2336"/>
                  </a:lnTo>
                  <a:lnTo>
                    <a:pt x="5003063" y="469"/>
                  </a:lnTo>
                  <a:lnTo>
                    <a:pt x="5001946" y="0"/>
                  </a:lnTo>
                  <a:lnTo>
                    <a:pt x="4999317" y="0"/>
                  </a:lnTo>
                  <a:lnTo>
                    <a:pt x="4998186" y="469"/>
                  </a:lnTo>
                  <a:lnTo>
                    <a:pt x="4996332" y="2336"/>
                  </a:lnTo>
                  <a:lnTo>
                    <a:pt x="4995862" y="3454"/>
                  </a:lnTo>
                  <a:lnTo>
                    <a:pt x="4995862" y="6083"/>
                  </a:lnTo>
                  <a:lnTo>
                    <a:pt x="4996332" y="7200"/>
                  </a:lnTo>
                  <a:lnTo>
                    <a:pt x="4998186" y="9067"/>
                  </a:lnTo>
                  <a:lnTo>
                    <a:pt x="4999317" y="9525"/>
                  </a:lnTo>
                  <a:lnTo>
                    <a:pt x="5001946" y="9525"/>
                  </a:lnTo>
                  <a:lnTo>
                    <a:pt x="5003063" y="9067"/>
                  </a:lnTo>
                  <a:lnTo>
                    <a:pt x="5004930" y="7200"/>
                  </a:lnTo>
                  <a:lnTo>
                    <a:pt x="5005387" y="6083"/>
                  </a:lnTo>
                  <a:lnTo>
                    <a:pt x="5005387" y="3454"/>
                  </a:lnTo>
                  <a:close/>
                </a:path>
                <a:path w="5577205" h="1792604">
                  <a:moveTo>
                    <a:pt x="5053012" y="1786534"/>
                  </a:moveTo>
                  <a:lnTo>
                    <a:pt x="5052555" y="1785416"/>
                  </a:lnTo>
                  <a:lnTo>
                    <a:pt x="5050688" y="1783549"/>
                  </a:lnTo>
                  <a:lnTo>
                    <a:pt x="5049571" y="1783080"/>
                  </a:lnTo>
                  <a:lnTo>
                    <a:pt x="5046942" y="1783080"/>
                  </a:lnTo>
                  <a:lnTo>
                    <a:pt x="5045811" y="1783549"/>
                  </a:lnTo>
                  <a:lnTo>
                    <a:pt x="5043957" y="1785416"/>
                  </a:lnTo>
                  <a:lnTo>
                    <a:pt x="5043487" y="1786534"/>
                  </a:lnTo>
                  <a:lnTo>
                    <a:pt x="5043487" y="1789163"/>
                  </a:lnTo>
                  <a:lnTo>
                    <a:pt x="5043957" y="1790280"/>
                  </a:lnTo>
                  <a:lnTo>
                    <a:pt x="5045811" y="1792147"/>
                  </a:lnTo>
                  <a:lnTo>
                    <a:pt x="5046942" y="1792605"/>
                  </a:lnTo>
                  <a:lnTo>
                    <a:pt x="5049571" y="1792605"/>
                  </a:lnTo>
                  <a:lnTo>
                    <a:pt x="5050688" y="1792147"/>
                  </a:lnTo>
                  <a:lnTo>
                    <a:pt x="5052555" y="1790280"/>
                  </a:lnTo>
                  <a:lnTo>
                    <a:pt x="5053012" y="1789163"/>
                  </a:lnTo>
                  <a:lnTo>
                    <a:pt x="5053012" y="1786534"/>
                  </a:lnTo>
                  <a:close/>
                </a:path>
                <a:path w="5577205" h="1792604">
                  <a:moveTo>
                    <a:pt x="5053012" y="894994"/>
                  </a:moveTo>
                  <a:lnTo>
                    <a:pt x="5052555" y="893876"/>
                  </a:lnTo>
                  <a:lnTo>
                    <a:pt x="5050688" y="892009"/>
                  </a:lnTo>
                  <a:lnTo>
                    <a:pt x="5049571" y="891552"/>
                  </a:lnTo>
                  <a:lnTo>
                    <a:pt x="5046942" y="891552"/>
                  </a:lnTo>
                  <a:lnTo>
                    <a:pt x="5045811" y="892009"/>
                  </a:lnTo>
                  <a:lnTo>
                    <a:pt x="5043957" y="893876"/>
                  </a:lnTo>
                  <a:lnTo>
                    <a:pt x="5043487" y="894994"/>
                  </a:lnTo>
                  <a:lnTo>
                    <a:pt x="5043487" y="897623"/>
                  </a:lnTo>
                  <a:lnTo>
                    <a:pt x="5043957" y="898740"/>
                  </a:lnTo>
                  <a:lnTo>
                    <a:pt x="5045811" y="900607"/>
                  </a:lnTo>
                  <a:lnTo>
                    <a:pt x="5046942" y="901077"/>
                  </a:lnTo>
                  <a:lnTo>
                    <a:pt x="5049571" y="901077"/>
                  </a:lnTo>
                  <a:lnTo>
                    <a:pt x="5050688" y="900607"/>
                  </a:lnTo>
                  <a:lnTo>
                    <a:pt x="5052555" y="898740"/>
                  </a:lnTo>
                  <a:lnTo>
                    <a:pt x="5053012" y="897623"/>
                  </a:lnTo>
                  <a:lnTo>
                    <a:pt x="5053012" y="894994"/>
                  </a:lnTo>
                  <a:close/>
                </a:path>
                <a:path w="5577205" h="1792604">
                  <a:moveTo>
                    <a:pt x="5053012" y="3454"/>
                  </a:moveTo>
                  <a:lnTo>
                    <a:pt x="5052555" y="2336"/>
                  </a:lnTo>
                  <a:lnTo>
                    <a:pt x="5050688" y="469"/>
                  </a:lnTo>
                  <a:lnTo>
                    <a:pt x="5049571" y="0"/>
                  </a:lnTo>
                  <a:lnTo>
                    <a:pt x="5046942" y="0"/>
                  </a:lnTo>
                  <a:lnTo>
                    <a:pt x="5045811" y="469"/>
                  </a:lnTo>
                  <a:lnTo>
                    <a:pt x="5043957" y="2336"/>
                  </a:lnTo>
                  <a:lnTo>
                    <a:pt x="5043487" y="3454"/>
                  </a:lnTo>
                  <a:lnTo>
                    <a:pt x="5043487" y="6083"/>
                  </a:lnTo>
                  <a:lnTo>
                    <a:pt x="5043957" y="7200"/>
                  </a:lnTo>
                  <a:lnTo>
                    <a:pt x="5045811" y="9067"/>
                  </a:lnTo>
                  <a:lnTo>
                    <a:pt x="5046942" y="9525"/>
                  </a:lnTo>
                  <a:lnTo>
                    <a:pt x="5049571" y="9525"/>
                  </a:lnTo>
                  <a:lnTo>
                    <a:pt x="5050688" y="9067"/>
                  </a:lnTo>
                  <a:lnTo>
                    <a:pt x="5052555" y="7200"/>
                  </a:lnTo>
                  <a:lnTo>
                    <a:pt x="5053012" y="6083"/>
                  </a:lnTo>
                  <a:lnTo>
                    <a:pt x="5053012" y="3454"/>
                  </a:lnTo>
                  <a:close/>
                </a:path>
                <a:path w="5577205" h="1792604">
                  <a:moveTo>
                    <a:pt x="5100637" y="1786534"/>
                  </a:moveTo>
                  <a:lnTo>
                    <a:pt x="5100180" y="1785416"/>
                  </a:lnTo>
                  <a:lnTo>
                    <a:pt x="5098313" y="1783549"/>
                  </a:lnTo>
                  <a:lnTo>
                    <a:pt x="5097196" y="1783080"/>
                  </a:lnTo>
                  <a:lnTo>
                    <a:pt x="5094567" y="1783080"/>
                  </a:lnTo>
                  <a:lnTo>
                    <a:pt x="5093436" y="1783549"/>
                  </a:lnTo>
                  <a:lnTo>
                    <a:pt x="5091582" y="1785416"/>
                  </a:lnTo>
                  <a:lnTo>
                    <a:pt x="5091112" y="1786534"/>
                  </a:lnTo>
                  <a:lnTo>
                    <a:pt x="5091112" y="1789163"/>
                  </a:lnTo>
                  <a:lnTo>
                    <a:pt x="5091582" y="1790280"/>
                  </a:lnTo>
                  <a:lnTo>
                    <a:pt x="5093436" y="1792147"/>
                  </a:lnTo>
                  <a:lnTo>
                    <a:pt x="5094567" y="1792605"/>
                  </a:lnTo>
                  <a:lnTo>
                    <a:pt x="5097196" y="1792605"/>
                  </a:lnTo>
                  <a:lnTo>
                    <a:pt x="5098313" y="1792147"/>
                  </a:lnTo>
                  <a:lnTo>
                    <a:pt x="5100180" y="1790280"/>
                  </a:lnTo>
                  <a:lnTo>
                    <a:pt x="5100637" y="1789163"/>
                  </a:lnTo>
                  <a:lnTo>
                    <a:pt x="5100637" y="1786534"/>
                  </a:lnTo>
                  <a:close/>
                </a:path>
                <a:path w="5577205" h="1792604">
                  <a:moveTo>
                    <a:pt x="5100637" y="894994"/>
                  </a:moveTo>
                  <a:lnTo>
                    <a:pt x="5100180" y="893876"/>
                  </a:lnTo>
                  <a:lnTo>
                    <a:pt x="5098313" y="892009"/>
                  </a:lnTo>
                  <a:lnTo>
                    <a:pt x="5097196" y="891552"/>
                  </a:lnTo>
                  <a:lnTo>
                    <a:pt x="5094567" y="891552"/>
                  </a:lnTo>
                  <a:lnTo>
                    <a:pt x="5093436" y="892009"/>
                  </a:lnTo>
                  <a:lnTo>
                    <a:pt x="5091582" y="893876"/>
                  </a:lnTo>
                  <a:lnTo>
                    <a:pt x="5091112" y="894994"/>
                  </a:lnTo>
                  <a:lnTo>
                    <a:pt x="5091112" y="897623"/>
                  </a:lnTo>
                  <a:lnTo>
                    <a:pt x="5091582" y="898740"/>
                  </a:lnTo>
                  <a:lnTo>
                    <a:pt x="5093436" y="900607"/>
                  </a:lnTo>
                  <a:lnTo>
                    <a:pt x="5094567" y="901077"/>
                  </a:lnTo>
                  <a:lnTo>
                    <a:pt x="5097196" y="901077"/>
                  </a:lnTo>
                  <a:lnTo>
                    <a:pt x="5098313" y="900607"/>
                  </a:lnTo>
                  <a:lnTo>
                    <a:pt x="5100180" y="898740"/>
                  </a:lnTo>
                  <a:lnTo>
                    <a:pt x="5100637" y="897623"/>
                  </a:lnTo>
                  <a:lnTo>
                    <a:pt x="5100637" y="894994"/>
                  </a:lnTo>
                  <a:close/>
                </a:path>
                <a:path w="5577205" h="1792604">
                  <a:moveTo>
                    <a:pt x="5100637" y="3454"/>
                  </a:moveTo>
                  <a:lnTo>
                    <a:pt x="5100180" y="2336"/>
                  </a:lnTo>
                  <a:lnTo>
                    <a:pt x="5098313" y="469"/>
                  </a:lnTo>
                  <a:lnTo>
                    <a:pt x="5097196" y="0"/>
                  </a:lnTo>
                  <a:lnTo>
                    <a:pt x="5094567" y="0"/>
                  </a:lnTo>
                  <a:lnTo>
                    <a:pt x="5093436" y="469"/>
                  </a:lnTo>
                  <a:lnTo>
                    <a:pt x="5091582" y="2336"/>
                  </a:lnTo>
                  <a:lnTo>
                    <a:pt x="5091112" y="3454"/>
                  </a:lnTo>
                  <a:lnTo>
                    <a:pt x="5091112" y="6083"/>
                  </a:lnTo>
                  <a:lnTo>
                    <a:pt x="5091582" y="7200"/>
                  </a:lnTo>
                  <a:lnTo>
                    <a:pt x="5093436" y="9067"/>
                  </a:lnTo>
                  <a:lnTo>
                    <a:pt x="5094567" y="9525"/>
                  </a:lnTo>
                  <a:lnTo>
                    <a:pt x="5097196" y="9525"/>
                  </a:lnTo>
                  <a:lnTo>
                    <a:pt x="5098313" y="9067"/>
                  </a:lnTo>
                  <a:lnTo>
                    <a:pt x="5100180" y="7200"/>
                  </a:lnTo>
                  <a:lnTo>
                    <a:pt x="5100637" y="6083"/>
                  </a:lnTo>
                  <a:lnTo>
                    <a:pt x="5100637" y="3454"/>
                  </a:lnTo>
                  <a:close/>
                </a:path>
                <a:path w="5577205" h="1792604">
                  <a:moveTo>
                    <a:pt x="5148262" y="1786534"/>
                  </a:moveTo>
                  <a:lnTo>
                    <a:pt x="5147805" y="1785416"/>
                  </a:lnTo>
                  <a:lnTo>
                    <a:pt x="5145938" y="1783549"/>
                  </a:lnTo>
                  <a:lnTo>
                    <a:pt x="5144821" y="1783080"/>
                  </a:lnTo>
                  <a:lnTo>
                    <a:pt x="5142192" y="1783080"/>
                  </a:lnTo>
                  <a:lnTo>
                    <a:pt x="5141061" y="1783549"/>
                  </a:lnTo>
                  <a:lnTo>
                    <a:pt x="5139207" y="1785416"/>
                  </a:lnTo>
                  <a:lnTo>
                    <a:pt x="5138737" y="1786534"/>
                  </a:lnTo>
                  <a:lnTo>
                    <a:pt x="5138737" y="1789163"/>
                  </a:lnTo>
                  <a:lnTo>
                    <a:pt x="5139207" y="1790280"/>
                  </a:lnTo>
                  <a:lnTo>
                    <a:pt x="5141061" y="1792147"/>
                  </a:lnTo>
                  <a:lnTo>
                    <a:pt x="5142192" y="1792605"/>
                  </a:lnTo>
                  <a:lnTo>
                    <a:pt x="5144821" y="1792605"/>
                  </a:lnTo>
                  <a:lnTo>
                    <a:pt x="5145938" y="1792147"/>
                  </a:lnTo>
                  <a:lnTo>
                    <a:pt x="5147805" y="1790280"/>
                  </a:lnTo>
                  <a:lnTo>
                    <a:pt x="5148262" y="1789163"/>
                  </a:lnTo>
                  <a:lnTo>
                    <a:pt x="5148262" y="1786534"/>
                  </a:lnTo>
                  <a:close/>
                </a:path>
                <a:path w="5577205" h="1792604">
                  <a:moveTo>
                    <a:pt x="5148262" y="894994"/>
                  </a:moveTo>
                  <a:lnTo>
                    <a:pt x="5147805" y="893876"/>
                  </a:lnTo>
                  <a:lnTo>
                    <a:pt x="5145938" y="892009"/>
                  </a:lnTo>
                  <a:lnTo>
                    <a:pt x="5144821" y="891552"/>
                  </a:lnTo>
                  <a:lnTo>
                    <a:pt x="5142192" y="891552"/>
                  </a:lnTo>
                  <a:lnTo>
                    <a:pt x="5141061" y="892009"/>
                  </a:lnTo>
                  <a:lnTo>
                    <a:pt x="5139207" y="893876"/>
                  </a:lnTo>
                  <a:lnTo>
                    <a:pt x="5138737" y="894994"/>
                  </a:lnTo>
                  <a:lnTo>
                    <a:pt x="5138737" y="897623"/>
                  </a:lnTo>
                  <a:lnTo>
                    <a:pt x="5139207" y="898740"/>
                  </a:lnTo>
                  <a:lnTo>
                    <a:pt x="5141061" y="900607"/>
                  </a:lnTo>
                  <a:lnTo>
                    <a:pt x="5142192" y="901077"/>
                  </a:lnTo>
                  <a:lnTo>
                    <a:pt x="5144821" y="901077"/>
                  </a:lnTo>
                  <a:lnTo>
                    <a:pt x="5145938" y="900607"/>
                  </a:lnTo>
                  <a:lnTo>
                    <a:pt x="5147805" y="898740"/>
                  </a:lnTo>
                  <a:lnTo>
                    <a:pt x="5148262" y="897623"/>
                  </a:lnTo>
                  <a:lnTo>
                    <a:pt x="5148262" y="894994"/>
                  </a:lnTo>
                  <a:close/>
                </a:path>
                <a:path w="5577205" h="1792604">
                  <a:moveTo>
                    <a:pt x="5148262" y="3454"/>
                  </a:moveTo>
                  <a:lnTo>
                    <a:pt x="5147805" y="2336"/>
                  </a:lnTo>
                  <a:lnTo>
                    <a:pt x="5145938" y="469"/>
                  </a:lnTo>
                  <a:lnTo>
                    <a:pt x="5144821" y="0"/>
                  </a:lnTo>
                  <a:lnTo>
                    <a:pt x="5142192" y="0"/>
                  </a:lnTo>
                  <a:lnTo>
                    <a:pt x="5141061" y="469"/>
                  </a:lnTo>
                  <a:lnTo>
                    <a:pt x="5139207" y="2336"/>
                  </a:lnTo>
                  <a:lnTo>
                    <a:pt x="5138737" y="3454"/>
                  </a:lnTo>
                  <a:lnTo>
                    <a:pt x="5138737" y="6083"/>
                  </a:lnTo>
                  <a:lnTo>
                    <a:pt x="5139207" y="7200"/>
                  </a:lnTo>
                  <a:lnTo>
                    <a:pt x="5141061" y="9067"/>
                  </a:lnTo>
                  <a:lnTo>
                    <a:pt x="5142192" y="9525"/>
                  </a:lnTo>
                  <a:lnTo>
                    <a:pt x="5144821" y="9525"/>
                  </a:lnTo>
                  <a:lnTo>
                    <a:pt x="5145938" y="9067"/>
                  </a:lnTo>
                  <a:lnTo>
                    <a:pt x="5147805" y="7200"/>
                  </a:lnTo>
                  <a:lnTo>
                    <a:pt x="5148262" y="6083"/>
                  </a:lnTo>
                  <a:lnTo>
                    <a:pt x="5148262" y="3454"/>
                  </a:lnTo>
                  <a:close/>
                </a:path>
                <a:path w="5577205" h="1792604">
                  <a:moveTo>
                    <a:pt x="5195887" y="1786534"/>
                  </a:moveTo>
                  <a:lnTo>
                    <a:pt x="5195430" y="1785416"/>
                  </a:lnTo>
                  <a:lnTo>
                    <a:pt x="5193563" y="1783549"/>
                  </a:lnTo>
                  <a:lnTo>
                    <a:pt x="5192446" y="1783080"/>
                  </a:lnTo>
                  <a:lnTo>
                    <a:pt x="5189817" y="1783080"/>
                  </a:lnTo>
                  <a:lnTo>
                    <a:pt x="5188686" y="1783549"/>
                  </a:lnTo>
                  <a:lnTo>
                    <a:pt x="5186832" y="1785416"/>
                  </a:lnTo>
                  <a:lnTo>
                    <a:pt x="5186362" y="1786534"/>
                  </a:lnTo>
                  <a:lnTo>
                    <a:pt x="5186362" y="1789163"/>
                  </a:lnTo>
                  <a:lnTo>
                    <a:pt x="5186832" y="1790280"/>
                  </a:lnTo>
                  <a:lnTo>
                    <a:pt x="5188686" y="1792147"/>
                  </a:lnTo>
                  <a:lnTo>
                    <a:pt x="5189817" y="1792605"/>
                  </a:lnTo>
                  <a:lnTo>
                    <a:pt x="5192446" y="1792605"/>
                  </a:lnTo>
                  <a:lnTo>
                    <a:pt x="5193563" y="1792147"/>
                  </a:lnTo>
                  <a:lnTo>
                    <a:pt x="5195430" y="1790280"/>
                  </a:lnTo>
                  <a:lnTo>
                    <a:pt x="5195887" y="1789163"/>
                  </a:lnTo>
                  <a:lnTo>
                    <a:pt x="5195887" y="1786534"/>
                  </a:lnTo>
                  <a:close/>
                </a:path>
                <a:path w="5577205" h="1792604">
                  <a:moveTo>
                    <a:pt x="5195887" y="894994"/>
                  </a:moveTo>
                  <a:lnTo>
                    <a:pt x="5195430" y="893876"/>
                  </a:lnTo>
                  <a:lnTo>
                    <a:pt x="5193563" y="892009"/>
                  </a:lnTo>
                  <a:lnTo>
                    <a:pt x="5192446" y="891552"/>
                  </a:lnTo>
                  <a:lnTo>
                    <a:pt x="5189817" y="891552"/>
                  </a:lnTo>
                  <a:lnTo>
                    <a:pt x="5188686" y="892009"/>
                  </a:lnTo>
                  <a:lnTo>
                    <a:pt x="5186832" y="893876"/>
                  </a:lnTo>
                  <a:lnTo>
                    <a:pt x="5186362" y="894994"/>
                  </a:lnTo>
                  <a:lnTo>
                    <a:pt x="5186362" y="897623"/>
                  </a:lnTo>
                  <a:lnTo>
                    <a:pt x="5186832" y="898740"/>
                  </a:lnTo>
                  <a:lnTo>
                    <a:pt x="5188686" y="900607"/>
                  </a:lnTo>
                  <a:lnTo>
                    <a:pt x="5189817" y="901077"/>
                  </a:lnTo>
                  <a:lnTo>
                    <a:pt x="5192446" y="901077"/>
                  </a:lnTo>
                  <a:lnTo>
                    <a:pt x="5193563" y="900607"/>
                  </a:lnTo>
                  <a:lnTo>
                    <a:pt x="5195430" y="898740"/>
                  </a:lnTo>
                  <a:lnTo>
                    <a:pt x="5195887" y="897623"/>
                  </a:lnTo>
                  <a:lnTo>
                    <a:pt x="5195887" y="894994"/>
                  </a:lnTo>
                  <a:close/>
                </a:path>
                <a:path w="5577205" h="1792604">
                  <a:moveTo>
                    <a:pt x="5195887" y="3454"/>
                  </a:moveTo>
                  <a:lnTo>
                    <a:pt x="5195430" y="2336"/>
                  </a:lnTo>
                  <a:lnTo>
                    <a:pt x="5193563" y="469"/>
                  </a:lnTo>
                  <a:lnTo>
                    <a:pt x="5192446" y="0"/>
                  </a:lnTo>
                  <a:lnTo>
                    <a:pt x="5189817" y="0"/>
                  </a:lnTo>
                  <a:lnTo>
                    <a:pt x="5188686" y="469"/>
                  </a:lnTo>
                  <a:lnTo>
                    <a:pt x="5186832" y="2336"/>
                  </a:lnTo>
                  <a:lnTo>
                    <a:pt x="5186362" y="3454"/>
                  </a:lnTo>
                  <a:lnTo>
                    <a:pt x="5186362" y="6083"/>
                  </a:lnTo>
                  <a:lnTo>
                    <a:pt x="5186832" y="7200"/>
                  </a:lnTo>
                  <a:lnTo>
                    <a:pt x="5188686" y="9067"/>
                  </a:lnTo>
                  <a:lnTo>
                    <a:pt x="5189817" y="9525"/>
                  </a:lnTo>
                  <a:lnTo>
                    <a:pt x="5192446" y="9525"/>
                  </a:lnTo>
                  <a:lnTo>
                    <a:pt x="5193563" y="9067"/>
                  </a:lnTo>
                  <a:lnTo>
                    <a:pt x="5195430" y="7200"/>
                  </a:lnTo>
                  <a:lnTo>
                    <a:pt x="5195887" y="6083"/>
                  </a:lnTo>
                  <a:lnTo>
                    <a:pt x="5195887" y="3454"/>
                  </a:lnTo>
                  <a:close/>
                </a:path>
                <a:path w="5577205" h="1792604">
                  <a:moveTo>
                    <a:pt x="5243512" y="1786534"/>
                  </a:moveTo>
                  <a:lnTo>
                    <a:pt x="5243055" y="1785416"/>
                  </a:lnTo>
                  <a:lnTo>
                    <a:pt x="5241188" y="1783549"/>
                  </a:lnTo>
                  <a:lnTo>
                    <a:pt x="5240071" y="1783080"/>
                  </a:lnTo>
                  <a:lnTo>
                    <a:pt x="5237442" y="1783080"/>
                  </a:lnTo>
                  <a:lnTo>
                    <a:pt x="5236311" y="1783549"/>
                  </a:lnTo>
                  <a:lnTo>
                    <a:pt x="5234457" y="1785416"/>
                  </a:lnTo>
                  <a:lnTo>
                    <a:pt x="5233987" y="1786534"/>
                  </a:lnTo>
                  <a:lnTo>
                    <a:pt x="5233987" y="1789163"/>
                  </a:lnTo>
                  <a:lnTo>
                    <a:pt x="5234457" y="1790280"/>
                  </a:lnTo>
                  <a:lnTo>
                    <a:pt x="5236311" y="1792147"/>
                  </a:lnTo>
                  <a:lnTo>
                    <a:pt x="5237442" y="1792605"/>
                  </a:lnTo>
                  <a:lnTo>
                    <a:pt x="5240071" y="1792605"/>
                  </a:lnTo>
                  <a:lnTo>
                    <a:pt x="5241188" y="1792147"/>
                  </a:lnTo>
                  <a:lnTo>
                    <a:pt x="5243055" y="1790280"/>
                  </a:lnTo>
                  <a:lnTo>
                    <a:pt x="5243512" y="1789163"/>
                  </a:lnTo>
                  <a:lnTo>
                    <a:pt x="5243512" y="1786534"/>
                  </a:lnTo>
                  <a:close/>
                </a:path>
                <a:path w="5577205" h="1792604">
                  <a:moveTo>
                    <a:pt x="5243512" y="894994"/>
                  </a:moveTo>
                  <a:lnTo>
                    <a:pt x="5243055" y="893876"/>
                  </a:lnTo>
                  <a:lnTo>
                    <a:pt x="5241188" y="892009"/>
                  </a:lnTo>
                  <a:lnTo>
                    <a:pt x="5240071" y="891552"/>
                  </a:lnTo>
                  <a:lnTo>
                    <a:pt x="5237442" y="891552"/>
                  </a:lnTo>
                  <a:lnTo>
                    <a:pt x="5236311" y="892009"/>
                  </a:lnTo>
                  <a:lnTo>
                    <a:pt x="5234457" y="893876"/>
                  </a:lnTo>
                  <a:lnTo>
                    <a:pt x="5233987" y="894994"/>
                  </a:lnTo>
                  <a:lnTo>
                    <a:pt x="5233987" y="897623"/>
                  </a:lnTo>
                  <a:lnTo>
                    <a:pt x="5234457" y="898740"/>
                  </a:lnTo>
                  <a:lnTo>
                    <a:pt x="5236311" y="900607"/>
                  </a:lnTo>
                  <a:lnTo>
                    <a:pt x="5237442" y="901077"/>
                  </a:lnTo>
                  <a:lnTo>
                    <a:pt x="5240071" y="901077"/>
                  </a:lnTo>
                  <a:lnTo>
                    <a:pt x="5241188" y="900607"/>
                  </a:lnTo>
                  <a:lnTo>
                    <a:pt x="5243055" y="898740"/>
                  </a:lnTo>
                  <a:lnTo>
                    <a:pt x="5243512" y="897623"/>
                  </a:lnTo>
                  <a:lnTo>
                    <a:pt x="5243512" y="894994"/>
                  </a:lnTo>
                  <a:close/>
                </a:path>
                <a:path w="5577205" h="1792604">
                  <a:moveTo>
                    <a:pt x="5243512" y="3454"/>
                  </a:moveTo>
                  <a:lnTo>
                    <a:pt x="5243055" y="2336"/>
                  </a:lnTo>
                  <a:lnTo>
                    <a:pt x="5241188" y="469"/>
                  </a:lnTo>
                  <a:lnTo>
                    <a:pt x="5240071" y="0"/>
                  </a:lnTo>
                  <a:lnTo>
                    <a:pt x="5237442" y="0"/>
                  </a:lnTo>
                  <a:lnTo>
                    <a:pt x="5236311" y="469"/>
                  </a:lnTo>
                  <a:lnTo>
                    <a:pt x="5234457" y="2336"/>
                  </a:lnTo>
                  <a:lnTo>
                    <a:pt x="5233987" y="3454"/>
                  </a:lnTo>
                  <a:lnTo>
                    <a:pt x="5233987" y="6083"/>
                  </a:lnTo>
                  <a:lnTo>
                    <a:pt x="5234457" y="7200"/>
                  </a:lnTo>
                  <a:lnTo>
                    <a:pt x="5236311" y="9067"/>
                  </a:lnTo>
                  <a:lnTo>
                    <a:pt x="5237442" y="9525"/>
                  </a:lnTo>
                  <a:lnTo>
                    <a:pt x="5240071" y="9525"/>
                  </a:lnTo>
                  <a:lnTo>
                    <a:pt x="5241188" y="9067"/>
                  </a:lnTo>
                  <a:lnTo>
                    <a:pt x="5243055" y="7200"/>
                  </a:lnTo>
                  <a:lnTo>
                    <a:pt x="5243512" y="6083"/>
                  </a:lnTo>
                  <a:lnTo>
                    <a:pt x="5243512" y="3454"/>
                  </a:lnTo>
                  <a:close/>
                </a:path>
                <a:path w="5577205" h="1792604">
                  <a:moveTo>
                    <a:pt x="5291137" y="1786534"/>
                  </a:moveTo>
                  <a:lnTo>
                    <a:pt x="5290680" y="1785416"/>
                  </a:lnTo>
                  <a:lnTo>
                    <a:pt x="5288813" y="1783549"/>
                  </a:lnTo>
                  <a:lnTo>
                    <a:pt x="5287696" y="1783080"/>
                  </a:lnTo>
                  <a:lnTo>
                    <a:pt x="5285067" y="1783080"/>
                  </a:lnTo>
                  <a:lnTo>
                    <a:pt x="5283936" y="1783549"/>
                  </a:lnTo>
                  <a:lnTo>
                    <a:pt x="5282082" y="1785416"/>
                  </a:lnTo>
                  <a:lnTo>
                    <a:pt x="5281612" y="1786534"/>
                  </a:lnTo>
                  <a:lnTo>
                    <a:pt x="5281612" y="1789163"/>
                  </a:lnTo>
                  <a:lnTo>
                    <a:pt x="5282082" y="1790280"/>
                  </a:lnTo>
                  <a:lnTo>
                    <a:pt x="5283936" y="1792147"/>
                  </a:lnTo>
                  <a:lnTo>
                    <a:pt x="5285067" y="1792605"/>
                  </a:lnTo>
                  <a:lnTo>
                    <a:pt x="5287696" y="1792605"/>
                  </a:lnTo>
                  <a:lnTo>
                    <a:pt x="5288813" y="1792147"/>
                  </a:lnTo>
                  <a:lnTo>
                    <a:pt x="5290680" y="1790280"/>
                  </a:lnTo>
                  <a:lnTo>
                    <a:pt x="5291137" y="1789163"/>
                  </a:lnTo>
                  <a:lnTo>
                    <a:pt x="5291137" y="1786534"/>
                  </a:lnTo>
                  <a:close/>
                </a:path>
                <a:path w="5577205" h="1792604">
                  <a:moveTo>
                    <a:pt x="5291137" y="894994"/>
                  </a:moveTo>
                  <a:lnTo>
                    <a:pt x="5290680" y="893876"/>
                  </a:lnTo>
                  <a:lnTo>
                    <a:pt x="5288813" y="892009"/>
                  </a:lnTo>
                  <a:lnTo>
                    <a:pt x="5287696" y="891552"/>
                  </a:lnTo>
                  <a:lnTo>
                    <a:pt x="5285067" y="891552"/>
                  </a:lnTo>
                  <a:lnTo>
                    <a:pt x="5283936" y="892009"/>
                  </a:lnTo>
                  <a:lnTo>
                    <a:pt x="5282082" y="893876"/>
                  </a:lnTo>
                  <a:lnTo>
                    <a:pt x="5281612" y="894994"/>
                  </a:lnTo>
                  <a:lnTo>
                    <a:pt x="5281612" y="897623"/>
                  </a:lnTo>
                  <a:lnTo>
                    <a:pt x="5282082" y="898740"/>
                  </a:lnTo>
                  <a:lnTo>
                    <a:pt x="5283936" y="900607"/>
                  </a:lnTo>
                  <a:lnTo>
                    <a:pt x="5285067" y="901077"/>
                  </a:lnTo>
                  <a:lnTo>
                    <a:pt x="5287696" y="901077"/>
                  </a:lnTo>
                  <a:lnTo>
                    <a:pt x="5288813" y="900607"/>
                  </a:lnTo>
                  <a:lnTo>
                    <a:pt x="5290680" y="898740"/>
                  </a:lnTo>
                  <a:lnTo>
                    <a:pt x="5291137" y="897623"/>
                  </a:lnTo>
                  <a:lnTo>
                    <a:pt x="5291137" y="894994"/>
                  </a:lnTo>
                  <a:close/>
                </a:path>
                <a:path w="5577205" h="1792604">
                  <a:moveTo>
                    <a:pt x="5291137" y="3454"/>
                  </a:moveTo>
                  <a:lnTo>
                    <a:pt x="5290680" y="2336"/>
                  </a:lnTo>
                  <a:lnTo>
                    <a:pt x="5288813" y="469"/>
                  </a:lnTo>
                  <a:lnTo>
                    <a:pt x="5287696" y="0"/>
                  </a:lnTo>
                  <a:lnTo>
                    <a:pt x="5285067" y="0"/>
                  </a:lnTo>
                  <a:lnTo>
                    <a:pt x="5283936" y="469"/>
                  </a:lnTo>
                  <a:lnTo>
                    <a:pt x="5282082" y="2336"/>
                  </a:lnTo>
                  <a:lnTo>
                    <a:pt x="5281612" y="3454"/>
                  </a:lnTo>
                  <a:lnTo>
                    <a:pt x="5281612" y="6083"/>
                  </a:lnTo>
                  <a:lnTo>
                    <a:pt x="5282082" y="7200"/>
                  </a:lnTo>
                  <a:lnTo>
                    <a:pt x="5283936" y="9067"/>
                  </a:lnTo>
                  <a:lnTo>
                    <a:pt x="5285067" y="9525"/>
                  </a:lnTo>
                  <a:lnTo>
                    <a:pt x="5287696" y="9525"/>
                  </a:lnTo>
                  <a:lnTo>
                    <a:pt x="5288813" y="9067"/>
                  </a:lnTo>
                  <a:lnTo>
                    <a:pt x="5290680" y="7200"/>
                  </a:lnTo>
                  <a:lnTo>
                    <a:pt x="5291137" y="6083"/>
                  </a:lnTo>
                  <a:lnTo>
                    <a:pt x="5291137" y="3454"/>
                  </a:lnTo>
                  <a:close/>
                </a:path>
                <a:path w="5577205" h="1792604">
                  <a:moveTo>
                    <a:pt x="5338762" y="1786534"/>
                  </a:moveTo>
                  <a:lnTo>
                    <a:pt x="5338305" y="1785416"/>
                  </a:lnTo>
                  <a:lnTo>
                    <a:pt x="5336438" y="1783549"/>
                  </a:lnTo>
                  <a:lnTo>
                    <a:pt x="5335321" y="1783080"/>
                  </a:lnTo>
                  <a:lnTo>
                    <a:pt x="5332692" y="1783080"/>
                  </a:lnTo>
                  <a:lnTo>
                    <a:pt x="5331561" y="1783549"/>
                  </a:lnTo>
                  <a:lnTo>
                    <a:pt x="5329707" y="1785416"/>
                  </a:lnTo>
                  <a:lnTo>
                    <a:pt x="5329237" y="1786534"/>
                  </a:lnTo>
                  <a:lnTo>
                    <a:pt x="5329237" y="1789163"/>
                  </a:lnTo>
                  <a:lnTo>
                    <a:pt x="5329707" y="1790280"/>
                  </a:lnTo>
                  <a:lnTo>
                    <a:pt x="5331561" y="1792147"/>
                  </a:lnTo>
                  <a:lnTo>
                    <a:pt x="5332692" y="1792605"/>
                  </a:lnTo>
                  <a:lnTo>
                    <a:pt x="5335321" y="1792605"/>
                  </a:lnTo>
                  <a:lnTo>
                    <a:pt x="5336438" y="1792147"/>
                  </a:lnTo>
                  <a:lnTo>
                    <a:pt x="5338305" y="1790280"/>
                  </a:lnTo>
                  <a:lnTo>
                    <a:pt x="5338762" y="1789163"/>
                  </a:lnTo>
                  <a:lnTo>
                    <a:pt x="5338762" y="1786534"/>
                  </a:lnTo>
                  <a:close/>
                </a:path>
                <a:path w="5577205" h="1792604">
                  <a:moveTo>
                    <a:pt x="5338762" y="894994"/>
                  </a:moveTo>
                  <a:lnTo>
                    <a:pt x="5338305" y="893876"/>
                  </a:lnTo>
                  <a:lnTo>
                    <a:pt x="5336438" y="892009"/>
                  </a:lnTo>
                  <a:lnTo>
                    <a:pt x="5335321" y="891552"/>
                  </a:lnTo>
                  <a:lnTo>
                    <a:pt x="5332692" y="891552"/>
                  </a:lnTo>
                  <a:lnTo>
                    <a:pt x="5331561" y="892009"/>
                  </a:lnTo>
                  <a:lnTo>
                    <a:pt x="5329707" y="893876"/>
                  </a:lnTo>
                  <a:lnTo>
                    <a:pt x="5329237" y="894994"/>
                  </a:lnTo>
                  <a:lnTo>
                    <a:pt x="5329237" y="897623"/>
                  </a:lnTo>
                  <a:lnTo>
                    <a:pt x="5329707" y="898740"/>
                  </a:lnTo>
                  <a:lnTo>
                    <a:pt x="5331561" y="900607"/>
                  </a:lnTo>
                  <a:lnTo>
                    <a:pt x="5332692" y="901077"/>
                  </a:lnTo>
                  <a:lnTo>
                    <a:pt x="5335321" y="901077"/>
                  </a:lnTo>
                  <a:lnTo>
                    <a:pt x="5336438" y="900607"/>
                  </a:lnTo>
                  <a:lnTo>
                    <a:pt x="5338305" y="898740"/>
                  </a:lnTo>
                  <a:lnTo>
                    <a:pt x="5338762" y="897623"/>
                  </a:lnTo>
                  <a:lnTo>
                    <a:pt x="5338762" y="894994"/>
                  </a:lnTo>
                  <a:close/>
                </a:path>
                <a:path w="5577205" h="1792604">
                  <a:moveTo>
                    <a:pt x="5338762" y="3454"/>
                  </a:moveTo>
                  <a:lnTo>
                    <a:pt x="5338305" y="2336"/>
                  </a:lnTo>
                  <a:lnTo>
                    <a:pt x="5336438" y="469"/>
                  </a:lnTo>
                  <a:lnTo>
                    <a:pt x="5335321" y="0"/>
                  </a:lnTo>
                  <a:lnTo>
                    <a:pt x="5332692" y="0"/>
                  </a:lnTo>
                  <a:lnTo>
                    <a:pt x="5331561" y="469"/>
                  </a:lnTo>
                  <a:lnTo>
                    <a:pt x="5329707" y="2336"/>
                  </a:lnTo>
                  <a:lnTo>
                    <a:pt x="5329237" y="3454"/>
                  </a:lnTo>
                  <a:lnTo>
                    <a:pt x="5329237" y="6083"/>
                  </a:lnTo>
                  <a:lnTo>
                    <a:pt x="5329707" y="7200"/>
                  </a:lnTo>
                  <a:lnTo>
                    <a:pt x="5331561" y="9067"/>
                  </a:lnTo>
                  <a:lnTo>
                    <a:pt x="5332692" y="9525"/>
                  </a:lnTo>
                  <a:lnTo>
                    <a:pt x="5335321" y="9525"/>
                  </a:lnTo>
                  <a:lnTo>
                    <a:pt x="5336438" y="9067"/>
                  </a:lnTo>
                  <a:lnTo>
                    <a:pt x="5338305" y="7200"/>
                  </a:lnTo>
                  <a:lnTo>
                    <a:pt x="5338762" y="6083"/>
                  </a:lnTo>
                  <a:lnTo>
                    <a:pt x="5338762" y="3454"/>
                  </a:lnTo>
                  <a:close/>
                </a:path>
                <a:path w="5577205" h="1792604">
                  <a:moveTo>
                    <a:pt x="5386387" y="1786534"/>
                  </a:moveTo>
                  <a:lnTo>
                    <a:pt x="5385930" y="1785416"/>
                  </a:lnTo>
                  <a:lnTo>
                    <a:pt x="5384063" y="1783549"/>
                  </a:lnTo>
                  <a:lnTo>
                    <a:pt x="5382946" y="1783080"/>
                  </a:lnTo>
                  <a:lnTo>
                    <a:pt x="5380317" y="1783080"/>
                  </a:lnTo>
                  <a:lnTo>
                    <a:pt x="5379186" y="1783549"/>
                  </a:lnTo>
                  <a:lnTo>
                    <a:pt x="5377332" y="1785416"/>
                  </a:lnTo>
                  <a:lnTo>
                    <a:pt x="5376862" y="1786534"/>
                  </a:lnTo>
                  <a:lnTo>
                    <a:pt x="5376862" y="1789163"/>
                  </a:lnTo>
                  <a:lnTo>
                    <a:pt x="5377332" y="1790280"/>
                  </a:lnTo>
                  <a:lnTo>
                    <a:pt x="5379186" y="1792147"/>
                  </a:lnTo>
                  <a:lnTo>
                    <a:pt x="5380317" y="1792605"/>
                  </a:lnTo>
                  <a:lnTo>
                    <a:pt x="5382946" y="1792605"/>
                  </a:lnTo>
                  <a:lnTo>
                    <a:pt x="5384063" y="1792147"/>
                  </a:lnTo>
                  <a:lnTo>
                    <a:pt x="5385930" y="1790280"/>
                  </a:lnTo>
                  <a:lnTo>
                    <a:pt x="5386387" y="1789163"/>
                  </a:lnTo>
                  <a:lnTo>
                    <a:pt x="5386387" y="1786534"/>
                  </a:lnTo>
                  <a:close/>
                </a:path>
                <a:path w="5577205" h="1792604">
                  <a:moveTo>
                    <a:pt x="5386387" y="894994"/>
                  </a:moveTo>
                  <a:lnTo>
                    <a:pt x="5385930" y="893876"/>
                  </a:lnTo>
                  <a:lnTo>
                    <a:pt x="5384063" y="892009"/>
                  </a:lnTo>
                  <a:lnTo>
                    <a:pt x="5382946" y="891552"/>
                  </a:lnTo>
                  <a:lnTo>
                    <a:pt x="5380317" y="891552"/>
                  </a:lnTo>
                  <a:lnTo>
                    <a:pt x="5379186" y="892009"/>
                  </a:lnTo>
                  <a:lnTo>
                    <a:pt x="5377332" y="893876"/>
                  </a:lnTo>
                  <a:lnTo>
                    <a:pt x="5376862" y="894994"/>
                  </a:lnTo>
                  <a:lnTo>
                    <a:pt x="5376862" y="897623"/>
                  </a:lnTo>
                  <a:lnTo>
                    <a:pt x="5377332" y="898740"/>
                  </a:lnTo>
                  <a:lnTo>
                    <a:pt x="5379186" y="900607"/>
                  </a:lnTo>
                  <a:lnTo>
                    <a:pt x="5380317" y="901077"/>
                  </a:lnTo>
                  <a:lnTo>
                    <a:pt x="5382946" y="901077"/>
                  </a:lnTo>
                  <a:lnTo>
                    <a:pt x="5384063" y="900607"/>
                  </a:lnTo>
                  <a:lnTo>
                    <a:pt x="5385930" y="898740"/>
                  </a:lnTo>
                  <a:lnTo>
                    <a:pt x="5386387" y="897623"/>
                  </a:lnTo>
                  <a:lnTo>
                    <a:pt x="5386387" y="894994"/>
                  </a:lnTo>
                  <a:close/>
                </a:path>
                <a:path w="5577205" h="1792604">
                  <a:moveTo>
                    <a:pt x="5386387" y="3454"/>
                  </a:moveTo>
                  <a:lnTo>
                    <a:pt x="5385930" y="2336"/>
                  </a:lnTo>
                  <a:lnTo>
                    <a:pt x="5384063" y="469"/>
                  </a:lnTo>
                  <a:lnTo>
                    <a:pt x="5382946" y="0"/>
                  </a:lnTo>
                  <a:lnTo>
                    <a:pt x="5380317" y="0"/>
                  </a:lnTo>
                  <a:lnTo>
                    <a:pt x="5379186" y="469"/>
                  </a:lnTo>
                  <a:lnTo>
                    <a:pt x="5377332" y="2336"/>
                  </a:lnTo>
                  <a:lnTo>
                    <a:pt x="5376862" y="3454"/>
                  </a:lnTo>
                  <a:lnTo>
                    <a:pt x="5376862" y="6083"/>
                  </a:lnTo>
                  <a:lnTo>
                    <a:pt x="5377332" y="7200"/>
                  </a:lnTo>
                  <a:lnTo>
                    <a:pt x="5379186" y="9067"/>
                  </a:lnTo>
                  <a:lnTo>
                    <a:pt x="5380317" y="9525"/>
                  </a:lnTo>
                  <a:lnTo>
                    <a:pt x="5382946" y="9525"/>
                  </a:lnTo>
                  <a:lnTo>
                    <a:pt x="5384063" y="9067"/>
                  </a:lnTo>
                  <a:lnTo>
                    <a:pt x="5385930" y="7200"/>
                  </a:lnTo>
                  <a:lnTo>
                    <a:pt x="5386387" y="6083"/>
                  </a:lnTo>
                  <a:lnTo>
                    <a:pt x="5386387" y="3454"/>
                  </a:lnTo>
                  <a:close/>
                </a:path>
                <a:path w="5577205" h="1792604">
                  <a:moveTo>
                    <a:pt x="5434012" y="1786534"/>
                  </a:moveTo>
                  <a:lnTo>
                    <a:pt x="5433555" y="1785416"/>
                  </a:lnTo>
                  <a:lnTo>
                    <a:pt x="5431688" y="1783549"/>
                  </a:lnTo>
                  <a:lnTo>
                    <a:pt x="5430571" y="1783080"/>
                  </a:lnTo>
                  <a:lnTo>
                    <a:pt x="5427942" y="1783080"/>
                  </a:lnTo>
                  <a:lnTo>
                    <a:pt x="5426811" y="1783549"/>
                  </a:lnTo>
                  <a:lnTo>
                    <a:pt x="5424957" y="1785416"/>
                  </a:lnTo>
                  <a:lnTo>
                    <a:pt x="5424487" y="1786534"/>
                  </a:lnTo>
                  <a:lnTo>
                    <a:pt x="5424487" y="1789163"/>
                  </a:lnTo>
                  <a:lnTo>
                    <a:pt x="5424957" y="1790280"/>
                  </a:lnTo>
                  <a:lnTo>
                    <a:pt x="5426811" y="1792147"/>
                  </a:lnTo>
                  <a:lnTo>
                    <a:pt x="5427942" y="1792605"/>
                  </a:lnTo>
                  <a:lnTo>
                    <a:pt x="5430571" y="1792605"/>
                  </a:lnTo>
                  <a:lnTo>
                    <a:pt x="5431688" y="1792147"/>
                  </a:lnTo>
                  <a:lnTo>
                    <a:pt x="5433555" y="1790280"/>
                  </a:lnTo>
                  <a:lnTo>
                    <a:pt x="5434012" y="1789163"/>
                  </a:lnTo>
                  <a:lnTo>
                    <a:pt x="5434012" y="1786534"/>
                  </a:lnTo>
                  <a:close/>
                </a:path>
                <a:path w="5577205" h="1792604">
                  <a:moveTo>
                    <a:pt x="5434012" y="894994"/>
                  </a:moveTo>
                  <a:lnTo>
                    <a:pt x="5433555" y="893876"/>
                  </a:lnTo>
                  <a:lnTo>
                    <a:pt x="5431688" y="892009"/>
                  </a:lnTo>
                  <a:lnTo>
                    <a:pt x="5430571" y="891552"/>
                  </a:lnTo>
                  <a:lnTo>
                    <a:pt x="5427942" y="891552"/>
                  </a:lnTo>
                  <a:lnTo>
                    <a:pt x="5426811" y="892009"/>
                  </a:lnTo>
                  <a:lnTo>
                    <a:pt x="5424957" y="893876"/>
                  </a:lnTo>
                  <a:lnTo>
                    <a:pt x="5424487" y="894994"/>
                  </a:lnTo>
                  <a:lnTo>
                    <a:pt x="5424487" y="897623"/>
                  </a:lnTo>
                  <a:lnTo>
                    <a:pt x="5424957" y="898740"/>
                  </a:lnTo>
                  <a:lnTo>
                    <a:pt x="5426811" y="900607"/>
                  </a:lnTo>
                  <a:lnTo>
                    <a:pt x="5427942" y="901077"/>
                  </a:lnTo>
                  <a:lnTo>
                    <a:pt x="5430571" y="901077"/>
                  </a:lnTo>
                  <a:lnTo>
                    <a:pt x="5431688" y="900607"/>
                  </a:lnTo>
                  <a:lnTo>
                    <a:pt x="5433555" y="898740"/>
                  </a:lnTo>
                  <a:lnTo>
                    <a:pt x="5434012" y="897623"/>
                  </a:lnTo>
                  <a:lnTo>
                    <a:pt x="5434012" y="894994"/>
                  </a:lnTo>
                  <a:close/>
                </a:path>
                <a:path w="5577205" h="1792604">
                  <a:moveTo>
                    <a:pt x="5434012" y="3454"/>
                  </a:moveTo>
                  <a:lnTo>
                    <a:pt x="5433555" y="2336"/>
                  </a:lnTo>
                  <a:lnTo>
                    <a:pt x="5431688" y="469"/>
                  </a:lnTo>
                  <a:lnTo>
                    <a:pt x="5430571" y="0"/>
                  </a:lnTo>
                  <a:lnTo>
                    <a:pt x="5427942" y="0"/>
                  </a:lnTo>
                  <a:lnTo>
                    <a:pt x="5426811" y="469"/>
                  </a:lnTo>
                  <a:lnTo>
                    <a:pt x="5424957" y="2336"/>
                  </a:lnTo>
                  <a:lnTo>
                    <a:pt x="5424487" y="3454"/>
                  </a:lnTo>
                  <a:lnTo>
                    <a:pt x="5424487" y="6083"/>
                  </a:lnTo>
                  <a:lnTo>
                    <a:pt x="5424957" y="7200"/>
                  </a:lnTo>
                  <a:lnTo>
                    <a:pt x="5426811" y="9067"/>
                  </a:lnTo>
                  <a:lnTo>
                    <a:pt x="5427942" y="9525"/>
                  </a:lnTo>
                  <a:lnTo>
                    <a:pt x="5430571" y="9525"/>
                  </a:lnTo>
                  <a:lnTo>
                    <a:pt x="5431688" y="9067"/>
                  </a:lnTo>
                  <a:lnTo>
                    <a:pt x="5433555" y="7200"/>
                  </a:lnTo>
                  <a:lnTo>
                    <a:pt x="5434012" y="6083"/>
                  </a:lnTo>
                  <a:lnTo>
                    <a:pt x="5434012" y="3454"/>
                  </a:lnTo>
                  <a:close/>
                </a:path>
                <a:path w="5577205" h="1792604">
                  <a:moveTo>
                    <a:pt x="5481637" y="1786534"/>
                  </a:moveTo>
                  <a:lnTo>
                    <a:pt x="5481180" y="1785416"/>
                  </a:lnTo>
                  <a:lnTo>
                    <a:pt x="5479313" y="1783549"/>
                  </a:lnTo>
                  <a:lnTo>
                    <a:pt x="5478196" y="1783080"/>
                  </a:lnTo>
                  <a:lnTo>
                    <a:pt x="5475567" y="1783080"/>
                  </a:lnTo>
                  <a:lnTo>
                    <a:pt x="5474436" y="1783549"/>
                  </a:lnTo>
                  <a:lnTo>
                    <a:pt x="5472582" y="1785416"/>
                  </a:lnTo>
                  <a:lnTo>
                    <a:pt x="5472112" y="1786534"/>
                  </a:lnTo>
                  <a:lnTo>
                    <a:pt x="5472112" y="1789163"/>
                  </a:lnTo>
                  <a:lnTo>
                    <a:pt x="5472582" y="1790280"/>
                  </a:lnTo>
                  <a:lnTo>
                    <a:pt x="5474436" y="1792147"/>
                  </a:lnTo>
                  <a:lnTo>
                    <a:pt x="5475567" y="1792605"/>
                  </a:lnTo>
                  <a:lnTo>
                    <a:pt x="5478196" y="1792605"/>
                  </a:lnTo>
                  <a:lnTo>
                    <a:pt x="5479313" y="1792147"/>
                  </a:lnTo>
                  <a:lnTo>
                    <a:pt x="5481180" y="1790280"/>
                  </a:lnTo>
                  <a:lnTo>
                    <a:pt x="5481637" y="1789163"/>
                  </a:lnTo>
                  <a:lnTo>
                    <a:pt x="5481637" y="1786534"/>
                  </a:lnTo>
                  <a:close/>
                </a:path>
                <a:path w="5577205" h="1792604">
                  <a:moveTo>
                    <a:pt x="5481637" y="894994"/>
                  </a:moveTo>
                  <a:lnTo>
                    <a:pt x="5481180" y="893876"/>
                  </a:lnTo>
                  <a:lnTo>
                    <a:pt x="5479313" y="892009"/>
                  </a:lnTo>
                  <a:lnTo>
                    <a:pt x="5478196" y="891552"/>
                  </a:lnTo>
                  <a:lnTo>
                    <a:pt x="5475567" y="891552"/>
                  </a:lnTo>
                  <a:lnTo>
                    <a:pt x="5474436" y="892009"/>
                  </a:lnTo>
                  <a:lnTo>
                    <a:pt x="5472582" y="893876"/>
                  </a:lnTo>
                  <a:lnTo>
                    <a:pt x="5472112" y="894994"/>
                  </a:lnTo>
                  <a:lnTo>
                    <a:pt x="5472112" y="897623"/>
                  </a:lnTo>
                  <a:lnTo>
                    <a:pt x="5472582" y="898740"/>
                  </a:lnTo>
                  <a:lnTo>
                    <a:pt x="5474436" y="900607"/>
                  </a:lnTo>
                  <a:lnTo>
                    <a:pt x="5475567" y="901077"/>
                  </a:lnTo>
                  <a:lnTo>
                    <a:pt x="5478196" y="901077"/>
                  </a:lnTo>
                  <a:lnTo>
                    <a:pt x="5479313" y="900607"/>
                  </a:lnTo>
                  <a:lnTo>
                    <a:pt x="5481180" y="898740"/>
                  </a:lnTo>
                  <a:lnTo>
                    <a:pt x="5481637" y="897623"/>
                  </a:lnTo>
                  <a:lnTo>
                    <a:pt x="5481637" y="894994"/>
                  </a:lnTo>
                  <a:close/>
                </a:path>
                <a:path w="5577205" h="1792604">
                  <a:moveTo>
                    <a:pt x="5481637" y="3454"/>
                  </a:moveTo>
                  <a:lnTo>
                    <a:pt x="5481180" y="2336"/>
                  </a:lnTo>
                  <a:lnTo>
                    <a:pt x="5479313" y="469"/>
                  </a:lnTo>
                  <a:lnTo>
                    <a:pt x="5478196" y="0"/>
                  </a:lnTo>
                  <a:lnTo>
                    <a:pt x="5475567" y="0"/>
                  </a:lnTo>
                  <a:lnTo>
                    <a:pt x="5474436" y="469"/>
                  </a:lnTo>
                  <a:lnTo>
                    <a:pt x="5472582" y="2336"/>
                  </a:lnTo>
                  <a:lnTo>
                    <a:pt x="5472112" y="3454"/>
                  </a:lnTo>
                  <a:lnTo>
                    <a:pt x="5472112" y="6083"/>
                  </a:lnTo>
                  <a:lnTo>
                    <a:pt x="5472582" y="7200"/>
                  </a:lnTo>
                  <a:lnTo>
                    <a:pt x="5474436" y="9067"/>
                  </a:lnTo>
                  <a:lnTo>
                    <a:pt x="5475567" y="9525"/>
                  </a:lnTo>
                  <a:lnTo>
                    <a:pt x="5478196" y="9525"/>
                  </a:lnTo>
                  <a:lnTo>
                    <a:pt x="5479313" y="9067"/>
                  </a:lnTo>
                  <a:lnTo>
                    <a:pt x="5481180" y="7200"/>
                  </a:lnTo>
                  <a:lnTo>
                    <a:pt x="5481637" y="6083"/>
                  </a:lnTo>
                  <a:lnTo>
                    <a:pt x="5481637" y="3454"/>
                  </a:lnTo>
                  <a:close/>
                </a:path>
                <a:path w="5577205" h="1792604">
                  <a:moveTo>
                    <a:pt x="5529262" y="1786534"/>
                  </a:moveTo>
                  <a:lnTo>
                    <a:pt x="5528805" y="1785416"/>
                  </a:lnTo>
                  <a:lnTo>
                    <a:pt x="5526938" y="1783549"/>
                  </a:lnTo>
                  <a:lnTo>
                    <a:pt x="5525821" y="1783080"/>
                  </a:lnTo>
                  <a:lnTo>
                    <a:pt x="5523192" y="1783080"/>
                  </a:lnTo>
                  <a:lnTo>
                    <a:pt x="5522061" y="1783549"/>
                  </a:lnTo>
                  <a:lnTo>
                    <a:pt x="5520207" y="1785416"/>
                  </a:lnTo>
                  <a:lnTo>
                    <a:pt x="5519737" y="1786534"/>
                  </a:lnTo>
                  <a:lnTo>
                    <a:pt x="5519737" y="1789163"/>
                  </a:lnTo>
                  <a:lnTo>
                    <a:pt x="5520207" y="1790280"/>
                  </a:lnTo>
                  <a:lnTo>
                    <a:pt x="5522061" y="1792147"/>
                  </a:lnTo>
                  <a:lnTo>
                    <a:pt x="5523192" y="1792605"/>
                  </a:lnTo>
                  <a:lnTo>
                    <a:pt x="5525821" y="1792605"/>
                  </a:lnTo>
                  <a:lnTo>
                    <a:pt x="5526938" y="1792147"/>
                  </a:lnTo>
                  <a:lnTo>
                    <a:pt x="5528805" y="1790280"/>
                  </a:lnTo>
                  <a:lnTo>
                    <a:pt x="5529262" y="1789163"/>
                  </a:lnTo>
                  <a:lnTo>
                    <a:pt x="5529262" y="1786534"/>
                  </a:lnTo>
                  <a:close/>
                </a:path>
                <a:path w="5577205" h="1792604">
                  <a:moveTo>
                    <a:pt x="5529262" y="894994"/>
                  </a:moveTo>
                  <a:lnTo>
                    <a:pt x="5528805" y="893876"/>
                  </a:lnTo>
                  <a:lnTo>
                    <a:pt x="5526938" y="892009"/>
                  </a:lnTo>
                  <a:lnTo>
                    <a:pt x="5525821" y="891552"/>
                  </a:lnTo>
                  <a:lnTo>
                    <a:pt x="5523192" y="891552"/>
                  </a:lnTo>
                  <a:lnTo>
                    <a:pt x="5522061" y="892009"/>
                  </a:lnTo>
                  <a:lnTo>
                    <a:pt x="5520207" y="893876"/>
                  </a:lnTo>
                  <a:lnTo>
                    <a:pt x="5519737" y="894994"/>
                  </a:lnTo>
                  <a:lnTo>
                    <a:pt x="5519737" y="897623"/>
                  </a:lnTo>
                  <a:lnTo>
                    <a:pt x="5520207" y="898740"/>
                  </a:lnTo>
                  <a:lnTo>
                    <a:pt x="5522061" y="900607"/>
                  </a:lnTo>
                  <a:lnTo>
                    <a:pt x="5523192" y="901077"/>
                  </a:lnTo>
                  <a:lnTo>
                    <a:pt x="5525821" y="901077"/>
                  </a:lnTo>
                  <a:lnTo>
                    <a:pt x="5526938" y="900607"/>
                  </a:lnTo>
                  <a:lnTo>
                    <a:pt x="5528805" y="898740"/>
                  </a:lnTo>
                  <a:lnTo>
                    <a:pt x="5529262" y="897623"/>
                  </a:lnTo>
                  <a:lnTo>
                    <a:pt x="5529262" y="894994"/>
                  </a:lnTo>
                  <a:close/>
                </a:path>
                <a:path w="5577205" h="1792604">
                  <a:moveTo>
                    <a:pt x="5529262" y="3454"/>
                  </a:moveTo>
                  <a:lnTo>
                    <a:pt x="5528805" y="2336"/>
                  </a:lnTo>
                  <a:lnTo>
                    <a:pt x="5526938" y="469"/>
                  </a:lnTo>
                  <a:lnTo>
                    <a:pt x="5525821" y="0"/>
                  </a:lnTo>
                  <a:lnTo>
                    <a:pt x="5523192" y="0"/>
                  </a:lnTo>
                  <a:lnTo>
                    <a:pt x="5522061" y="469"/>
                  </a:lnTo>
                  <a:lnTo>
                    <a:pt x="5520207" y="2336"/>
                  </a:lnTo>
                  <a:lnTo>
                    <a:pt x="5519737" y="3454"/>
                  </a:lnTo>
                  <a:lnTo>
                    <a:pt x="5519737" y="6083"/>
                  </a:lnTo>
                  <a:lnTo>
                    <a:pt x="5520207" y="7200"/>
                  </a:lnTo>
                  <a:lnTo>
                    <a:pt x="5522061" y="9067"/>
                  </a:lnTo>
                  <a:lnTo>
                    <a:pt x="5523192" y="9525"/>
                  </a:lnTo>
                  <a:lnTo>
                    <a:pt x="5525821" y="9525"/>
                  </a:lnTo>
                  <a:lnTo>
                    <a:pt x="5526938" y="9067"/>
                  </a:lnTo>
                  <a:lnTo>
                    <a:pt x="5528805" y="7200"/>
                  </a:lnTo>
                  <a:lnTo>
                    <a:pt x="5529262" y="6083"/>
                  </a:lnTo>
                  <a:lnTo>
                    <a:pt x="5529262" y="3454"/>
                  </a:lnTo>
                  <a:close/>
                </a:path>
                <a:path w="5577205" h="1792604">
                  <a:moveTo>
                    <a:pt x="5576887" y="1786534"/>
                  </a:moveTo>
                  <a:lnTo>
                    <a:pt x="5576430" y="1785416"/>
                  </a:lnTo>
                  <a:lnTo>
                    <a:pt x="5574563" y="1783549"/>
                  </a:lnTo>
                  <a:lnTo>
                    <a:pt x="5573446" y="1783080"/>
                  </a:lnTo>
                  <a:lnTo>
                    <a:pt x="5570817" y="1783080"/>
                  </a:lnTo>
                  <a:lnTo>
                    <a:pt x="5569686" y="1783549"/>
                  </a:lnTo>
                  <a:lnTo>
                    <a:pt x="5567832" y="1785416"/>
                  </a:lnTo>
                  <a:lnTo>
                    <a:pt x="5567362" y="1786534"/>
                  </a:lnTo>
                  <a:lnTo>
                    <a:pt x="5567362" y="1789163"/>
                  </a:lnTo>
                  <a:lnTo>
                    <a:pt x="5567832" y="1790280"/>
                  </a:lnTo>
                  <a:lnTo>
                    <a:pt x="5569686" y="1792147"/>
                  </a:lnTo>
                  <a:lnTo>
                    <a:pt x="5570817" y="1792605"/>
                  </a:lnTo>
                  <a:lnTo>
                    <a:pt x="5573446" y="1792605"/>
                  </a:lnTo>
                  <a:lnTo>
                    <a:pt x="5574563" y="1792147"/>
                  </a:lnTo>
                  <a:lnTo>
                    <a:pt x="5576430" y="1790280"/>
                  </a:lnTo>
                  <a:lnTo>
                    <a:pt x="5576887" y="1789163"/>
                  </a:lnTo>
                  <a:lnTo>
                    <a:pt x="5576887" y="1786534"/>
                  </a:lnTo>
                  <a:close/>
                </a:path>
                <a:path w="5577205" h="1792604">
                  <a:moveTo>
                    <a:pt x="5576887" y="894994"/>
                  </a:moveTo>
                  <a:lnTo>
                    <a:pt x="5576430" y="893876"/>
                  </a:lnTo>
                  <a:lnTo>
                    <a:pt x="5574563" y="892009"/>
                  </a:lnTo>
                  <a:lnTo>
                    <a:pt x="5573446" y="891552"/>
                  </a:lnTo>
                  <a:lnTo>
                    <a:pt x="5570817" y="891552"/>
                  </a:lnTo>
                  <a:lnTo>
                    <a:pt x="5569686" y="892009"/>
                  </a:lnTo>
                  <a:lnTo>
                    <a:pt x="5567832" y="893876"/>
                  </a:lnTo>
                  <a:lnTo>
                    <a:pt x="5567362" y="894994"/>
                  </a:lnTo>
                  <a:lnTo>
                    <a:pt x="5567362" y="897623"/>
                  </a:lnTo>
                  <a:lnTo>
                    <a:pt x="5567832" y="898740"/>
                  </a:lnTo>
                  <a:lnTo>
                    <a:pt x="5569686" y="900607"/>
                  </a:lnTo>
                  <a:lnTo>
                    <a:pt x="5570817" y="901077"/>
                  </a:lnTo>
                  <a:lnTo>
                    <a:pt x="5573446" y="901077"/>
                  </a:lnTo>
                  <a:lnTo>
                    <a:pt x="5574563" y="900607"/>
                  </a:lnTo>
                  <a:lnTo>
                    <a:pt x="5576430" y="898740"/>
                  </a:lnTo>
                  <a:lnTo>
                    <a:pt x="5576887" y="897623"/>
                  </a:lnTo>
                  <a:lnTo>
                    <a:pt x="5576887" y="894994"/>
                  </a:lnTo>
                  <a:close/>
                </a:path>
                <a:path w="5577205" h="1792604">
                  <a:moveTo>
                    <a:pt x="5576887" y="3454"/>
                  </a:moveTo>
                  <a:lnTo>
                    <a:pt x="5576430" y="2336"/>
                  </a:lnTo>
                  <a:lnTo>
                    <a:pt x="5574563" y="469"/>
                  </a:lnTo>
                  <a:lnTo>
                    <a:pt x="5573446" y="0"/>
                  </a:lnTo>
                  <a:lnTo>
                    <a:pt x="5570817" y="0"/>
                  </a:lnTo>
                  <a:lnTo>
                    <a:pt x="5569686" y="469"/>
                  </a:lnTo>
                  <a:lnTo>
                    <a:pt x="5567832" y="2336"/>
                  </a:lnTo>
                  <a:lnTo>
                    <a:pt x="5567362" y="3454"/>
                  </a:lnTo>
                  <a:lnTo>
                    <a:pt x="5567362" y="6083"/>
                  </a:lnTo>
                  <a:lnTo>
                    <a:pt x="5567832" y="7200"/>
                  </a:lnTo>
                  <a:lnTo>
                    <a:pt x="5569686" y="9067"/>
                  </a:lnTo>
                  <a:lnTo>
                    <a:pt x="5570817" y="9525"/>
                  </a:lnTo>
                  <a:lnTo>
                    <a:pt x="5573446" y="9525"/>
                  </a:lnTo>
                  <a:lnTo>
                    <a:pt x="5574563" y="9067"/>
                  </a:lnTo>
                  <a:lnTo>
                    <a:pt x="5576430" y="7200"/>
                  </a:lnTo>
                  <a:lnTo>
                    <a:pt x="5576887" y="6083"/>
                  </a:lnTo>
                  <a:lnTo>
                    <a:pt x="5576887" y="3454"/>
                  </a:lnTo>
                  <a:close/>
                </a:path>
              </a:pathLst>
            </a:custGeom>
            <a:solidFill>
              <a:srgbClr val="605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48624" y="1948814"/>
              <a:ext cx="589915" cy="1337310"/>
            </a:xfrm>
            <a:custGeom>
              <a:avLst/>
              <a:gdLst/>
              <a:ahLst/>
              <a:cxnLst/>
              <a:rect l="l" t="t" r="r" b="b"/>
              <a:pathLst>
                <a:path w="589915" h="1337310">
                  <a:moveTo>
                    <a:pt x="589547" y="1337309"/>
                  </a:moveTo>
                  <a:lnTo>
                    <a:pt x="0" y="1337309"/>
                  </a:lnTo>
                  <a:lnTo>
                    <a:pt x="0" y="0"/>
                  </a:lnTo>
                  <a:lnTo>
                    <a:pt x="589547" y="0"/>
                  </a:lnTo>
                  <a:lnTo>
                    <a:pt x="589547" y="1337309"/>
                  </a:lnTo>
                  <a:close/>
                </a:path>
              </a:pathLst>
            </a:custGeom>
            <a:solidFill>
              <a:srgbClr val="36FF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48624" y="1948814"/>
              <a:ext cx="589915" cy="1337310"/>
            </a:xfrm>
            <a:custGeom>
              <a:avLst/>
              <a:gdLst/>
              <a:ahLst/>
              <a:cxnLst/>
              <a:rect l="l" t="t" r="r" b="b"/>
              <a:pathLst>
                <a:path w="589915" h="1337310">
                  <a:moveTo>
                    <a:pt x="0" y="0"/>
                  </a:moveTo>
                  <a:lnTo>
                    <a:pt x="589547" y="0"/>
                  </a:lnTo>
                  <a:lnTo>
                    <a:pt x="589547" y="1337309"/>
                  </a:lnTo>
                  <a:lnTo>
                    <a:pt x="0" y="133730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04374" y="1948814"/>
              <a:ext cx="589915" cy="1337310"/>
            </a:xfrm>
            <a:custGeom>
              <a:avLst/>
              <a:gdLst/>
              <a:ahLst/>
              <a:cxnLst/>
              <a:rect l="l" t="t" r="r" b="b"/>
              <a:pathLst>
                <a:path w="589915" h="1337310">
                  <a:moveTo>
                    <a:pt x="589547" y="1337309"/>
                  </a:moveTo>
                  <a:lnTo>
                    <a:pt x="0" y="1337309"/>
                  </a:lnTo>
                  <a:lnTo>
                    <a:pt x="0" y="0"/>
                  </a:lnTo>
                  <a:lnTo>
                    <a:pt x="589547" y="0"/>
                  </a:lnTo>
                  <a:lnTo>
                    <a:pt x="589547" y="1337309"/>
                  </a:lnTo>
                  <a:close/>
                </a:path>
              </a:pathLst>
            </a:custGeom>
            <a:solidFill>
              <a:srgbClr val="36FF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604374" y="1948814"/>
              <a:ext cx="589915" cy="1337310"/>
            </a:xfrm>
            <a:custGeom>
              <a:avLst/>
              <a:gdLst/>
              <a:ahLst/>
              <a:cxnLst/>
              <a:rect l="l" t="t" r="r" b="b"/>
              <a:pathLst>
                <a:path w="589915" h="1337310">
                  <a:moveTo>
                    <a:pt x="0" y="0"/>
                  </a:moveTo>
                  <a:lnTo>
                    <a:pt x="589547" y="0"/>
                  </a:lnTo>
                  <a:lnTo>
                    <a:pt x="589547" y="1337309"/>
                  </a:lnTo>
                  <a:lnTo>
                    <a:pt x="0" y="133730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38171" y="2082545"/>
              <a:ext cx="2145665" cy="1203960"/>
            </a:xfrm>
            <a:custGeom>
              <a:avLst/>
              <a:gdLst/>
              <a:ahLst/>
              <a:cxnLst/>
              <a:rect l="l" t="t" r="r" b="b"/>
              <a:pathLst>
                <a:path w="2145665" h="1203960">
                  <a:moveTo>
                    <a:pt x="589546" y="445770"/>
                  </a:moveTo>
                  <a:lnTo>
                    <a:pt x="0" y="445770"/>
                  </a:lnTo>
                  <a:lnTo>
                    <a:pt x="0" y="1203579"/>
                  </a:lnTo>
                  <a:lnTo>
                    <a:pt x="589546" y="1203579"/>
                  </a:lnTo>
                  <a:lnTo>
                    <a:pt x="589546" y="445770"/>
                  </a:lnTo>
                  <a:close/>
                </a:path>
                <a:path w="2145665" h="1203960">
                  <a:moveTo>
                    <a:pt x="2145296" y="0"/>
                  </a:moveTo>
                  <a:lnTo>
                    <a:pt x="1555750" y="0"/>
                  </a:lnTo>
                  <a:lnTo>
                    <a:pt x="1555750" y="1203579"/>
                  </a:lnTo>
                  <a:lnTo>
                    <a:pt x="2145296" y="1203579"/>
                  </a:lnTo>
                  <a:lnTo>
                    <a:pt x="2145296" y="0"/>
                  </a:lnTo>
                  <a:close/>
                </a:path>
              </a:pathLst>
            </a:custGeom>
            <a:solidFill>
              <a:srgbClr val="F07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14965" y="1593032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30.00%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73481" y="1593032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30.00%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267665" y="2136314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17.00%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726181" y="1718405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27.00%</a:t>
            </a:r>
            <a:endParaRPr sz="1031">
              <a:latin typeface="Arial Black"/>
              <a:cs typeface="Arial Blac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14090" y="3277194"/>
            <a:ext cx="10943630" cy="2571750"/>
            <a:chOff x="690562" y="3495674"/>
            <a:chExt cx="11673205" cy="2743200"/>
          </a:xfrm>
        </p:grpSpPr>
        <p:sp>
          <p:nvSpPr>
            <p:cNvPr id="39" name="object 39"/>
            <p:cNvSpPr/>
            <p:nvPr/>
          </p:nvSpPr>
          <p:spPr>
            <a:xfrm>
              <a:off x="695324" y="3495674"/>
              <a:ext cx="11668125" cy="9525"/>
            </a:xfrm>
            <a:custGeom>
              <a:avLst/>
              <a:gdLst/>
              <a:ahLst/>
              <a:cxnLst/>
              <a:rect l="l" t="t" r="r" b="b"/>
              <a:pathLst>
                <a:path w="11668125" h="9525">
                  <a:moveTo>
                    <a:pt x="116681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668124" y="0"/>
                  </a:lnTo>
                  <a:lnTo>
                    <a:pt x="11668124" y="9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0562" y="4446269"/>
              <a:ext cx="5695950" cy="1792605"/>
            </a:xfrm>
            <a:custGeom>
              <a:avLst/>
              <a:gdLst/>
              <a:ahLst/>
              <a:cxnLst/>
              <a:rect l="l" t="t" r="r" b="b"/>
              <a:pathLst>
                <a:path w="5695950" h="1792604">
                  <a:moveTo>
                    <a:pt x="4762" y="1783080"/>
                  </a:moveTo>
                  <a:lnTo>
                    <a:pt x="3441" y="1783080"/>
                  </a:lnTo>
                  <a:lnTo>
                    <a:pt x="2324" y="1783549"/>
                  </a:lnTo>
                  <a:lnTo>
                    <a:pt x="457" y="1785416"/>
                  </a:lnTo>
                  <a:lnTo>
                    <a:pt x="0" y="1786534"/>
                  </a:lnTo>
                  <a:lnTo>
                    <a:pt x="0" y="1789163"/>
                  </a:lnTo>
                  <a:lnTo>
                    <a:pt x="457" y="1790280"/>
                  </a:lnTo>
                  <a:lnTo>
                    <a:pt x="2324" y="1792147"/>
                  </a:lnTo>
                  <a:lnTo>
                    <a:pt x="3441" y="1792605"/>
                  </a:lnTo>
                  <a:lnTo>
                    <a:pt x="4762" y="1792605"/>
                  </a:lnTo>
                  <a:lnTo>
                    <a:pt x="4762" y="1783080"/>
                  </a:lnTo>
                  <a:close/>
                </a:path>
                <a:path w="5695950" h="1792604">
                  <a:moveTo>
                    <a:pt x="4762" y="891540"/>
                  </a:moveTo>
                  <a:lnTo>
                    <a:pt x="3441" y="891540"/>
                  </a:lnTo>
                  <a:lnTo>
                    <a:pt x="2324" y="892009"/>
                  </a:lnTo>
                  <a:lnTo>
                    <a:pt x="457" y="893876"/>
                  </a:lnTo>
                  <a:lnTo>
                    <a:pt x="0" y="894994"/>
                  </a:lnTo>
                  <a:lnTo>
                    <a:pt x="0" y="897623"/>
                  </a:lnTo>
                  <a:lnTo>
                    <a:pt x="457" y="898740"/>
                  </a:lnTo>
                  <a:lnTo>
                    <a:pt x="2324" y="900607"/>
                  </a:lnTo>
                  <a:lnTo>
                    <a:pt x="3441" y="901065"/>
                  </a:lnTo>
                  <a:lnTo>
                    <a:pt x="4762" y="901065"/>
                  </a:lnTo>
                  <a:lnTo>
                    <a:pt x="4762" y="891540"/>
                  </a:lnTo>
                  <a:close/>
                </a:path>
                <a:path w="5695950" h="1792604">
                  <a:moveTo>
                    <a:pt x="4762" y="0"/>
                  </a:moveTo>
                  <a:lnTo>
                    <a:pt x="3441" y="0"/>
                  </a:lnTo>
                  <a:lnTo>
                    <a:pt x="2324" y="469"/>
                  </a:lnTo>
                  <a:lnTo>
                    <a:pt x="457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57" y="7200"/>
                  </a:lnTo>
                  <a:lnTo>
                    <a:pt x="2324" y="9067"/>
                  </a:lnTo>
                  <a:lnTo>
                    <a:pt x="3441" y="9525"/>
                  </a:lnTo>
                  <a:lnTo>
                    <a:pt x="4762" y="9525"/>
                  </a:lnTo>
                  <a:lnTo>
                    <a:pt x="4762" y="0"/>
                  </a:lnTo>
                  <a:close/>
                </a:path>
                <a:path w="5695950" h="1792604">
                  <a:moveTo>
                    <a:pt x="123812" y="1786534"/>
                  </a:moveTo>
                  <a:lnTo>
                    <a:pt x="123355" y="1785416"/>
                  </a:lnTo>
                  <a:lnTo>
                    <a:pt x="121488" y="1783549"/>
                  </a:lnTo>
                  <a:lnTo>
                    <a:pt x="120370" y="1783080"/>
                  </a:lnTo>
                  <a:lnTo>
                    <a:pt x="119062" y="1783080"/>
                  </a:lnTo>
                  <a:lnTo>
                    <a:pt x="119062" y="1792605"/>
                  </a:lnTo>
                  <a:lnTo>
                    <a:pt x="120370" y="1792605"/>
                  </a:lnTo>
                  <a:lnTo>
                    <a:pt x="121488" y="1792147"/>
                  </a:lnTo>
                  <a:lnTo>
                    <a:pt x="123355" y="1790280"/>
                  </a:lnTo>
                  <a:lnTo>
                    <a:pt x="123812" y="1789163"/>
                  </a:lnTo>
                  <a:lnTo>
                    <a:pt x="123812" y="1786534"/>
                  </a:lnTo>
                  <a:close/>
                </a:path>
                <a:path w="5695950" h="1792604">
                  <a:moveTo>
                    <a:pt x="123812" y="894994"/>
                  </a:moveTo>
                  <a:lnTo>
                    <a:pt x="123355" y="893876"/>
                  </a:lnTo>
                  <a:lnTo>
                    <a:pt x="121488" y="892009"/>
                  </a:lnTo>
                  <a:lnTo>
                    <a:pt x="120370" y="891540"/>
                  </a:lnTo>
                  <a:lnTo>
                    <a:pt x="119062" y="891540"/>
                  </a:lnTo>
                  <a:lnTo>
                    <a:pt x="119062" y="901065"/>
                  </a:lnTo>
                  <a:lnTo>
                    <a:pt x="120370" y="901065"/>
                  </a:lnTo>
                  <a:lnTo>
                    <a:pt x="121488" y="900607"/>
                  </a:lnTo>
                  <a:lnTo>
                    <a:pt x="123355" y="898740"/>
                  </a:lnTo>
                  <a:lnTo>
                    <a:pt x="123812" y="897623"/>
                  </a:lnTo>
                  <a:lnTo>
                    <a:pt x="123812" y="894994"/>
                  </a:lnTo>
                  <a:close/>
                </a:path>
                <a:path w="5695950" h="1792604">
                  <a:moveTo>
                    <a:pt x="123812" y="3454"/>
                  </a:moveTo>
                  <a:lnTo>
                    <a:pt x="123355" y="2336"/>
                  </a:lnTo>
                  <a:lnTo>
                    <a:pt x="121488" y="469"/>
                  </a:lnTo>
                  <a:lnTo>
                    <a:pt x="120370" y="0"/>
                  </a:lnTo>
                  <a:lnTo>
                    <a:pt x="119062" y="0"/>
                  </a:lnTo>
                  <a:lnTo>
                    <a:pt x="119062" y="9525"/>
                  </a:lnTo>
                  <a:lnTo>
                    <a:pt x="120370" y="9525"/>
                  </a:lnTo>
                  <a:lnTo>
                    <a:pt x="121488" y="9067"/>
                  </a:lnTo>
                  <a:lnTo>
                    <a:pt x="123355" y="7200"/>
                  </a:lnTo>
                  <a:lnTo>
                    <a:pt x="123812" y="6083"/>
                  </a:lnTo>
                  <a:lnTo>
                    <a:pt x="123812" y="3454"/>
                  </a:lnTo>
                  <a:close/>
                </a:path>
                <a:path w="5695950" h="1792604">
                  <a:moveTo>
                    <a:pt x="171437" y="1786534"/>
                  </a:moveTo>
                  <a:lnTo>
                    <a:pt x="170980" y="1785416"/>
                  </a:lnTo>
                  <a:lnTo>
                    <a:pt x="169113" y="1783549"/>
                  </a:lnTo>
                  <a:lnTo>
                    <a:pt x="167995" y="1783080"/>
                  </a:lnTo>
                  <a:lnTo>
                    <a:pt x="165366" y="1783080"/>
                  </a:lnTo>
                  <a:lnTo>
                    <a:pt x="164249" y="1783549"/>
                  </a:lnTo>
                  <a:lnTo>
                    <a:pt x="162382" y="1785416"/>
                  </a:lnTo>
                  <a:lnTo>
                    <a:pt x="161912" y="1786534"/>
                  </a:lnTo>
                  <a:lnTo>
                    <a:pt x="161912" y="1789163"/>
                  </a:lnTo>
                  <a:lnTo>
                    <a:pt x="162382" y="1790280"/>
                  </a:lnTo>
                  <a:lnTo>
                    <a:pt x="164249" y="1792147"/>
                  </a:lnTo>
                  <a:lnTo>
                    <a:pt x="165366" y="1792605"/>
                  </a:lnTo>
                  <a:lnTo>
                    <a:pt x="167995" y="1792605"/>
                  </a:lnTo>
                  <a:lnTo>
                    <a:pt x="169113" y="1792147"/>
                  </a:lnTo>
                  <a:lnTo>
                    <a:pt x="170980" y="1790280"/>
                  </a:lnTo>
                  <a:lnTo>
                    <a:pt x="171437" y="1789163"/>
                  </a:lnTo>
                  <a:lnTo>
                    <a:pt x="171437" y="1786534"/>
                  </a:lnTo>
                  <a:close/>
                </a:path>
                <a:path w="5695950" h="1792604">
                  <a:moveTo>
                    <a:pt x="171437" y="894994"/>
                  </a:moveTo>
                  <a:lnTo>
                    <a:pt x="170980" y="893876"/>
                  </a:lnTo>
                  <a:lnTo>
                    <a:pt x="169113" y="892009"/>
                  </a:lnTo>
                  <a:lnTo>
                    <a:pt x="167995" y="891540"/>
                  </a:lnTo>
                  <a:lnTo>
                    <a:pt x="165366" y="891540"/>
                  </a:lnTo>
                  <a:lnTo>
                    <a:pt x="164249" y="892009"/>
                  </a:lnTo>
                  <a:lnTo>
                    <a:pt x="162382" y="893876"/>
                  </a:lnTo>
                  <a:lnTo>
                    <a:pt x="161912" y="894994"/>
                  </a:lnTo>
                  <a:lnTo>
                    <a:pt x="161912" y="897623"/>
                  </a:lnTo>
                  <a:lnTo>
                    <a:pt x="162382" y="898740"/>
                  </a:lnTo>
                  <a:lnTo>
                    <a:pt x="164249" y="900607"/>
                  </a:lnTo>
                  <a:lnTo>
                    <a:pt x="165366" y="901065"/>
                  </a:lnTo>
                  <a:lnTo>
                    <a:pt x="167995" y="901065"/>
                  </a:lnTo>
                  <a:lnTo>
                    <a:pt x="169113" y="900607"/>
                  </a:lnTo>
                  <a:lnTo>
                    <a:pt x="170980" y="898740"/>
                  </a:lnTo>
                  <a:lnTo>
                    <a:pt x="171437" y="897623"/>
                  </a:lnTo>
                  <a:lnTo>
                    <a:pt x="171437" y="894994"/>
                  </a:lnTo>
                  <a:close/>
                </a:path>
                <a:path w="5695950" h="1792604">
                  <a:moveTo>
                    <a:pt x="171437" y="3454"/>
                  </a:moveTo>
                  <a:lnTo>
                    <a:pt x="170980" y="2336"/>
                  </a:lnTo>
                  <a:lnTo>
                    <a:pt x="169113" y="469"/>
                  </a:lnTo>
                  <a:lnTo>
                    <a:pt x="167995" y="0"/>
                  </a:lnTo>
                  <a:lnTo>
                    <a:pt x="165366" y="0"/>
                  </a:lnTo>
                  <a:lnTo>
                    <a:pt x="164249" y="469"/>
                  </a:lnTo>
                  <a:lnTo>
                    <a:pt x="162382" y="2336"/>
                  </a:lnTo>
                  <a:lnTo>
                    <a:pt x="161912" y="3454"/>
                  </a:lnTo>
                  <a:lnTo>
                    <a:pt x="161912" y="6083"/>
                  </a:lnTo>
                  <a:lnTo>
                    <a:pt x="162382" y="7200"/>
                  </a:lnTo>
                  <a:lnTo>
                    <a:pt x="164249" y="9067"/>
                  </a:lnTo>
                  <a:lnTo>
                    <a:pt x="165366" y="9525"/>
                  </a:lnTo>
                  <a:lnTo>
                    <a:pt x="167995" y="9525"/>
                  </a:lnTo>
                  <a:lnTo>
                    <a:pt x="169113" y="9067"/>
                  </a:lnTo>
                  <a:lnTo>
                    <a:pt x="170980" y="7200"/>
                  </a:lnTo>
                  <a:lnTo>
                    <a:pt x="171437" y="6083"/>
                  </a:lnTo>
                  <a:lnTo>
                    <a:pt x="171437" y="3454"/>
                  </a:lnTo>
                  <a:close/>
                </a:path>
                <a:path w="5695950" h="1792604">
                  <a:moveTo>
                    <a:pt x="219062" y="1786534"/>
                  </a:moveTo>
                  <a:lnTo>
                    <a:pt x="218605" y="1785416"/>
                  </a:lnTo>
                  <a:lnTo>
                    <a:pt x="216738" y="1783549"/>
                  </a:lnTo>
                  <a:lnTo>
                    <a:pt x="215620" y="1783080"/>
                  </a:lnTo>
                  <a:lnTo>
                    <a:pt x="212991" y="1783080"/>
                  </a:lnTo>
                  <a:lnTo>
                    <a:pt x="211874" y="1783549"/>
                  </a:lnTo>
                  <a:lnTo>
                    <a:pt x="210007" y="1785416"/>
                  </a:lnTo>
                  <a:lnTo>
                    <a:pt x="209537" y="1786534"/>
                  </a:lnTo>
                  <a:lnTo>
                    <a:pt x="209537" y="1789163"/>
                  </a:lnTo>
                  <a:lnTo>
                    <a:pt x="210007" y="1790280"/>
                  </a:lnTo>
                  <a:lnTo>
                    <a:pt x="211874" y="1792147"/>
                  </a:lnTo>
                  <a:lnTo>
                    <a:pt x="212991" y="1792605"/>
                  </a:lnTo>
                  <a:lnTo>
                    <a:pt x="215620" y="1792605"/>
                  </a:lnTo>
                  <a:lnTo>
                    <a:pt x="216738" y="1792147"/>
                  </a:lnTo>
                  <a:lnTo>
                    <a:pt x="218605" y="1790280"/>
                  </a:lnTo>
                  <a:lnTo>
                    <a:pt x="219062" y="1789163"/>
                  </a:lnTo>
                  <a:lnTo>
                    <a:pt x="219062" y="1786534"/>
                  </a:lnTo>
                  <a:close/>
                </a:path>
                <a:path w="5695950" h="1792604">
                  <a:moveTo>
                    <a:pt x="219062" y="894994"/>
                  </a:moveTo>
                  <a:lnTo>
                    <a:pt x="218605" y="893876"/>
                  </a:lnTo>
                  <a:lnTo>
                    <a:pt x="216738" y="892009"/>
                  </a:lnTo>
                  <a:lnTo>
                    <a:pt x="215620" y="891540"/>
                  </a:lnTo>
                  <a:lnTo>
                    <a:pt x="212991" y="891540"/>
                  </a:lnTo>
                  <a:lnTo>
                    <a:pt x="211874" y="892009"/>
                  </a:lnTo>
                  <a:lnTo>
                    <a:pt x="210007" y="893876"/>
                  </a:lnTo>
                  <a:lnTo>
                    <a:pt x="209537" y="894994"/>
                  </a:lnTo>
                  <a:lnTo>
                    <a:pt x="209537" y="897623"/>
                  </a:lnTo>
                  <a:lnTo>
                    <a:pt x="210007" y="898740"/>
                  </a:lnTo>
                  <a:lnTo>
                    <a:pt x="211874" y="900607"/>
                  </a:lnTo>
                  <a:lnTo>
                    <a:pt x="212991" y="901065"/>
                  </a:lnTo>
                  <a:lnTo>
                    <a:pt x="215620" y="901065"/>
                  </a:lnTo>
                  <a:lnTo>
                    <a:pt x="216738" y="900607"/>
                  </a:lnTo>
                  <a:lnTo>
                    <a:pt x="218605" y="898740"/>
                  </a:lnTo>
                  <a:lnTo>
                    <a:pt x="219062" y="897623"/>
                  </a:lnTo>
                  <a:lnTo>
                    <a:pt x="219062" y="894994"/>
                  </a:lnTo>
                  <a:close/>
                </a:path>
                <a:path w="5695950" h="1792604">
                  <a:moveTo>
                    <a:pt x="219062" y="3454"/>
                  </a:moveTo>
                  <a:lnTo>
                    <a:pt x="218605" y="2336"/>
                  </a:lnTo>
                  <a:lnTo>
                    <a:pt x="216738" y="469"/>
                  </a:lnTo>
                  <a:lnTo>
                    <a:pt x="215620" y="0"/>
                  </a:lnTo>
                  <a:lnTo>
                    <a:pt x="212991" y="0"/>
                  </a:lnTo>
                  <a:lnTo>
                    <a:pt x="211874" y="469"/>
                  </a:lnTo>
                  <a:lnTo>
                    <a:pt x="210007" y="2336"/>
                  </a:lnTo>
                  <a:lnTo>
                    <a:pt x="209537" y="3454"/>
                  </a:lnTo>
                  <a:lnTo>
                    <a:pt x="209537" y="6083"/>
                  </a:lnTo>
                  <a:lnTo>
                    <a:pt x="210007" y="7200"/>
                  </a:lnTo>
                  <a:lnTo>
                    <a:pt x="211874" y="9067"/>
                  </a:lnTo>
                  <a:lnTo>
                    <a:pt x="212991" y="9525"/>
                  </a:lnTo>
                  <a:lnTo>
                    <a:pt x="215620" y="9525"/>
                  </a:lnTo>
                  <a:lnTo>
                    <a:pt x="216738" y="9067"/>
                  </a:lnTo>
                  <a:lnTo>
                    <a:pt x="218605" y="7200"/>
                  </a:lnTo>
                  <a:lnTo>
                    <a:pt x="219062" y="6083"/>
                  </a:lnTo>
                  <a:lnTo>
                    <a:pt x="219062" y="3454"/>
                  </a:lnTo>
                  <a:close/>
                </a:path>
                <a:path w="5695950" h="1792604">
                  <a:moveTo>
                    <a:pt x="266687" y="1786534"/>
                  </a:moveTo>
                  <a:lnTo>
                    <a:pt x="266230" y="1785416"/>
                  </a:lnTo>
                  <a:lnTo>
                    <a:pt x="264363" y="1783549"/>
                  </a:lnTo>
                  <a:lnTo>
                    <a:pt x="263245" y="1783080"/>
                  </a:lnTo>
                  <a:lnTo>
                    <a:pt x="260616" y="1783080"/>
                  </a:lnTo>
                  <a:lnTo>
                    <a:pt x="259499" y="1783549"/>
                  </a:lnTo>
                  <a:lnTo>
                    <a:pt x="257632" y="1785416"/>
                  </a:lnTo>
                  <a:lnTo>
                    <a:pt x="257162" y="1786534"/>
                  </a:lnTo>
                  <a:lnTo>
                    <a:pt x="257162" y="1789163"/>
                  </a:lnTo>
                  <a:lnTo>
                    <a:pt x="257632" y="1790280"/>
                  </a:lnTo>
                  <a:lnTo>
                    <a:pt x="259499" y="1792147"/>
                  </a:lnTo>
                  <a:lnTo>
                    <a:pt x="260616" y="1792605"/>
                  </a:lnTo>
                  <a:lnTo>
                    <a:pt x="263245" y="1792605"/>
                  </a:lnTo>
                  <a:lnTo>
                    <a:pt x="264363" y="1792147"/>
                  </a:lnTo>
                  <a:lnTo>
                    <a:pt x="266230" y="1790280"/>
                  </a:lnTo>
                  <a:lnTo>
                    <a:pt x="266687" y="1789163"/>
                  </a:lnTo>
                  <a:lnTo>
                    <a:pt x="266687" y="1786534"/>
                  </a:lnTo>
                  <a:close/>
                </a:path>
                <a:path w="5695950" h="1792604">
                  <a:moveTo>
                    <a:pt x="266687" y="894994"/>
                  </a:moveTo>
                  <a:lnTo>
                    <a:pt x="266230" y="893876"/>
                  </a:lnTo>
                  <a:lnTo>
                    <a:pt x="264363" y="892009"/>
                  </a:lnTo>
                  <a:lnTo>
                    <a:pt x="263245" y="891540"/>
                  </a:lnTo>
                  <a:lnTo>
                    <a:pt x="260616" y="891540"/>
                  </a:lnTo>
                  <a:lnTo>
                    <a:pt x="259499" y="892009"/>
                  </a:lnTo>
                  <a:lnTo>
                    <a:pt x="257632" y="893876"/>
                  </a:lnTo>
                  <a:lnTo>
                    <a:pt x="257162" y="894994"/>
                  </a:lnTo>
                  <a:lnTo>
                    <a:pt x="257162" y="897623"/>
                  </a:lnTo>
                  <a:lnTo>
                    <a:pt x="257632" y="898740"/>
                  </a:lnTo>
                  <a:lnTo>
                    <a:pt x="259499" y="900607"/>
                  </a:lnTo>
                  <a:lnTo>
                    <a:pt x="260616" y="901065"/>
                  </a:lnTo>
                  <a:lnTo>
                    <a:pt x="263245" y="901065"/>
                  </a:lnTo>
                  <a:lnTo>
                    <a:pt x="264363" y="900607"/>
                  </a:lnTo>
                  <a:lnTo>
                    <a:pt x="266230" y="898740"/>
                  </a:lnTo>
                  <a:lnTo>
                    <a:pt x="266687" y="897623"/>
                  </a:lnTo>
                  <a:lnTo>
                    <a:pt x="266687" y="894994"/>
                  </a:lnTo>
                  <a:close/>
                </a:path>
                <a:path w="5695950" h="1792604">
                  <a:moveTo>
                    <a:pt x="266687" y="3454"/>
                  </a:moveTo>
                  <a:lnTo>
                    <a:pt x="266230" y="2336"/>
                  </a:lnTo>
                  <a:lnTo>
                    <a:pt x="264363" y="469"/>
                  </a:lnTo>
                  <a:lnTo>
                    <a:pt x="263245" y="0"/>
                  </a:lnTo>
                  <a:lnTo>
                    <a:pt x="260616" y="0"/>
                  </a:lnTo>
                  <a:lnTo>
                    <a:pt x="259499" y="469"/>
                  </a:lnTo>
                  <a:lnTo>
                    <a:pt x="257632" y="2336"/>
                  </a:lnTo>
                  <a:lnTo>
                    <a:pt x="257162" y="3454"/>
                  </a:lnTo>
                  <a:lnTo>
                    <a:pt x="257162" y="6083"/>
                  </a:lnTo>
                  <a:lnTo>
                    <a:pt x="257632" y="7200"/>
                  </a:lnTo>
                  <a:lnTo>
                    <a:pt x="259499" y="9067"/>
                  </a:lnTo>
                  <a:lnTo>
                    <a:pt x="260616" y="9525"/>
                  </a:lnTo>
                  <a:lnTo>
                    <a:pt x="263245" y="9525"/>
                  </a:lnTo>
                  <a:lnTo>
                    <a:pt x="264363" y="9067"/>
                  </a:lnTo>
                  <a:lnTo>
                    <a:pt x="266230" y="7200"/>
                  </a:lnTo>
                  <a:lnTo>
                    <a:pt x="266687" y="6083"/>
                  </a:lnTo>
                  <a:lnTo>
                    <a:pt x="266687" y="3454"/>
                  </a:lnTo>
                  <a:close/>
                </a:path>
                <a:path w="5695950" h="1792604">
                  <a:moveTo>
                    <a:pt x="314312" y="1786534"/>
                  </a:moveTo>
                  <a:lnTo>
                    <a:pt x="313855" y="1785416"/>
                  </a:lnTo>
                  <a:lnTo>
                    <a:pt x="311988" y="1783549"/>
                  </a:lnTo>
                  <a:lnTo>
                    <a:pt x="310870" y="1783080"/>
                  </a:lnTo>
                  <a:lnTo>
                    <a:pt x="308241" y="1783080"/>
                  </a:lnTo>
                  <a:lnTo>
                    <a:pt x="307124" y="1783549"/>
                  </a:lnTo>
                  <a:lnTo>
                    <a:pt x="305257" y="1785416"/>
                  </a:lnTo>
                  <a:lnTo>
                    <a:pt x="304787" y="1786534"/>
                  </a:lnTo>
                  <a:lnTo>
                    <a:pt x="304787" y="1789163"/>
                  </a:lnTo>
                  <a:lnTo>
                    <a:pt x="305257" y="1790280"/>
                  </a:lnTo>
                  <a:lnTo>
                    <a:pt x="307124" y="1792147"/>
                  </a:lnTo>
                  <a:lnTo>
                    <a:pt x="308241" y="1792605"/>
                  </a:lnTo>
                  <a:lnTo>
                    <a:pt x="310870" y="1792605"/>
                  </a:lnTo>
                  <a:lnTo>
                    <a:pt x="311988" y="1792147"/>
                  </a:lnTo>
                  <a:lnTo>
                    <a:pt x="313855" y="1790280"/>
                  </a:lnTo>
                  <a:lnTo>
                    <a:pt x="314312" y="1789163"/>
                  </a:lnTo>
                  <a:lnTo>
                    <a:pt x="314312" y="1786534"/>
                  </a:lnTo>
                  <a:close/>
                </a:path>
                <a:path w="5695950" h="1792604">
                  <a:moveTo>
                    <a:pt x="314312" y="894994"/>
                  </a:moveTo>
                  <a:lnTo>
                    <a:pt x="313855" y="893876"/>
                  </a:lnTo>
                  <a:lnTo>
                    <a:pt x="311988" y="892009"/>
                  </a:lnTo>
                  <a:lnTo>
                    <a:pt x="310870" y="891540"/>
                  </a:lnTo>
                  <a:lnTo>
                    <a:pt x="308241" y="891540"/>
                  </a:lnTo>
                  <a:lnTo>
                    <a:pt x="307124" y="892009"/>
                  </a:lnTo>
                  <a:lnTo>
                    <a:pt x="305257" y="893876"/>
                  </a:lnTo>
                  <a:lnTo>
                    <a:pt x="304787" y="894994"/>
                  </a:lnTo>
                  <a:lnTo>
                    <a:pt x="304787" y="897623"/>
                  </a:lnTo>
                  <a:lnTo>
                    <a:pt x="305257" y="898740"/>
                  </a:lnTo>
                  <a:lnTo>
                    <a:pt x="307124" y="900607"/>
                  </a:lnTo>
                  <a:lnTo>
                    <a:pt x="308241" y="901065"/>
                  </a:lnTo>
                  <a:lnTo>
                    <a:pt x="310870" y="901065"/>
                  </a:lnTo>
                  <a:lnTo>
                    <a:pt x="311988" y="900607"/>
                  </a:lnTo>
                  <a:lnTo>
                    <a:pt x="313855" y="898740"/>
                  </a:lnTo>
                  <a:lnTo>
                    <a:pt x="314312" y="897623"/>
                  </a:lnTo>
                  <a:lnTo>
                    <a:pt x="314312" y="894994"/>
                  </a:lnTo>
                  <a:close/>
                </a:path>
                <a:path w="5695950" h="1792604">
                  <a:moveTo>
                    <a:pt x="314312" y="3454"/>
                  </a:moveTo>
                  <a:lnTo>
                    <a:pt x="313855" y="2336"/>
                  </a:lnTo>
                  <a:lnTo>
                    <a:pt x="311988" y="469"/>
                  </a:lnTo>
                  <a:lnTo>
                    <a:pt x="310870" y="0"/>
                  </a:lnTo>
                  <a:lnTo>
                    <a:pt x="308241" y="0"/>
                  </a:lnTo>
                  <a:lnTo>
                    <a:pt x="307124" y="469"/>
                  </a:lnTo>
                  <a:lnTo>
                    <a:pt x="305257" y="2336"/>
                  </a:lnTo>
                  <a:lnTo>
                    <a:pt x="304787" y="3454"/>
                  </a:lnTo>
                  <a:lnTo>
                    <a:pt x="304787" y="6083"/>
                  </a:lnTo>
                  <a:lnTo>
                    <a:pt x="305257" y="7200"/>
                  </a:lnTo>
                  <a:lnTo>
                    <a:pt x="307124" y="9067"/>
                  </a:lnTo>
                  <a:lnTo>
                    <a:pt x="308241" y="9525"/>
                  </a:lnTo>
                  <a:lnTo>
                    <a:pt x="310870" y="9525"/>
                  </a:lnTo>
                  <a:lnTo>
                    <a:pt x="311988" y="9067"/>
                  </a:lnTo>
                  <a:lnTo>
                    <a:pt x="313855" y="7200"/>
                  </a:lnTo>
                  <a:lnTo>
                    <a:pt x="314312" y="6083"/>
                  </a:lnTo>
                  <a:lnTo>
                    <a:pt x="314312" y="3454"/>
                  </a:lnTo>
                  <a:close/>
                </a:path>
                <a:path w="5695950" h="1792604">
                  <a:moveTo>
                    <a:pt x="361937" y="1786534"/>
                  </a:moveTo>
                  <a:lnTo>
                    <a:pt x="361480" y="1785416"/>
                  </a:lnTo>
                  <a:lnTo>
                    <a:pt x="359613" y="1783549"/>
                  </a:lnTo>
                  <a:lnTo>
                    <a:pt x="358495" y="1783080"/>
                  </a:lnTo>
                  <a:lnTo>
                    <a:pt x="355866" y="1783080"/>
                  </a:lnTo>
                  <a:lnTo>
                    <a:pt x="354749" y="1783549"/>
                  </a:lnTo>
                  <a:lnTo>
                    <a:pt x="352882" y="1785416"/>
                  </a:lnTo>
                  <a:lnTo>
                    <a:pt x="352412" y="1786534"/>
                  </a:lnTo>
                  <a:lnTo>
                    <a:pt x="352412" y="1789163"/>
                  </a:lnTo>
                  <a:lnTo>
                    <a:pt x="352882" y="1790280"/>
                  </a:lnTo>
                  <a:lnTo>
                    <a:pt x="354749" y="1792147"/>
                  </a:lnTo>
                  <a:lnTo>
                    <a:pt x="355866" y="1792605"/>
                  </a:lnTo>
                  <a:lnTo>
                    <a:pt x="358495" y="1792605"/>
                  </a:lnTo>
                  <a:lnTo>
                    <a:pt x="359613" y="1792147"/>
                  </a:lnTo>
                  <a:lnTo>
                    <a:pt x="361480" y="1790280"/>
                  </a:lnTo>
                  <a:lnTo>
                    <a:pt x="361937" y="1789163"/>
                  </a:lnTo>
                  <a:lnTo>
                    <a:pt x="361937" y="1786534"/>
                  </a:lnTo>
                  <a:close/>
                </a:path>
                <a:path w="5695950" h="1792604">
                  <a:moveTo>
                    <a:pt x="361937" y="894994"/>
                  </a:moveTo>
                  <a:lnTo>
                    <a:pt x="361480" y="893876"/>
                  </a:lnTo>
                  <a:lnTo>
                    <a:pt x="359613" y="892009"/>
                  </a:lnTo>
                  <a:lnTo>
                    <a:pt x="358495" y="891540"/>
                  </a:lnTo>
                  <a:lnTo>
                    <a:pt x="355866" y="891540"/>
                  </a:lnTo>
                  <a:lnTo>
                    <a:pt x="354749" y="892009"/>
                  </a:lnTo>
                  <a:lnTo>
                    <a:pt x="352882" y="893876"/>
                  </a:lnTo>
                  <a:lnTo>
                    <a:pt x="352412" y="894994"/>
                  </a:lnTo>
                  <a:lnTo>
                    <a:pt x="352412" y="897623"/>
                  </a:lnTo>
                  <a:lnTo>
                    <a:pt x="352882" y="898740"/>
                  </a:lnTo>
                  <a:lnTo>
                    <a:pt x="354749" y="900607"/>
                  </a:lnTo>
                  <a:lnTo>
                    <a:pt x="355866" y="901065"/>
                  </a:lnTo>
                  <a:lnTo>
                    <a:pt x="358495" y="901065"/>
                  </a:lnTo>
                  <a:lnTo>
                    <a:pt x="359613" y="900607"/>
                  </a:lnTo>
                  <a:lnTo>
                    <a:pt x="361480" y="898740"/>
                  </a:lnTo>
                  <a:lnTo>
                    <a:pt x="361937" y="897623"/>
                  </a:lnTo>
                  <a:lnTo>
                    <a:pt x="361937" y="894994"/>
                  </a:lnTo>
                  <a:close/>
                </a:path>
                <a:path w="5695950" h="1792604">
                  <a:moveTo>
                    <a:pt x="361937" y="3454"/>
                  </a:moveTo>
                  <a:lnTo>
                    <a:pt x="361480" y="2336"/>
                  </a:lnTo>
                  <a:lnTo>
                    <a:pt x="359613" y="469"/>
                  </a:lnTo>
                  <a:lnTo>
                    <a:pt x="358495" y="0"/>
                  </a:lnTo>
                  <a:lnTo>
                    <a:pt x="355866" y="0"/>
                  </a:lnTo>
                  <a:lnTo>
                    <a:pt x="354749" y="469"/>
                  </a:lnTo>
                  <a:lnTo>
                    <a:pt x="352882" y="2336"/>
                  </a:lnTo>
                  <a:lnTo>
                    <a:pt x="352412" y="3454"/>
                  </a:lnTo>
                  <a:lnTo>
                    <a:pt x="352412" y="6083"/>
                  </a:lnTo>
                  <a:lnTo>
                    <a:pt x="352882" y="7200"/>
                  </a:lnTo>
                  <a:lnTo>
                    <a:pt x="354749" y="9067"/>
                  </a:lnTo>
                  <a:lnTo>
                    <a:pt x="355866" y="9525"/>
                  </a:lnTo>
                  <a:lnTo>
                    <a:pt x="358495" y="9525"/>
                  </a:lnTo>
                  <a:lnTo>
                    <a:pt x="359613" y="9067"/>
                  </a:lnTo>
                  <a:lnTo>
                    <a:pt x="361480" y="7200"/>
                  </a:lnTo>
                  <a:lnTo>
                    <a:pt x="361937" y="6083"/>
                  </a:lnTo>
                  <a:lnTo>
                    <a:pt x="361937" y="3454"/>
                  </a:lnTo>
                  <a:close/>
                </a:path>
                <a:path w="5695950" h="1792604">
                  <a:moveTo>
                    <a:pt x="409562" y="1786534"/>
                  </a:moveTo>
                  <a:lnTo>
                    <a:pt x="409105" y="1785416"/>
                  </a:lnTo>
                  <a:lnTo>
                    <a:pt x="407238" y="1783549"/>
                  </a:lnTo>
                  <a:lnTo>
                    <a:pt x="406120" y="1783080"/>
                  </a:lnTo>
                  <a:lnTo>
                    <a:pt x="403491" y="1783080"/>
                  </a:lnTo>
                  <a:lnTo>
                    <a:pt x="402374" y="1783549"/>
                  </a:lnTo>
                  <a:lnTo>
                    <a:pt x="400507" y="1785416"/>
                  </a:lnTo>
                  <a:lnTo>
                    <a:pt x="400037" y="1786534"/>
                  </a:lnTo>
                  <a:lnTo>
                    <a:pt x="400037" y="1789163"/>
                  </a:lnTo>
                  <a:lnTo>
                    <a:pt x="400507" y="1790280"/>
                  </a:lnTo>
                  <a:lnTo>
                    <a:pt x="402374" y="1792147"/>
                  </a:lnTo>
                  <a:lnTo>
                    <a:pt x="403491" y="1792605"/>
                  </a:lnTo>
                  <a:lnTo>
                    <a:pt x="406120" y="1792605"/>
                  </a:lnTo>
                  <a:lnTo>
                    <a:pt x="407238" y="1792147"/>
                  </a:lnTo>
                  <a:lnTo>
                    <a:pt x="409105" y="1790280"/>
                  </a:lnTo>
                  <a:lnTo>
                    <a:pt x="409562" y="1789163"/>
                  </a:lnTo>
                  <a:lnTo>
                    <a:pt x="409562" y="1786534"/>
                  </a:lnTo>
                  <a:close/>
                </a:path>
                <a:path w="5695950" h="1792604">
                  <a:moveTo>
                    <a:pt x="409562" y="894994"/>
                  </a:moveTo>
                  <a:lnTo>
                    <a:pt x="409105" y="893876"/>
                  </a:lnTo>
                  <a:lnTo>
                    <a:pt x="407238" y="892009"/>
                  </a:lnTo>
                  <a:lnTo>
                    <a:pt x="406120" y="891540"/>
                  </a:lnTo>
                  <a:lnTo>
                    <a:pt x="403491" y="891540"/>
                  </a:lnTo>
                  <a:lnTo>
                    <a:pt x="402374" y="892009"/>
                  </a:lnTo>
                  <a:lnTo>
                    <a:pt x="400507" y="893876"/>
                  </a:lnTo>
                  <a:lnTo>
                    <a:pt x="400037" y="894994"/>
                  </a:lnTo>
                  <a:lnTo>
                    <a:pt x="400037" y="897623"/>
                  </a:lnTo>
                  <a:lnTo>
                    <a:pt x="400507" y="898740"/>
                  </a:lnTo>
                  <a:lnTo>
                    <a:pt x="402374" y="900607"/>
                  </a:lnTo>
                  <a:lnTo>
                    <a:pt x="403491" y="901065"/>
                  </a:lnTo>
                  <a:lnTo>
                    <a:pt x="406120" y="901065"/>
                  </a:lnTo>
                  <a:lnTo>
                    <a:pt x="407238" y="900607"/>
                  </a:lnTo>
                  <a:lnTo>
                    <a:pt x="409105" y="898740"/>
                  </a:lnTo>
                  <a:lnTo>
                    <a:pt x="409562" y="897623"/>
                  </a:lnTo>
                  <a:lnTo>
                    <a:pt x="409562" y="894994"/>
                  </a:lnTo>
                  <a:close/>
                </a:path>
                <a:path w="5695950" h="1792604">
                  <a:moveTo>
                    <a:pt x="409562" y="3454"/>
                  </a:moveTo>
                  <a:lnTo>
                    <a:pt x="409105" y="2336"/>
                  </a:lnTo>
                  <a:lnTo>
                    <a:pt x="407238" y="469"/>
                  </a:lnTo>
                  <a:lnTo>
                    <a:pt x="406120" y="0"/>
                  </a:lnTo>
                  <a:lnTo>
                    <a:pt x="403491" y="0"/>
                  </a:lnTo>
                  <a:lnTo>
                    <a:pt x="402374" y="469"/>
                  </a:lnTo>
                  <a:lnTo>
                    <a:pt x="400507" y="2336"/>
                  </a:lnTo>
                  <a:lnTo>
                    <a:pt x="400037" y="3454"/>
                  </a:lnTo>
                  <a:lnTo>
                    <a:pt x="400037" y="6083"/>
                  </a:lnTo>
                  <a:lnTo>
                    <a:pt x="400507" y="7200"/>
                  </a:lnTo>
                  <a:lnTo>
                    <a:pt x="402374" y="9067"/>
                  </a:lnTo>
                  <a:lnTo>
                    <a:pt x="403491" y="9525"/>
                  </a:lnTo>
                  <a:lnTo>
                    <a:pt x="406120" y="9525"/>
                  </a:lnTo>
                  <a:lnTo>
                    <a:pt x="407238" y="9067"/>
                  </a:lnTo>
                  <a:lnTo>
                    <a:pt x="409105" y="7200"/>
                  </a:lnTo>
                  <a:lnTo>
                    <a:pt x="409562" y="6083"/>
                  </a:lnTo>
                  <a:lnTo>
                    <a:pt x="409562" y="3454"/>
                  </a:lnTo>
                  <a:close/>
                </a:path>
                <a:path w="5695950" h="1792604">
                  <a:moveTo>
                    <a:pt x="457187" y="1786534"/>
                  </a:moveTo>
                  <a:lnTo>
                    <a:pt x="456730" y="1785416"/>
                  </a:lnTo>
                  <a:lnTo>
                    <a:pt x="454863" y="1783549"/>
                  </a:lnTo>
                  <a:lnTo>
                    <a:pt x="453745" y="1783080"/>
                  </a:lnTo>
                  <a:lnTo>
                    <a:pt x="451116" y="1783080"/>
                  </a:lnTo>
                  <a:lnTo>
                    <a:pt x="449999" y="1783549"/>
                  </a:lnTo>
                  <a:lnTo>
                    <a:pt x="448132" y="1785416"/>
                  </a:lnTo>
                  <a:lnTo>
                    <a:pt x="447662" y="1786534"/>
                  </a:lnTo>
                  <a:lnTo>
                    <a:pt x="447662" y="1789163"/>
                  </a:lnTo>
                  <a:lnTo>
                    <a:pt x="448132" y="1790280"/>
                  </a:lnTo>
                  <a:lnTo>
                    <a:pt x="449999" y="1792147"/>
                  </a:lnTo>
                  <a:lnTo>
                    <a:pt x="451116" y="1792605"/>
                  </a:lnTo>
                  <a:lnTo>
                    <a:pt x="453745" y="1792605"/>
                  </a:lnTo>
                  <a:lnTo>
                    <a:pt x="454863" y="1792147"/>
                  </a:lnTo>
                  <a:lnTo>
                    <a:pt x="456730" y="1790280"/>
                  </a:lnTo>
                  <a:lnTo>
                    <a:pt x="457187" y="1789163"/>
                  </a:lnTo>
                  <a:lnTo>
                    <a:pt x="457187" y="1786534"/>
                  </a:lnTo>
                  <a:close/>
                </a:path>
                <a:path w="5695950" h="1792604">
                  <a:moveTo>
                    <a:pt x="457187" y="894994"/>
                  </a:moveTo>
                  <a:lnTo>
                    <a:pt x="456730" y="893876"/>
                  </a:lnTo>
                  <a:lnTo>
                    <a:pt x="454863" y="892009"/>
                  </a:lnTo>
                  <a:lnTo>
                    <a:pt x="453745" y="891540"/>
                  </a:lnTo>
                  <a:lnTo>
                    <a:pt x="451116" y="891540"/>
                  </a:lnTo>
                  <a:lnTo>
                    <a:pt x="449999" y="892009"/>
                  </a:lnTo>
                  <a:lnTo>
                    <a:pt x="448132" y="893876"/>
                  </a:lnTo>
                  <a:lnTo>
                    <a:pt x="447662" y="894994"/>
                  </a:lnTo>
                  <a:lnTo>
                    <a:pt x="447662" y="897623"/>
                  </a:lnTo>
                  <a:lnTo>
                    <a:pt x="448132" y="898740"/>
                  </a:lnTo>
                  <a:lnTo>
                    <a:pt x="449999" y="900607"/>
                  </a:lnTo>
                  <a:lnTo>
                    <a:pt x="451116" y="901065"/>
                  </a:lnTo>
                  <a:lnTo>
                    <a:pt x="453745" y="901065"/>
                  </a:lnTo>
                  <a:lnTo>
                    <a:pt x="454863" y="900607"/>
                  </a:lnTo>
                  <a:lnTo>
                    <a:pt x="456730" y="898740"/>
                  </a:lnTo>
                  <a:lnTo>
                    <a:pt x="457187" y="897623"/>
                  </a:lnTo>
                  <a:lnTo>
                    <a:pt x="457187" y="894994"/>
                  </a:lnTo>
                  <a:close/>
                </a:path>
                <a:path w="5695950" h="1792604">
                  <a:moveTo>
                    <a:pt x="457187" y="3454"/>
                  </a:moveTo>
                  <a:lnTo>
                    <a:pt x="456730" y="2336"/>
                  </a:lnTo>
                  <a:lnTo>
                    <a:pt x="454863" y="469"/>
                  </a:lnTo>
                  <a:lnTo>
                    <a:pt x="453745" y="0"/>
                  </a:lnTo>
                  <a:lnTo>
                    <a:pt x="451116" y="0"/>
                  </a:lnTo>
                  <a:lnTo>
                    <a:pt x="449999" y="469"/>
                  </a:lnTo>
                  <a:lnTo>
                    <a:pt x="448132" y="2336"/>
                  </a:lnTo>
                  <a:lnTo>
                    <a:pt x="447662" y="3454"/>
                  </a:lnTo>
                  <a:lnTo>
                    <a:pt x="447662" y="6083"/>
                  </a:lnTo>
                  <a:lnTo>
                    <a:pt x="448132" y="7200"/>
                  </a:lnTo>
                  <a:lnTo>
                    <a:pt x="449999" y="9067"/>
                  </a:lnTo>
                  <a:lnTo>
                    <a:pt x="451116" y="9525"/>
                  </a:lnTo>
                  <a:lnTo>
                    <a:pt x="453745" y="9525"/>
                  </a:lnTo>
                  <a:lnTo>
                    <a:pt x="454863" y="9067"/>
                  </a:lnTo>
                  <a:lnTo>
                    <a:pt x="456730" y="7200"/>
                  </a:lnTo>
                  <a:lnTo>
                    <a:pt x="457187" y="6083"/>
                  </a:lnTo>
                  <a:lnTo>
                    <a:pt x="457187" y="3454"/>
                  </a:lnTo>
                  <a:close/>
                </a:path>
                <a:path w="5695950" h="1792604">
                  <a:moveTo>
                    <a:pt x="504812" y="1786534"/>
                  </a:moveTo>
                  <a:lnTo>
                    <a:pt x="504355" y="1785416"/>
                  </a:lnTo>
                  <a:lnTo>
                    <a:pt x="502488" y="1783549"/>
                  </a:lnTo>
                  <a:lnTo>
                    <a:pt x="501370" y="1783080"/>
                  </a:lnTo>
                  <a:lnTo>
                    <a:pt x="498741" y="1783080"/>
                  </a:lnTo>
                  <a:lnTo>
                    <a:pt x="497624" y="1783549"/>
                  </a:lnTo>
                  <a:lnTo>
                    <a:pt x="495757" y="1785416"/>
                  </a:lnTo>
                  <a:lnTo>
                    <a:pt x="495287" y="1786534"/>
                  </a:lnTo>
                  <a:lnTo>
                    <a:pt x="495287" y="1789163"/>
                  </a:lnTo>
                  <a:lnTo>
                    <a:pt x="495757" y="1790280"/>
                  </a:lnTo>
                  <a:lnTo>
                    <a:pt x="497624" y="1792147"/>
                  </a:lnTo>
                  <a:lnTo>
                    <a:pt x="498741" y="1792605"/>
                  </a:lnTo>
                  <a:lnTo>
                    <a:pt x="501370" y="1792605"/>
                  </a:lnTo>
                  <a:lnTo>
                    <a:pt x="502488" y="1792147"/>
                  </a:lnTo>
                  <a:lnTo>
                    <a:pt x="504355" y="1790280"/>
                  </a:lnTo>
                  <a:lnTo>
                    <a:pt x="504812" y="1789163"/>
                  </a:lnTo>
                  <a:lnTo>
                    <a:pt x="504812" y="1786534"/>
                  </a:lnTo>
                  <a:close/>
                </a:path>
                <a:path w="5695950" h="1792604">
                  <a:moveTo>
                    <a:pt x="504812" y="894994"/>
                  </a:moveTo>
                  <a:lnTo>
                    <a:pt x="504355" y="893876"/>
                  </a:lnTo>
                  <a:lnTo>
                    <a:pt x="502488" y="892009"/>
                  </a:lnTo>
                  <a:lnTo>
                    <a:pt x="501370" y="891540"/>
                  </a:lnTo>
                  <a:lnTo>
                    <a:pt x="498741" y="891540"/>
                  </a:lnTo>
                  <a:lnTo>
                    <a:pt x="497624" y="892009"/>
                  </a:lnTo>
                  <a:lnTo>
                    <a:pt x="495757" y="893876"/>
                  </a:lnTo>
                  <a:lnTo>
                    <a:pt x="495287" y="894994"/>
                  </a:lnTo>
                  <a:lnTo>
                    <a:pt x="495287" y="897623"/>
                  </a:lnTo>
                  <a:lnTo>
                    <a:pt x="495757" y="898740"/>
                  </a:lnTo>
                  <a:lnTo>
                    <a:pt x="497624" y="900607"/>
                  </a:lnTo>
                  <a:lnTo>
                    <a:pt x="498741" y="901065"/>
                  </a:lnTo>
                  <a:lnTo>
                    <a:pt x="501370" y="901065"/>
                  </a:lnTo>
                  <a:lnTo>
                    <a:pt x="502488" y="900607"/>
                  </a:lnTo>
                  <a:lnTo>
                    <a:pt x="504355" y="898740"/>
                  </a:lnTo>
                  <a:lnTo>
                    <a:pt x="504812" y="897623"/>
                  </a:lnTo>
                  <a:lnTo>
                    <a:pt x="504812" y="894994"/>
                  </a:lnTo>
                  <a:close/>
                </a:path>
                <a:path w="5695950" h="1792604">
                  <a:moveTo>
                    <a:pt x="504812" y="3454"/>
                  </a:moveTo>
                  <a:lnTo>
                    <a:pt x="504355" y="2336"/>
                  </a:lnTo>
                  <a:lnTo>
                    <a:pt x="502488" y="469"/>
                  </a:lnTo>
                  <a:lnTo>
                    <a:pt x="501370" y="0"/>
                  </a:lnTo>
                  <a:lnTo>
                    <a:pt x="498741" y="0"/>
                  </a:lnTo>
                  <a:lnTo>
                    <a:pt x="497624" y="469"/>
                  </a:lnTo>
                  <a:lnTo>
                    <a:pt x="495757" y="2336"/>
                  </a:lnTo>
                  <a:lnTo>
                    <a:pt x="495287" y="3454"/>
                  </a:lnTo>
                  <a:lnTo>
                    <a:pt x="495287" y="6083"/>
                  </a:lnTo>
                  <a:lnTo>
                    <a:pt x="495757" y="7200"/>
                  </a:lnTo>
                  <a:lnTo>
                    <a:pt x="497624" y="9067"/>
                  </a:lnTo>
                  <a:lnTo>
                    <a:pt x="498741" y="9525"/>
                  </a:lnTo>
                  <a:lnTo>
                    <a:pt x="501370" y="9525"/>
                  </a:lnTo>
                  <a:lnTo>
                    <a:pt x="502488" y="9067"/>
                  </a:lnTo>
                  <a:lnTo>
                    <a:pt x="504355" y="7200"/>
                  </a:lnTo>
                  <a:lnTo>
                    <a:pt x="504812" y="6083"/>
                  </a:lnTo>
                  <a:lnTo>
                    <a:pt x="504812" y="3454"/>
                  </a:lnTo>
                  <a:close/>
                </a:path>
                <a:path w="5695950" h="1792604">
                  <a:moveTo>
                    <a:pt x="552437" y="1786534"/>
                  </a:moveTo>
                  <a:lnTo>
                    <a:pt x="551980" y="1785416"/>
                  </a:lnTo>
                  <a:lnTo>
                    <a:pt x="550113" y="1783549"/>
                  </a:lnTo>
                  <a:lnTo>
                    <a:pt x="548995" y="1783080"/>
                  </a:lnTo>
                  <a:lnTo>
                    <a:pt x="546366" y="1783080"/>
                  </a:lnTo>
                  <a:lnTo>
                    <a:pt x="545249" y="1783549"/>
                  </a:lnTo>
                  <a:lnTo>
                    <a:pt x="543382" y="1785416"/>
                  </a:lnTo>
                  <a:lnTo>
                    <a:pt x="542912" y="1786534"/>
                  </a:lnTo>
                  <a:lnTo>
                    <a:pt x="542912" y="1789163"/>
                  </a:lnTo>
                  <a:lnTo>
                    <a:pt x="543382" y="1790280"/>
                  </a:lnTo>
                  <a:lnTo>
                    <a:pt x="545249" y="1792147"/>
                  </a:lnTo>
                  <a:lnTo>
                    <a:pt x="546366" y="1792605"/>
                  </a:lnTo>
                  <a:lnTo>
                    <a:pt x="548995" y="1792605"/>
                  </a:lnTo>
                  <a:lnTo>
                    <a:pt x="550113" y="1792147"/>
                  </a:lnTo>
                  <a:lnTo>
                    <a:pt x="551980" y="1790280"/>
                  </a:lnTo>
                  <a:lnTo>
                    <a:pt x="552437" y="1789163"/>
                  </a:lnTo>
                  <a:lnTo>
                    <a:pt x="552437" y="1786534"/>
                  </a:lnTo>
                  <a:close/>
                </a:path>
                <a:path w="5695950" h="1792604">
                  <a:moveTo>
                    <a:pt x="552437" y="894994"/>
                  </a:moveTo>
                  <a:lnTo>
                    <a:pt x="551980" y="893876"/>
                  </a:lnTo>
                  <a:lnTo>
                    <a:pt x="550113" y="892009"/>
                  </a:lnTo>
                  <a:lnTo>
                    <a:pt x="548995" y="891540"/>
                  </a:lnTo>
                  <a:lnTo>
                    <a:pt x="546366" y="891540"/>
                  </a:lnTo>
                  <a:lnTo>
                    <a:pt x="545249" y="892009"/>
                  </a:lnTo>
                  <a:lnTo>
                    <a:pt x="543382" y="893876"/>
                  </a:lnTo>
                  <a:lnTo>
                    <a:pt x="542912" y="894994"/>
                  </a:lnTo>
                  <a:lnTo>
                    <a:pt x="542912" y="897623"/>
                  </a:lnTo>
                  <a:lnTo>
                    <a:pt x="543382" y="898740"/>
                  </a:lnTo>
                  <a:lnTo>
                    <a:pt x="545249" y="900607"/>
                  </a:lnTo>
                  <a:lnTo>
                    <a:pt x="546366" y="901065"/>
                  </a:lnTo>
                  <a:lnTo>
                    <a:pt x="548995" y="901065"/>
                  </a:lnTo>
                  <a:lnTo>
                    <a:pt x="550113" y="900607"/>
                  </a:lnTo>
                  <a:lnTo>
                    <a:pt x="551980" y="898740"/>
                  </a:lnTo>
                  <a:lnTo>
                    <a:pt x="552437" y="897623"/>
                  </a:lnTo>
                  <a:lnTo>
                    <a:pt x="552437" y="894994"/>
                  </a:lnTo>
                  <a:close/>
                </a:path>
                <a:path w="5695950" h="1792604">
                  <a:moveTo>
                    <a:pt x="552437" y="3454"/>
                  </a:moveTo>
                  <a:lnTo>
                    <a:pt x="551980" y="2336"/>
                  </a:lnTo>
                  <a:lnTo>
                    <a:pt x="550113" y="469"/>
                  </a:lnTo>
                  <a:lnTo>
                    <a:pt x="548995" y="0"/>
                  </a:lnTo>
                  <a:lnTo>
                    <a:pt x="546366" y="0"/>
                  </a:lnTo>
                  <a:lnTo>
                    <a:pt x="545249" y="469"/>
                  </a:lnTo>
                  <a:lnTo>
                    <a:pt x="543382" y="2336"/>
                  </a:lnTo>
                  <a:lnTo>
                    <a:pt x="542912" y="3454"/>
                  </a:lnTo>
                  <a:lnTo>
                    <a:pt x="542912" y="6083"/>
                  </a:lnTo>
                  <a:lnTo>
                    <a:pt x="543382" y="7200"/>
                  </a:lnTo>
                  <a:lnTo>
                    <a:pt x="545249" y="9067"/>
                  </a:lnTo>
                  <a:lnTo>
                    <a:pt x="546366" y="9525"/>
                  </a:lnTo>
                  <a:lnTo>
                    <a:pt x="548995" y="9525"/>
                  </a:lnTo>
                  <a:lnTo>
                    <a:pt x="550113" y="9067"/>
                  </a:lnTo>
                  <a:lnTo>
                    <a:pt x="551980" y="7200"/>
                  </a:lnTo>
                  <a:lnTo>
                    <a:pt x="552437" y="6083"/>
                  </a:lnTo>
                  <a:lnTo>
                    <a:pt x="552437" y="3454"/>
                  </a:lnTo>
                  <a:close/>
                </a:path>
                <a:path w="5695950" h="1792604">
                  <a:moveTo>
                    <a:pt x="600062" y="1786534"/>
                  </a:moveTo>
                  <a:lnTo>
                    <a:pt x="599605" y="1785416"/>
                  </a:lnTo>
                  <a:lnTo>
                    <a:pt x="597738" y="1783549"/>
                  </a:lnTo>
                  <a:lnTo>
                    <a:pt x="596620" y="1783080"/>
                  </a:lnTo>
                  <a:lnTo>
                    <a:pt x="593991" y="1783080"/>
                  </a:lnTo>
                  <a:lnTo>
                    <a:pt x="592874" y="1783549"/>
                  </a:lnTo>
                  <a:lnTo>
                    <a:pt x="591007" y="1785416"/>
                  </a:lnTo>
                  <a:lnTo>
                    <a:pt x="590537" y="1786534"/>
                  </a:lnTo>
                  <a:lnTo>
                    <a:pt x="590537" y="1789163"/>
                  </a:lnTo>
                  <a:lnTo>
                    <a:pt x="591007" y="1790280"/>
                  </a:lnTo>
                  <a:lnTo>
                    <a:pt x="592874" y="1792147"/>
                  </a:lnTo>
                  <a:lnTo>
                    <a:pt x="593991" y="1792605"/>
                  </a:lnTo>
                  <a:lnTo>
                    <a:pt x="596620" y="1792605"/>
                  </a:lnTo>
                  <a:lnTo>
                    <a:pt x="597738" y="1792147"/>
                  </a:lnTo>
                  <a:lnTo>
                    <a:pt x="599605" y="1790280"/>
                  </a:lnTo>
                  <a:lnTo>
                    <a:pt x="600062" y="1789163"/>
                  </a:lnTo>
                  <a:lnTo>
                    <a:pt x="600062" y="1786534"/>
                  </a:lnTo>
                  <a:close/>
                </a:path>
                <a:path w="5695950" h="1792604">
                  <a:moveTo>
                    <a:pt x="600062" y="894994"/>
                  </a:moveTo>
                  <a:lnTo>
                    <a:pt x="599605" y="893876"/>
                  </a:lnTo>
                  <a:lnTo>
                    <a:pt x="597738" y="892009"/>
                  </a:lnTo>
                  <a:lnTo>
                    <a:pt x="596620" y="891540"/>
                  </a:lnTo>
                  <a:lnTo>
                    <a:pt x="593991" y="891540"/>
                  </a:lnTo>
                  <a:lnTo>
                    <a:pt x="592874" y="892009"/>
                  </a:lnTo>
                  <a:lnTo>
                    <a:pt x="591007" y="893876"/>
                  </a:lnTo>
                  <a:lnTo>
                    <a:pt x="590537" y="894994"/>
                  </a:lnTo>
                  <a:lnTo>
                    <a:pt x="590537" y="897623"/>
                  </a:lnTo>
                  <a:lnTo>
                    <a:pt x="591007" y="898740"/>
                  </a:lnTo>
                  <a:lnTo>
                    <a:pt x="592874" y="900607"/>
                  </a:lnTo>
                  <a:lnTo>
                    <a:pt x="593991" y="901065"/>
                  </a:lnTo>
                  <a:lnTo>
                    <a:pt x="596620" y="901065"/>
                  </a:lnTo>
                  <a:lnTo>
                    <a:pt x="597738" y="900607"/>
                  </a:lnTo>
                  <a:lnTo>
                    <a:pt x="599605" y="898740"/>
                  </a:lnTo>
                  <a:lnTo>
                    <a:pt x="600062" y="897623"/>
                  </a:lnTo>
                  <a:lnTo>
                    <a:pt x="600062" y="894994"/>
                  </a:lnTo>
                  <a:close/>
                </a:path>
                <a:path w="5695950" h="1792604">
                  <a:moveTo>
                    <a:pt x="600062" y="3454"/>
                  </a:moveTo>
                  <a:lnTo>
                    <a:pt x="599605" y="2336"/>
                  </a:lnTo>
                  <a:lnTo>
                    <a:pt x="597738" y="469"/>
                  </a:lnTo>
                  <a:lnTo>
                    <a:pt x="596620" y="0"/>
                  </a:lnTo>
                  <a:lnTo>
                    <a:pt x="593991" y="0"/>
                  </a:lnTo>
                  <a:lnTo>
                    <a:pt x="592874" y="469"/>
                  </a:lnTo>
                  <a:lnTo>
                    <a:pt x="591007" y="2336"/>
                  </a:lnTo>
                  <a:lnTo>
                    <a:pt x="590537" y="3454"/>
                  </a:lnTo>
                  <a:lnTo>
                    <a:pt x="590537" y="6083"/>
                  </a:lnTo>
                  <a:lnTo>
                    <a:pt x="591007" y="7200"/>
                  </a:lnTo>
                  <a:lnTo>
                    <a:pt x="592874" y="9067"/>
                  </a:lnTo>
                  <a:lnTo>
                    <a:pt x="593991" y="9525"/>
                  </a:lnTo>
                  <a:lnTo>
                    <a:pt x="596620" y="9525"/>
                  </a:lnTo>
                  <a:lnTo>
                    <a:pt x="597738" y="9067"/>
                  </a:lnTo>
                  <a:lnTo>
                    <a:pt x="599605" y="7200"/>
                  </a:lnTo>
                  <a:lnTo>
                    <a:pt x="600062" y="6083"/>
                  </a:lnTo>
                  <a:lnTo>
                    <a:pt x="600062" y="3454"/>
                  </a:lnTo>
                  <a:close/>
                </a:path>
                <a:path w="5695950" h="1792604">
                  <a:moveTo>
                    <a:pt x="647687" y="1786534"/>
                  </a:moveTo>
                  <a:lnTo>
                    <a:pt x="647230" y="1785416"/>
                  </a:lnTo>
                  <a:lnTo>
                    <a:pt x="645363" y="1783549"/>
                  </a:lnTo>
                  <a:lnTo>
                    <a:pt x="644245" y="1783080"/>
                  </a:lnTo>
                  <a:lnTo>
                    <a:pt x="641616" y="1783080"/>
                  </a:lnTo>
                  <a:lnTo>
                    <a:pt x="640499" y="1783549"/>
                  </a:lnTo>
                  <a:lnTo>
                    <a:pt x="638632" y="1785416"/>
                  </a:lnTo>
                  <a:lnTo>
                    <a:pt x="638162" y="1786534"/>
                  </a:lnTo>
                  <a:lnTo>
                    <a:pt x="638162" y="1789163"/>
                  </a:lnTo>
                  <a:lnTo>
                    <a:pt x="638632" y="1790280"/>
                  </a:lnTo>
                  <a:lnTo>
                    <a:pt x="640499" y="1792147"/>
                  </a:lnTo>
                  <a:lnTo>
                    <a:pt x="641616" y="1792605"/>
                  </a:lnTo>
                  <a:lnTo>
                    <a:pt x="644245" y="1792605"/>
                  </a:lnTo>
                  <a:lnTo>
                    <a:pt x="645363" y="1792147"/>
                  </a:lnTo>
                  <a:lnTo>
                    <a:pt x="647230" y="1790280"/>
                  </a:lnTo>
                  <a:lnTo>
                    <a:pt x="647687" y="1789163"/>
                  </a:lnTo>
                  <a:lnTo>
                    <a:pt x="647687" y="1786534"/>
                  </a:lnTo>
                  <a:close/>
                </a:path>
                <a:path w="5695950" h="1792604">
                  <a:moveTo>
                    <a:pt x="647687" y="894994"/>
                  </a:moveTo>
                  <a:lnTo>
                    <a:pt x="647230" y="893876"/>
                  </a:lnTo>
                  <a:lnTo>
                    <a:pt x="645363" y="892009"/>
                  </a:lnTo>
                  <a:lnTo>
                    <a:pt x="644245" y="891540"/>
                  </a:lnTo>
                  <a:lnTo>
                    <a:pt x="641616" y="891540"/>
                  </a:lnTo>
                  <a:lnTo>
                    <a:pt x="640499" y="892009"/>
                  </a:lnTo>
                  <a:lnTo>
                    <a:pt x="638632" y="893876"/>
                  </a:lnTo>
                  <a:lnTo>
                    <a:pt x="638162" y="894994"/>
                  </a:lnTo>
                  <a:lnTo>
                    <a:pt x="638162" y="897623"/>
                  </a:lnTo>
                  <a:lnTo>
                    <a:pt x="638632" y="898740"/>
                  </a:lnTo>
                  <a:lnTo>
                    <a:pt x="640499" y="900607"/>
                  </a:lnTo>
                  <a:lnTo>
                    <a:pt x="641616" y="901065"/>
                  </a:lnTo>
                  <a:lnTo>
                    <a:pt x="644245" y="901065"/>
                  </a:lnTo>
                  <a:lnTo>
                    <a:pt x="645363" y="900607"/>
                  </a:lnTo>
                  <a:lnTo>
                    <a:pt x="647230" y="898740"/>
                  </a:lnTo>
                  <a:lnTo>
                    <a:pt x="647687" y="897623"/>
                  </a:lnTo>
                  <a:lnTo>
                    <a:pt x="647687" y="894994"/>
                  </a:lnTo>
                  <a:close/>
                </a:path>
                <a:path w="5695950" h="1792604">
                  <a:moveTo>
                    <a:pt x="647687" y="3454"/>
                  </a:moveTo>
                  <a:lnTo>
                    <a:pt x="647230" y="2336"/>
                  </a:lnTo>
                  <a:lnTo>
                    <a:pt x="645363" y="469"/>
                  </a:lnTo>
                  <a:lnTo>
                    <a:pt x="644245" y="0"/>
                  </a:lnTo>
                  <a:lnTo>
                    <a:pt x="641616" y="0"/>
                  </a:lnTo>
                  <a:lnTo>
                    <a:pt x="640499" y="469"/>
                  </a:lnTo>
                  <a:lnTo>
                    <a:pt x="638632" y="2336"/>
                  </a:lnTo>
                  <a:lnTo>
                    <a:pt x="638162" y="3454"/>
                  </a:lnTo>
                  <a:lnTo>
                    <a:pt x="638162" y="6083"/>
                  </a:lnTo>
                  <a:lnTo>
                    <a:pt x="638632" y="7200"/>
                  </a:lnTo>
                  <a:lnTo>
                    <a:pt x="640499" y="9067"/>
                  </a:lnTo>
                  <a:lnTo>
                    <a:pt x="641616" y="9525"/>
                  </a:lnTo>
                  <a:lnTo>
                    <a:pt x="644245" y="9525"/>
                  </a:lnTo>
                  <a:lnTo>
                    <a:pt x="645363" y="9067"/>
                  </a:lnTo>
                  <a:lnTo>
                    <a:pt x="647230" y="7200"/>
                  </a:lnTo>
                  <a:lnTo>
                    <a:pt x="647687" y="6083"/>
                  </a:lnTo>
                  <a:lnTo>
                    <a:pt x="647687" y="3454"/>
                  </a:lnTo>
                  <a:close/>
                </a:path>
                <a:path w="5695950" h="1792604">
                  <a:moveTo>
                    <a:pt x="695312" y="1786534"/>
                  </a:moveTo>
                  <a:lnTo>
                    <a:pt x="694855" y="1785416"/>
                  </a:lnTo>
                  <a:lnTo>
                    <a:pt x="692988" y="1783549"/>
                  </a:lnTo>
                  <a:lnTo>
                    <a:pt x="691870" y="1783080"/>
                  </a:lnTo>
                  <a:lnTo>
                    <a:pt x="689241" y="1783080"/>
                  </a:lnTo>
                  <a:lnTo>
                    <a:pt x="688124" y="1783549"/>
                  </a:lnTo>
                  <a:lnTo>
                    <a:pt x="686257" y="1785416"/>
                  </a:lnTo>
                  <a:lnTo>
                    <a:pt x="685787" y="1786534"/>
                  </a:lnTo>
                  <a:lnTo>
                    <a:pt x="685787" y="1789163"/>
                  </a:lnTo>
                  <a:lnTo>
                    <a:pt x="686257" y="1790280"/>
                  </a:lnTo>
                  <a:lnTo>
                    <a:pt x="688124" y="1792147"/>
                  </a:lnTo>
                  <a:lnTo>
                    <a:pt x="689241" y="1792605"/>
                  </a:lnTo>
                  <a:lnTo>
                    <a:pt x="691870" y="1792605"/>
                  </a:lnTo>
                  <a:lnTo>
                    <a:pt x="692988" y="1792147"/>
                  </a:lnTo>
                  <a:lnTo>
                    <a:pt x="694855" y="1790280"/>
                  </a:lnTo>
                  <a:lnTo>
                    <a:pt x="695312" y="1789163"/>
                  </a:lnTo>
                  <a:lnTo>
                    <a:pt x="695312" y="1786534"/>
                  </a:lnTo>
                  <a:close/>
                </a:path>
                <a:path w="5695950" h="1792604">
                  <a:moveTo>
                    <a:pt x="695312" y="894994"/>
                  </a:moveTo>
                  <a:lnTo>
                    <a:pt x="694855" y="893876"/>
                  </a:lnTo>
                  <a:lnTo>
                    <a:pt x="692988" y="892009"/>
                  </a:lnTo>
                  <a:lnTo>
                    <a:pt x="691870" y="891540"/>
                  </a:lnTo>
                  <a:lnTo>
                    <a:pt x="689241" y="891540"/>
                  </a:lnTo>
                  <a:lnTo>
                    <a:pt x="688124" y="892009"/>
                  </a:lnTo>
                  <a:lnTo>
                    <a:pt x="686257" y="893876"/>
                  </a:lnTo>
                  <a:lnTo>
                    <a:pt x="685787" y="894994"/>
                  </a:lnTo>
                  <a:lnTo>
                    <a:pt x="685787" y="897623"/>
                  </a:lnTo>
                  <a:lnTo>
                    <a:pt x="686257" y="898740"/>
                  </a:lnTo>
                  <a:lnTo>
                    <a:pt x="688124" y="900607"/>
                  </a:lnTo>
                  <a:lnTo>
                    <a:pt x="689241" y="901065"/>
                  </a:lnTo>
                  <a:lnTo>
                    <a:pt x="691870" y="901065"/>
                  </a:lnTo>
                  <a:lnTo>
                    <a:pt x="692988" y="900607"/>
                  </a:lnTo>
                  <a:lnTo>
                    <a:pt x="694855" y="898740"/>
                  </a:lnTo>
                  <a:lnTo>
                    <a:pt x="695312" y="897623"/>
                  </a:lnTo>
                  <a:lnTo>
                    <a:pt x="695312" y="894994"/>
                  </a:lnTo>
                  <a:close/>
                </a:path>
                <a:path w="5695950" h="1792604">
                  <a:moveTo>
                    <a:pt x="695312" y="3454"/>
                  </a:moveTo>
                  <a:lnTo>
                    <a:pt x="694855" y="2336"/>
                  </a:lnTo>
                  <a:lnTo>
                    <a:pt x="692988" y="469"/>
                  </a:lnTo>
                  <a:lnTo>
                    <a:pt x="691870" y="0"/>
                  </a:lnTo>
                  <a:lnTo>
                    <a:pt x="689241" y="0"/>
                  </a:lnTo>
                  <a:lnTo>
                    <a:pt x="688124" y="469"/>
                  </a:lnTo>
                  <a:lnTo>
                    <a:pt x="686257" y="2336"/>
                  </a:lnTo>
                  <a:lnTo>
                    <a:pt x="685787" y="3454"/>
                  </a:lnTo>
                  <a:lnTo>
                    <a:pt x="685787" y="6083"/>
                  </a:lnTo>
                  <a:lnTo>
                    <a:pt x="686257" y="7200"/>
                  </a:lnTo>
                  <a:lnTo>
                    <a:pt x="688124" y="9067"/>
                  </a:lnTo>
                  <a:lnTo>
                    <a:pt x="689241" y="9525"/>
                  </a:lnTo>
                  <a:lnTo>
                    <a:pt x="691870" y="9525"/>
                  </a:lnTo>
                  <a:lnTo>
                    <a:pt x="692988" y="9067"/>
                  </a:lnTo>
                  <a:lnTo>
                    <a:pt x="694855" y="7200"/>
                  </a:lnTo>
                  <a:lnTo>
                    <a:pt x="695312" y="6083"/>
                  </a:lnTo>
                  <a:lnTo>
                    <a:pt x="695312" y="3454"/>
                  </a:lnTo>
                  <a:close/>
                </a:path>
                <a:path w="5695950" h="1792604">
                  <a:moveTo>
                    <a:pt x="742937" y="1786534"/>
                  </a:moveTo>
                  <a:lnTo>
                    <a:pt x="742480" y="1785416"/>
                  </a:lnTo>
                  <a:lnTo>
                    <a:pt x="740613" y="1783549"/>
                  </a:lnTo>
                  <a:lnTo>
                    <a:pt x="739495" y="1783080"/>
                  </a:lnTo>
                  <a:lnTo>
                    <a:pt x="736866" y="1783080"/>
                  </a:lnTo>
                  <a:lnTo>
                    <a:pt x="735749" y="1783549"/>
                  </a:lnTo>
                  <a:lnTo>
                    <a:pt x="733882" y="1785416"/>
                  </a:lnTo>
                  <a:lnTo>
                    <a:pt x="733412" y="1786534"/>
                  </a:lnTo>
                  <a:lnTo>
                    <a:pt x="733412" y="1789163"/>
                  </a:lnTo>
                  <a:lnTo>
                    <a:pt x="733882" y="1790280"/>
                  </a:lnTo>
                  <a:lnTo>
                    <a:pt x="735749" y="1792147"/>
                  </a:lnTo>
                  <a:lnTo>
                    <a:pt x="736866" y="1792605"/>
                  </a:lnTo>
                  <a:lnTo>
                    <a:pt x="739495" y="1792605"/>
                  </a:lnTo>
                  <a:lnTo>
                    <a:pt x="740613" y="1792147"/>
                  </a:lnTo>
                  <a:lnTo>
                    <a:pt x="742480" y="1790280"/>
                  </a:lnTo>
                  <a:lnTo>
                    <a:pt x="742937" y="1789163"/>
                  </a:lnTo>
                  <a:lnTo>
                    <a:pt x="742937" y="1786534"/>
                  </a:lnTo>
                  <a:close/>
                </a:path>
                <a:path w="5695950" h="1792604">
                  <a:moveTo>
                    <a:pt x="742937" y="894994"/>
                  </a:moveTo>
                  <a:lnTo>
                    <a:pt x="742480" y="893876"/>
                  </a:lnTo>
                  <a:lnTo>
                    <a:pt x="740613" y="892009"/>
                  </a:lnTo>
                  <a:lnTo>
                    <a:pt x="739495" y="891540"/>
                  </a:lnTo>
                  <a:lnTo>
                    <a:pt x="736866" y="891540"/>
                  </a:lnTo>
                  <a:lnTo>
                    <a:pt x="735749" y="892009"/>
                  </a:lnTo>
                  <a:lnTo>
                    <a:pt x="733882" y="893876"/>
                  </a:lnTo>
                  <a:lnTo>
                    <a:pt x="733412" y="894994"/>
                  </a:lnTo>
                  <a:lnTo>
                    <a:pt x="733412" y="897623"/>
                  </a:lnTo>
                  <a:lnTo>
                    <a:pt x="733882" y="898740"/>
                  </a:lnTo>
                  <a:lnTo>
                    <a:pt x="735749" y="900607"/>
                  </a:lnTo>
                  <a:lnTo>
                    <a:pt x="736866" y="901065"/>
                  </a:lnTo>
                  <a:lnTo>
                    <a:pt x="739495" y="901065"/>
                  </a:lnTo>
                  <a:lnTo>
                    <a:pt x="740613" y="900607"/>
                  </a:lnTo>
                  <a:lnTo>
                    <a:pt x="742480" y="898740"/>
                  </a:lnTo>
                  <a:lnTo>
                    <a:pt x="742937" y="897623"/>
                  </a:lnTo>
                  <a:lnTo>
                    <a:pt x="742937" y="894994"/>
                  </a:lnTo>
                  <a:close/>
                </a:path>
                <a:path w="5695950" h="1792604">
                  <a:moveTo>
                    <a:pt x="742937" y="3454"/>
                  </a:moveTo>
                  <a:lnTo>
                    <a:pt x="742480" y="2336"/>
                  </a:lnTo>
                  <a:lnTo>
                    <a:pt x="740613" y="469"/>
                  </a:lnTo>
                  <a:lnTo>
                    <a:pt x="739495" y="0"/>
                  </a:lnTo>
                  <a:lnTo>
                    <a:pt x="736866" y="0"/>
                  </a:lnTo>
                  <a:lnTo>
                    <a:pt x="735749" y="469"/>
                  </a:lnTo>
                  <a:lnTo>
                    <a:pt x="733882" y="2336"/>
                  </a:lnTo>
                  <a:lnTo>
                    <a:pt x="733412" y="3454"/>
                  </a:lnTo>
                  <a:lnTo>
                    <a:pt x="733412" y="6083"/>
                  </a:lnTo>
                  <a:lnTo>
                    <a:pt x="733882" y="7200"/>
                  </a:lnTo>
                  <a:lnTo>
                    <a:pt x="735749" y="9067"/>
                  </a:lnTo>
                  <a:lnTo>
                    <a:pt x="736866" y="9525"/>
                  </a:lnTo>
                  <a:lnTo>
                    <a:pt x="739495" y="9525"/>
                  </a:lnTo>
                  <a:lnTo>
                    <a:pt x="740613" y="9067"/>
                  </a:lnTo>
                  <a:lnTo>
                    <a:pt x="742480" y="7200"/>
                  </a:lnTo>
                  <a:lnTo>
                    <a:pt x="742937" y="6083"/>
                  </a:lnTo>
                  <a:lnTo>
                    <a:pt x="742937" y="3454"/>
                  </a:lnTo>
                  <a:close/>
                </a:path>
                <a:path w="5695950" h="1792604">
                  <a:moveTo>
                    <a:pt x="790562" y="1786534"/>
                  </a:moveTo>
                  <a:lnTo>
                    <a:pt x="790105" y="1785416"/>
                  </a:lnTo>
                  <a:lnTo>
                    <a:pt x="788238" y="1783549"/>
                  </a:lnTo>
                  <a:lnTo>
                    <a:pt x="787120" y="1783080"/>
                  </a:lnTo>
                  <a:lnTo>
                    <a:pt x="784491" y="1783080"/>
                  </a:lnTo>
                  <a:lnTo>
                    <a:pt x="783374" y="1783549"/>
                  </a:lnTo>
                  <a:lnTo>
                    <a:pt x="781507" y="1785416"/>
                  </a:lnTo>
                  <a:lnTo>
                    <a:pt x="781037" y="1786534"/>
                  </a:lnTo>
                  <a:lnTo>
                    <a:pt x="781037" y="1789163"/>
                  </a:lnTo>
                  <a:lnTo>
                    <a:pt x="781507" y="1790280"/>
                  </a:lnTo>
                  <a:lnTo>
                    <a:pt x="783374" y="1792147"/>
                  </a:lnTo>
                  <a:lnTo>
                    <a:pt x="784491" y="1792605"/>
                  </a:lnTo>
                  <a:lnTo>
                    <a:pt x="787120" y="1792605"/>
                  </a:lnTo>
                  <a:lnTo>
                    <a:pt x="788238" y="1792147"/>
                  </a:lnTo>
                  <a:lnTo>
                    <a:pt x="790105" y="1790280"/>
                  </a:lnTo>
                  <a:lnTo>
                    <a:pt x="790562" y="1789163"/>
                  </a:lnTo>
                  <a:lnTo>
                    <a:pt x="790562" y="1786534"/>
                  </a:lnTo>
                  <a:close/>
                </a:path>
                <a:path w="5695950" h="1792604">
                  <a:moveTo>
                    <a:pt x="790562" y="894994"/>
                  </a:moveTo>
                  <a:lnTo>
                    <a:pt x="790105" y="893876"/>
                  </a:lnTo>
                  <a:lnTo>
                    <a:pt x="788238" y="892009"/>
                  </a:lnTo>
                  <a:lnTo>
                    <a:pt x="787120" y="891540"/>
                  </a:lnTo>
                  <a:lnTo>
                    <a:pt x="784491" y="891540"/>
                  </a:lnTo>
                  <a:lnTo>
                    <a:pt x="783374" y="892009"/>
                  </a:lnTo>
                  <a:lnTo>
                    <a:pt x="781507" y="893876"/>
                  </a:lnTo>
                  <a:lnTo>
                    <a:pt x="781037" y="894994"/>
                  </a:lnTo>
                  <a:lnTo>
                    <a:pt x="781037" y="897623"/>
                  </a:lnTo>
                  <a:lnTo>
                    <a:pt x="781507" y="898740"/>
                  </a:lnTo>
                  <a:lnTo>
                    <a:pt x="783374" y="900607"/>
                  </a:lnTo>
                  <a:lnTo>
                    <a:pt x="784491" y="901065"/>
                  </a:lnTo>
                  <a:lnTo>
                    <a:pt x="787120" y="901065"/>
                  </a:lnTo>
                  <a:lnTo>
                    <a:pt x="788238" y="900607"/>
                  </a:lnTo>
                  <a:lnTo>
                    <a:pt x="790105" y="898740"/>
                  </a:lnTo>
                  <a:lnTo>
                    <a:pt x="790562" y="897623"/>
                  </a:lnTo>
                  <a:lnTo>
                    <a:pt x="790562" y="894994"/>
                  </a:lnTo>
                  <a:close/>
                </a:path>
                <a:path w="5695950" h="1792604">
                  <a:moveTo>
                    <a:pt x="790562" y="3454"/>
                  </a:moveTo>
                  <a:lnTo>
                    <a:pt x="790105" y="2336"/>
                  </a:lnTo>
                  <a:lnTo>
                    <a:pt x="788238" y="469"/>
                  </a:lnTo>
                  <a:lnTo>
                    <a:pt x="787120" y="0"/>
                  </a:lnTo>
                  <a:lnTo>
                    <a:pt x="784491" y="0"/>
                  </a:lnTo>
                  <a:lnTo>
                    <a:pt x="783374" y="469"/>
                  </a:lnTo>
                  <a:lnTo>
                    <a:pt x="781507" y="2336"/>
                  </a:lnTo>
                  <a:lnTo>
                    <a:pt x="781037" y="3454"/>
                  </a:lnTo>
                  <a:lnTo>
                    <a:pt x="781037" y="6083"/>
                  </a:lnTo>
                  <a:lnTo>
                    <a:pt x="781507" y="7200"/>
                  </a:lnTo>
                  <a:lnTo>
                    <a:pt x="783374" y="9067"/>
                  </a:lnTo>
                  <a:lnTo>
                    <a:pt x="784491" y="9525"/>
                  </a:lnTo>
                  <a:lnTo>
                    <a:pt x="787120" y="9525"/>
                  </a:lnTo>
                  <a:lnTo>
                    <a:pt x="788238" y="9067"/>
                  </a:lnTo>
                  <a:lnTo>
                    <a:pt x="790105" y="7200"/>
                  </a:lnTo>
                  <a:lnTo>
                    <a:pt x="790562" y="6083"/>
                  </a:lnTo>
                  <a:lnTo>
                    <a:pt x="790562" y="3454"/>
                  </a:lnTo>
                  <a:close/>
                </a:path>
                <a:path w="5695950" h="1792604">
                  <a:moveTo>
                    <a:pt x="838187" y="1786534"/>
                  </a:moveTo>
                  <a:lnTo>
                    <a:pt x="837730" y="1785416"/>
                  </a:lnTo>
                  <a:lnTo>
                    <a:pt x="835863" y="1783549"/>
                  </a:lnTo>
                  <a:lnTo>
                    <a:pt x="834745" y="1783080"/>
                  </a:lnTo>
                  <a:lnTo>
                    <a:pt x="832116" y="1783080"/>
                  </a:lnTo>
                  <a:lnTo>
                    <a:pt x="830999" y="1783549"/>
                  </a:lnTo>
                  <a:lnTo>
                    <a:pt x="829132" y="1785416"/>
                  </a:lnTo>
                  <a:lnTo>
                    <a:pt x="828662" y="1786534"/>
                  </a:lnTo>
                  <a:lnTo>
                    <a:pt x="828662" y="1789163"/>
                  </a:lnTo>
                  <a:lnTo>
                    <a:pt x="829132" y="1790280"/>
                  </a:lnTo>
                  <a:lnTo>
                    <a:pt x="830999" y="1792147"/>
                  </a:lnTo>
                  <a:lnTo>
                    <a:pt x="832116" y="1792605"/>
                  </a:lnTo>
                  <a:lnTo>
                    <a:pt x="834745" y="1792605"/>
                  </a:lnTo>
                  <a:lnTo>
                    <a:pt x="835863" y="1792147"/>
                  </a:lnTo>
                  <a:lnTo>
                    <a:pt x="837730" y="1790280"/>
                  </a:lnTo>
                  <a:lnTo>
                    <a:pt x="838187" y="1789163"/>
                  </a:lnTo>
                  <a:lnTo>
                    <a:pt x="838187" y="1786534"/>
                  </a:lnTo>
                  <a:close/>
                </a:path>
                <a:path w="5695950" h="1792604">
                  <a:moveTo>
                    <a:pt x="838187" y="894994"/>
                  </a:moveTo>
                  <a:lnTo>
                    <a:pt x="837730" y="893876"/>
                  </a:lnTo>
                  <a:lnTo>
                    <a:pt x="835863" y="892009"/>
                  </a:lnTo>
                  <a:lnTo>
                    <a:pt x="834745" y="891540"/>
                  </a:lnTo>
                  <a:lnTo>
                    <a:pt x="832116" y="891540"/>
                  </a:lnTo>
                  <a:lnTo>
                    <a:pt x="830999" y="892009"/>
                  </a:lnTo>
                  <a:lnTo>
                    <a:pt x="829132" y="893876"/>
                  </a:lnTo>
                  <a:lnTo>
                    <a:pt x="828662" y="894994"/>
                  </a:lnTo>
                  <a:lnTo>
                    <a:pt x="828662" y="897623"/>
                  </a:lnTo>
                  <a:lnTo>
                    <a:pt x="829132" y="898740"/>
                  </a:lnTo>
                  <a:lnTo>
                    <a:pt x="830999" y="900607"/>
                  </a:lnTo>
                  <a:lnTo>
                    <a:pt x="832116" y="901065"/>
                  </a:lnTo>
                  <a:lnTo>
                    <a:pt x="834745" y="901065"/>
                  </a:lnTo>
                  <a:lnTo>
                    <a:pt x="835863" y="900607"/>
                  </a:lnTo>
                  <a:lnTo>
                    <a:pt x="837730" y="898740"/>
                  </a:lnTo>
                  <a:lnTo>
                    <a:pt x="838187" y="897623"/>
                  </a:lnTo>
                  <a:lnTo>
                    <a:pt x="838187" y="894994"/>
                  </a:lnTo>
                  <a:close/>
                </a:path>
                <a:path w="5695950" h="1792604">
                  <a:moveTo>
                    <a:pt x="838187" y="3454"/>
                  </a:moveTo>
                  <a:lnTo>
                    <a:pt x="837730" y="2336"/>
                  </a:lnTo>
                  <a:lnTo>
                    <a:pt x="835863" y="469"/>
                  </a:lnTo>
                  <a:lnTo>
                    <a:pt x="834745" y="0"/>
                  </a:lnTo>
                  <a:lnTo>
                    <a:pt x="832116" y="0"/>
                  </a:lnTo>
                  <a:lnTo>
                    <a:pt x="830999" y="469"/>
                  </a:lnTo>
                  <a:lnTo>
                    <a:pt x="829132" y="2336"/>
                  </a:lnTo>
                  <a:lnTo>
                    <a:pt x="828662" y="3454"/>
                  </a:lnTo>
                  <a:lnTo>
                    <a:pt x="828662" y="6083"/>
                  </a:lnTo>
                  <a:lnTo>
                    <a:pt x="829132" y="7200"/>
                  </a:lnTo>
                  <a:lnTo>
                    <a:pt x="830999" y="9067"/>
                  </a:lnTo>
                  <a:lnTo>
                    <a:pt x="832116" y="9525"/>
                  </a:lnTo>
                  <a:lnTo>
                    <a:pt x="834745" y="9525"/>
                  </a:lnTo>
                  <a:lnTo>
                    <a:pt x="835863" y="9067"/>
                  </a:lnTo>
                  <a:lnTo>
                    <a:pt x="837730" y="7200"/>
                  </a:lnTo>
                  <a:lnTo>
                    <a:pt x="838187" y="6083"/>
                  </a:lnTo>
                  <a:lnTo>
                    <a:pt x="838187" y="3454"/>
                  </a:lnTo>
                  <a:close/>
                </a:path>
                <a:path w="5695950" h="1792604">
                  <a:moveTo>
                    <a:pt x="885812" y="1786534"/>
                  </a:moveTo>
                  <a:lnTo>
                    <a:pt x="885355" y="1785416"/>
                  </a:lnTo>
                  <a:lnTo>
                    <a:pt x="883488" y="1783549"/>
                  </a:lnTo>
                  <a:lnTo>
                    <a:pt x="882370" y="1783080"/>
                  </a:lnTo>
                  <a:lnTo>
                    <a:pt x="879741" y="1783080"/>
                  </a:lnTo>
                  <a:lnTo>
                    <a:pt x="878624" y="1783549"/>
                  </a:lnTo>
                  <a:lnTo>
                    <a:pt x="876757" y="1785416"/>
                  </a:lnTo>
                  <a:lnTo>
                    <a:pt x="876287" y="1786534"/>
                  </a:lnTo>
                  <a:lnTo>
                    <a:pt x="876287" y="1789163"/>
                  </a:lnTo>
                  <a:lnTo>
                    <a:pt x="876757" y="1790280"/>
                  </a:lnTo>
                  <a:lnTo>
                    <a:pt x="878624" y="1792147"/>
                  </a:lnTo>
                  <a:lnTo>
                    <a:pt x="879741" y="1792605"/>
                  </a:lnTo>
                  <a:lnTo>
                    <a:pt x="882370" y="1792605"/>
                  </a:lnTo>
                  <a:lnTo>
                    <a:pt x="883488" y="1792147"/>
                  </a:lnTo>
                  <a:lnTo>
                    <a:pt x="885355" y="1790280"/>
                  </a:lnTo>
                  <a:lnTo>
                    <a:pt x="885812" y="1789163"/>
                  </a:lnTo>
                  <a:lnTo>
                    <a:pt x="885812" y="1786534"/>
                  </a:lnTo>
                  <a:close/>
                </a:path>
                <a:path w="5695950" h="1792604">
                  <a:moveTo>
                    <a:pt x="885812" y="894994"/>
                  </a:moveTo>
                  <a:lnTo>
                    <a:pt x="885355" y="893876"/>
                  </a:lnTo>
                  <a:lnTo>
                    <a:pt x="883488" y="892009"/>
                  </a:lnTo>
                  <a:lnTo>
                    <a:pt x="882370" y="891540"/>
                  </a:lnTo>
                  <a:lnTo>
                    <a:pt x="879741" y="891540"/>
                  </a:lnTo>
                  <a:lnTo>
                    <a:pt x="878624" y="892009"/>
                  </a:lnTo>
                  <a:lnTo>
                    <a:pt x="876757" y="893876"/>
                  </a:lnTo>
                  <a:lnTo>
                    <a:pt x="876287" y="894994"/>
                  </a:lnTo>
                  <a:lnTo>
                    <a:pt x="876287" y="897623"/>
                  </a:lnTo>
                  <a:lnTo>
                    <a:pt x="876757" y="898740"/>
                  </a:lnTo>
                  <a:lnTo>
                    <a:pt x="878624" y="900607"/>
                  </a:lnTo>
                  <a:lnTo>
                    <a:pt x="879741" y="901065"/>
                  </a:lnTo>
                  <a:lnTo>
                    <a:pt x="882370" y="901065"/>
                  </a:lnTo>
                  <a:lnTo>
                    <a:pt x="883488" y="900607"/>
                  </a:lnTo>
                  <a:lnTo>
                    <a:pt x="885355" y="898740"/>
                  </a:lnTo>
                  <a:lnTo>
                    <a:pt x="885812" y="897623"/>
                  </a:lnTo>
                  <a:lnTo>
                    <a:pt x="885812" y="894994"/>
                  </a:lnTo>
                  <a:close/>
                </a:path>
                <a:path w="5695950" h="1792604">
                  <a:moveTo>
                    <a:pt x="885812" y="3454"/>
                  </a:moveTo>
                  <a:lnTo>
                    <a:pt x="885355" y="2336"/>
                  </a:lnTo>
                  <a:lnTo>
                    <a:pt x="883488" y="469"/>
                  </a:lnTo>
                  <a:lnTo>
                    <a:pt x="882370" y="0"/>
                  </a:lnTo>
                  <a:lnTo>
                    <a:pt x="879741" y="0"/>
                  </a:lnTo>
                  <a:lnTo>
                    <a:pt x="878624" y="469"/>
                  </a:lnTo>
                  <a:lnTo>
                    <a:pt x="876757" y="2336"/>
                  </a:lnTo>
                  <a:lnTo>
                    <a:pt x="876287" y="3454"/>
                  </a:lnTo>
                  <a:lnTo>
                    <a:pt x="876287" y="6083"/>
                  </a:lnTo>
                  <a:lnTo>
                    <a:pt x="876757" y="7200"/>
                  </a:lnTo>
                  <a:lnTo>
                    <a:pt x="878624" y="9067"/>
                  </a:lnTo>
                  <a:lnTo>
                    <a:pt x="879741" y="9525"/>
                  </a:lnTo>
                  <a:lnTo>
                    <a:pt x="882370" y="9525"/>
                  </a:lnTo>
                  <a:lnTo>
                    <a:pt x="883488" y="9067"/>
                  </a:lnTo>
                  <a:lnTo>
                    <a:pt x="885355" y="7200"/>
                  </a:lnTo>
                  <a:lnTo>
                    <a:pt x="885812" y="6083"/>
                  </a:lnTo>
                  <a:lnTo>
                    <a:pt x="885812" y="3454"/>
                  </a:lnTo>
                  <a:close/>
                </a:path>
                <a:path w="5695950" h="1792604">
                  <a:moveTo>
                    <a:pt x="933437" y="1786534"/>
                  </a:moveTo>
                  <a:lnTo>
                    <a:pt x="932980" y="1785416"/>
                  </a:lnTo>
                  <a:lnTo>
                    <a:pt x="931113" y="1783549"/>
                  </a:lnTo>
                  <a:lnTo>
                    <a:pt x="929995" y="1783080"/>
                  </a:lnTo>
                  <a:lnTo>
                    <a:pt x="927366" y="1783080"/>
                  </a:lnTo>
                  <a:lnTo>
                    <a:pt x="926249" y="1783549"/>
                  </a:lnTo>
                  <a:lnTo>
                    <a:pt x="924382" y="1785416"/>
                  </a:lnTo>
                  <a:lnTo>
                    <a:pt x="923912" y="1786534"/>
                  </a:lnTo>
                  <a:lnTo>
                    <a:pt x="923912" y="1789163"/>
                  </a:lnTo>
                  <a:lnTo>
                    <a:pt x="924382" y="1790280"/>
                  </a:lnTo>
                  <a:lnTo>
                    <a:pt x="926249" y="1792147"/>
                  </a:lnTo>
                  <a:lnTo>
                    <a:pt x="927366" y="1792605"/>
                  </a:lnTo>
                  <a:lnTo>
                    <a:pt x="929995" y="1792605"/>
                  </a:lnTo>
                  <a:lnTo>
                    <a:pt x="931113" y="1792147"/>
                  </a:lnTo>
                  <a:lnTo>
                    <a:pt x="932980" y="1790280"/>
                  </a:lnTo>
                  <a:lnTo>
                    <a:pt x="933437" y="1789163"/>
                  </a:lnTo>
                  <a:lnTo>
                    <a:pt x="933437" y="1786534"/>
                  </a:lnTo>
                  <a:close/>
                </a:path>
                <a:path w="5695950" h="1792604">
                  <a:moveTo>
                    <a:pt x="933437" y="894994"/>
                  </a:moveTo>
                  <a:lnTo>
                    <a:pt x="932980" y="893876"/>
                  </a:lnTo>
                  <a:lnTo>
                    <a:pt x="931113" y="892009"/>
                  </a:lnTo>
                  <a:lnTo>
                    <a:pt x="929995" y="891540"/>
                  </a:lnTo>
                  <a:lnTo>
                    <a:pt x="927366" y="891540"/>
                  </a:lnTo>
                  <a:lnTo>
                    <a:pt x="926249" y="892009"/>
                  </a:lnTo>
                  <a:lnTo>
                    <a:pt x="924382" y="893876"/>
                  </a:lnTo>
                  <a:lnTo>
                    <a:pt x="923912" y="894994"/>
                  </a:lnTo>
                  <a:lnTo>
                    <a:pt x="923912" y="897623"/>
                  </a:lnTo>
                  <a:lnTo>
                    <a:pt x="924382" y="898740"/>
                  </a:lnTo>
                  <a:lnTo>
                    <a:pt x="926249" y="900607"/>
                  </a:lnTo>
                  <a:lnTo>
                    <a:pt x="927366" y="901065"/>
                  </a:lnTo>
                  <a:lnTo>
                    <a:pt x="929995" y="901065"/>
                  </a:lnTo>
                  <a:lnTo>
                    <a:pt x="931113" y="900607"/>
                  </a:lnTo>
                  <a:lnTo>
                    <a:pt x="932980" y="898740"/>
                  </a:lnTo>
                  <a:lnTo>
                    <a:pt x="933437" y="897623"/>
                  </a:lnTo>
                  <a:lnTo>
                    <a:pt x="933437" y="894994"/>
                  </a:lnTo>
                  <a:close/>
                </a:path>
                <a:path w="5695950" h="1792604">
                  <a:moveTo>
                    <a:pt x="933437" y="3454"/>
                  </a:moveTo>
                  <a:lnTo>
                    <a:pt x="932980" y="2336"/>
                  </a:lnTo>
                  <a:lnTo>
                    <a:pt x="931113" y="469"/>
                  </a:lnTo>
                  <a:lnTo>
                    <a:pt x="929995" y="0"/>
                  </a:lnTo>
                  <a:lnTo>
                    <a:pt x="927366" y="0"/>
                  </a:lnTo>
                  <a:lnTo>
                    <a:pt x="926249" y="469"/>
                  </a:lnTo>
                  <a:lnTo>
                    <a:pt x="924382" y="2336"/>
                  </a:lnTo>
                  <a:lnTo>
                    <a:pt x="923912" y="3454"/>
                  </a:lnTo>
                  <a:lnTo>
                    <a:pt x="923912" y="6083"/>
                  </a:lnTo>
                  <a:lnTo>
                    <a:pt x="924382" y="7200"/>
                  </a:lnTo>
                  <a:lnTo>
                    <a:pt x="926249" y="9067"/>
                  </a:lnTo>
                  <a:lnTo>
                    <a:pt x="927366" y="9525"/>
                  </a:lnTo>
                  <a:lnTo>
                    <a:pt x="929995" y="9525"/>
                  </a:lnTo>
                  <a:lnTo>
                    <a:pt x="931113" y="9067"/>
                  </a:lnTo>
                  <a:lnTo>
                    <a:pt x="932980" y="7200"/>
                  </a:lnTo>
                  <a:lnTo>
                    <a:pt x="933437" y="6083"/>
                  </a:lnTo>
                  <a:lnTo>
                    <a:pt x="933437" y="3454"/>
                  </a:lnTo>
                  <a:close/>
                </a:path>
                <a:path w="5695950" h="1792604">
                  <a:moveTo>
                    <a:pt x="981062" y="1786534"/>
                  </a:moveTo>
                  <a:lnTo>
                    <a:pt x="980605" y="1785416"/>
                  </a:lnTo>
                  <a:lnTo>
                    <a:pt x="978738" y="1783549"/>
                  </a:lnTo>
                  <a:lnTo>
                    <a:pt x="977620" y="1783080"/>
                  </a:lnTo>
                  <a:lnTo>
                    <a:pt x="974991" y="1783080"/>
                  </a:lnTo>
                  <a:lnTo>
                    <a:pt x="973874" y="1783549"/>
                  </a:lnTo>
                  <a:lnTo>
                    <a:pt x="972007" y="1785416"/>
                  </a:lnTo>
                  <a:lnTo>
                    <a:pt x="971537" y="1786534"/>
                  </a:lnTo>
                  <a:lnTo>
                    <a:pt x="971537" y="1789163"/>
                  </a:lnTo>
                  <a:lnTo>
                    <a:pt x="972007" y="1790280"/>
                  </a:lnTo>
                  <a:lnTo>
                    <a:pt x="973874" y="1792147"/>
                  </a:lnTo>
                  <a:lnTo>
                    <a:pt x="974991" y="1792605"/>
                  </a:lnTo>
                  <a:lnTo>
                    <a:pt x="977620" y="1792605"/>
                  </a:lnTo>
                  <a:lnTo>
                    <a:pt x="978738" y="1792147"/>
                  </a:lnTo>
                  <a:lnTo>
                    <a:pt x="980605" y="1790280"/>
                  </a:lnTo>
                  <a:lnTo>
                    <a:pt x="981062" y="1789163"/>
                  </a:lnTo>
                  <a:lnTo>
                    <a:pt x="981062" y="1786534"/>
                  </a:lnTo>
                  <a:close/>
                </a:path>
                <a:path w="5695950" h="1792604">
                  <a:moveTo>
                    <a:pt x="981062" y="894994"/>
                  </a:moveTo>
                  <a:lnTo>
                    <a:pt x="980605" y="893876"/>
                  </a:lnTo>
                  <a:lnTo>
                    <a:pt x="978738" y="892009"/>
                  </a:lnTo>
                  <a:lnTo>
                    <a:pt x="977620" y="891540"/>
                  </a:lnTo>
                  <a:lnTo>
                    <a:pt x="974991" y="891540"/>
                  </a:lnTo>
                  <a:lnTo>
                    <a:pt x="973874" y="892009"/>
                  </a:lnTo>
                  <a:lnTo>
                    <a:pt x="972007" y="893876"/>
                  </a:lnTo>
                  <a:lnTo>
                    <a:pt x="971537" y="894994"/>
                  </a:lnTo>
                  <a:lnTo>
                    <a:pt x="971537" y="897623"/>
                  </a:lnTo>
                  <a:lnTo>
                    <a:pt x="972007" y="898740"/>
                  </a:lnTo>
                  <a:lnTo>
                    <a:pt x="973874" y="900607"/>
                  </a:lnTo>
                  <a:lnTo>
                    <a:pt x="974991" y="901065"/>
                  </a:lnTo>
                  <a:lnTo>
                    <a:pt x="977620" y="901065"/>
                  </a:lnTo>
                  <a:lnTo>
                    <a:pt x="978738" y="900607"/>
                  </a:lnTo>
                  <a:lnTo>
                    <a:pt x="980605" y="898740"/>
                  </a:lnTo>
                  <a:lnTo>
                    <a:pt x="981062" y="897623"/>
                  </a:lnTo>
                  <a:lnTo>
                    <a:pt x="981062" y="894994"/>
                  </a:lnTo>
                  <a:close/>
                </a:path>
                <a:path w="5695950" h="1792604">
                  <a:moveTo>
                    <a:pt x="981062" y="3454"/>
                  </a:moveTo>
                  <a:lnTo>
                    <a:pt x="980605" y="2336"/>
                  </a:lnTo>
                  <a:lnTo>
                    <a:pt x="978738" y="469"/>
                  </a:lnTo>
                  <a:lnTo>
                    <a:pt x="977620" y="0"/>
                  </a:lnTo>
                  <a:lnTo>
                    <a:pt x="974991" y="0"/>
                  </a:lnTo>
                  <a:lnTo>
                    <a:pt x="973874" y="469"/>
                  </a:lnTo>
                  <a:lnTo>
                    <a:pt x="972007" y="2336"/>
                  </a:lnTo>
                  <a:lnTo>
                    <a:pt x="971537" y="3454"/>
                  </a:lnTo>
                  <a:lnTo>
                    <a:pt x="971537" y="6083"/>
                  </a:lnTo>
                  <a:lnTo>
                    <a:pt x="972007" y="7200"/>
                  </a:lnTo>
                  <a:lnTo>
                    <a:pt x="973874" y="9067"/>
                  </a:lnTo>
                  <a:lnTo>
                    <a:pt x="974991" y="9525"/>
                  </a:lnTo>
                  <a:lnTo>
                    <a:pt x="977620" y="9525"/>
                  </a:lnTo>
                  <a:lnTo>
                    <a:pt x="978738" y="9067"/>
                  </a:lnTo>
                  <a:lnTo>
                    <a:pt x="980605" y="7200"/>
                  </a:lnTo>
                  <a:lnTo>
                    <a:pt x="981062" y="6083"/>
                  </a:lnTo>
                  <a:lnTo>
                    <a:pt x="981062" y="3454"/>
                  </a:lnTo>
                  <a:close/>
                </a:path>
                <a:path w="5695950" h="1792604">
                  <a:moveTo>
                    <a:pt x="1028687" y="1786534"/>
                  </a:moveTo>
                  <a:lnTo>
                    <a:pt x="1028230" y="1785416"/>
                  </a:lnTo>
                  <a:lnTo>
                    <a:pt x="1026363" y="1783549"/>
                  </a:lnTo>
                  <a:lnTo>
                    <a:pt x="1025245" y="1783080"/>
                  </a:lnTo>
                  <a:lnTo>
                    <a:pt x="1022616" y="1783080"/>
                  </a:lnTo>
                  <a:lnTo>
                    <a:pt x="1021499" y="1783549"/>
                  </a:lnTo>
                  <a:lnTo>
                    <a:pt x="1019632" y="1785416"/>
                  </a:lnTo>
                  <a:lnTo>
                    <a:pt x="1019162" y="1786534"/>
                  </a:lnTo>
                  <a:lnTo>
                    <a:pt x="1019162" y="1789163"/>
                  </a:lnTo>
                  <a:lnTo>
                    <a:pt x="1019632" y="1790280"/>
                  </a:lnTo>
                  <a:lnTo>
                    <a:pt x="1021499" y="1792147"/>
                  </a:lnTo>
                  <a:lnTo>
                    <a:pt x="1022616" y="1792605"/>
                  </a:lnTo>
                  <a:lnTo>
                    <a:pt x="1025245" y="1792605"/>
                  </a:lnTo>
                  <a:lnTo>
                    <a:pt x="1026363" y="1792147"/>
                  </a:lnTo>
                  <a:lnTo>
                    <a:pt x="1028230" y="1790280"/>
                  </a:lnTo>
                  <a:lnTo>
                    <a:pt x="1028687" y="1789163"/>
                  </a:lnTo>
                  <a:lnTo>
                    <a:pt x="1028687" y="1786534"/>
                  </a:lnTo>
                  <a:close/>
                </a:path>
                <a:path w="5695950" h="1792604">
                  <a:moveTo>
                    <a:pt x="1028687" y="894994"/>
                  </a:moveTo>
                  <a:lnTo>
                    <a:pt x="1028230" y="893876"/>
                  </a:lnTo>
                  <a:lnTo>
                    <a:pt x="1026363" y="892009"/>
                  </a:lnTo>
                  <a:lnTo>
                    <a:pt x="1025245" y="891540"/>
                  </a:lnTo>
                  <a:lnTo>
                    <a:pt x="1022616" y="891540"/>
                  </a:lnTo>
                  <a:lnTo>
                    <a:pt x="1021499" y="892009"/>
                  </a:lnTo>
                  <a:lnTo>
                    <a:pt x="1019632" y="893876"/>
                  </a:lnTo>
                  <a:lnTo>
                    <a:pt x="1019162" y="894994"/>
                  </a:lnTo>
                  <a:lnTo>
                    <a:pt x="1019162" y="897623"/>
                  </a:lnTo>
                  <a:lnTo>
                    <a:pt x="1019632" y="898740"/>
                  </a:lnTo>
                  <a:lnTo>
                    <a:pt x="1021499" y="900607"/>
                  </a:lnTo>
                  <a:lnTo>
                    <a:pt x="1022616" y="901065"/>
                  </a:lnTo>
                  <a:lnTo>
                    <a:pt x="1025245" y="901065"/>
                  </a:lnTo>
                  <a:lnTo>
                    <a:pt x="1026363" y="900607"/>
                  </a:lnTo>
                  <a:lnTo>
                    <a:pt x="1028230" y="898740"/>
                  </a:lnTo>
                  <a:lnTo>
                    <a:pt x="1028687" y="897623"/>
                  </a:lnTo>
                  <a:lnTo>
                    <a:pt x="1028687" y="894994"/>
                  </a:lnTo>
                  <a:close/>
                </a:path>
                <a:path w="5695950" h="1792604">
                  <a:moveTo>
                    <a:pt x="1028687" y="3454"/>
                  </a:moveTo>
                  <a:lnTo>
                    <a:pt x="1028230" y="2336"/>
                  </a:lnTo>
                  <a:lnTo>
                    <a:pt x="1026363" y="469"/>
                  </a:lnTo>
                  <a:lnTo>
                    <a:pt x="1025245" y="0"/>
                  </a:lnTo>
                  <a:lnTo>
                    <a:pt x="1022616" y="0"/>
                  </a:lnTo>
                  <a:lnTo>
                    <a:pt x="1021499" y="469"/>
                  </a:lnTo>
                  <a:lnTo>
                    <a:pt x="1019632" y="2336"/>
                  </a:lnTo>
                  <a:lnTo>
                    <a:pt x="1019162" y="3454"/>
                  </a:lnTo>
                  <a:lnTo>
                    <a:pt x="1019162" y="6083"/>
                  </a:lnTo>
                  <a:lnTo>
                    <a:pt x="1019632" y="7200"/>
                  </a:lnTo>
                  <a:lnTo>
                    <a:pt x="1021499" y="9067"/>
                  </a:lnTo>
                  <a:lnTo>
                    <a:pt x="1022616" y="9525"/>
                  </a:lnTo>
                  <a:lnTo>
                    <a:pt x="1025245" y="9525"/>
                  </a:lnTo>
                  <a:lnTo>
                    <a:pt x="1026363" y="9067"/>
                  </a:lnTo>
                  <a:lnTo>
                    <a:pt x="1028230" y="7200"/>
                  </a:lnTo>
                  <a:lnTo>
                    <a:pt x="1028687" y="6083"/>
                  </a:lnTo>
                  <a:lnTo>
                    <a:pt x="1028687" y="3454"/>
                  </a:lnTo>
                  <a:close/>
                </a:path>
                <a:path w="5695950" h="1792604">
                  <a:moveTo>
                    <a:pt x="1076312" y="1786534"/>
                  </a:moveTo>
                  <a:lnTo>
                    <a:pt x="1075855" y="1785416"/>
                  </a:lnTo>
                  <a:lnTo>
                    <a:pt x="1073988" y="1783549"/>
                  </a:lnTo>
                  <a:lnTo>
                    <a:pt x="1072870" y="1783080"/>
                  </a:lnTo>
                  <a:lnTo>
                    <a:pt x="1070241" y="1783080"/>
                  </a:lnTo>
                  <a:lnTo>
                    <a:pt x="1069124" y="1783549"/>
                  </a:lnTo>
                  <a:lnTo>
                    <a:pt x="1067257" y="1785416"/>
                  </a:lnTo>
                  <a:lnTo>
                    <a:pt x="1066787" y="1786534"/>
                  </a:lnTo>
                  <a:lnTo>
                    <a:pt x="1066787" y="1789163"/>
                  </a:lnTo>
                  <a:lnTo>
                    <a:pt x="1067257" y="1790280"/>
                  </a:lnTo>
                  <a:lnTo>
                    <a:pt x="1069124" y="1792147"/>
                  </a:lnTo>
                  <a:lnTo>
                    <a:pt x="1070241" y="1792605"/>
                  </a:lnTo>
                  <a:lnTo>
                    <a:pt x="1072870" y="1792605"/>
                  </a:lnTo>
                  <a:lnTo>
                    <a:pt x="1073988" y="1792147"/>
                  </a:lnTo>
                  <a:lnTo>
                    <a:pt x="1075855" y="1790280"/>
                  </a:lnTo>
                  <a:lnTo>
                    <a:pt x="1076312" y="1789163"/>
                  </a:lnTo>
                  <a:lnTo>
                    <a:pt x="1076312" y="1786534"/>
                  </a:lnTo>
                  <a:close/>
                </a:path>
                <a:path w="5695950" h="1792604">
                  <a:moveTo>
                    <a:pt x="1076312" y="894994"/>
                  </a:moveTo>
                  <a:lnTo>
                    <a:pt x="1075855" y="893876"/>
                  </a:lnTo>
                  <a:lnTo>
                    <a:pt x="1073988" y="892009"/>
                  </a:lnTo>
                  <a:lnTo>
                    <a:pt x="1072870" y="891540"/>
                  </a:lnTo>
                  <a:lnTo>
                    <a:pt x="1070241" y="891540"/>
                  </a:lnTo>
                  <a:lnTo>
                    <a:pt x="1069124" y="892009"/>
                  </a:lnTo>
                  <a:lnTo>
                    <a:pt x="1067257" y="893876"/>
                  </a:lnTo>
                  <a:lnTo>
                    <a:pt x="1066787" y="894994"/>
                  </a:lnTo>
                  <a:lnTo>
                    <a:pt x="1066787" y="897623"/>
                  </a:lnTo>
                  <a:lnTo>
                    <a:pt x="1067257" y="898740"/>
                  </a:lnTo>
                  <a:lnTo>
                    <a:pt x="1069124" y="900607"/>
                  </a:lnTo>
                  <a:lnTo>
                    <a:pt x="1070241" y="901065"/>
                  </a:lnTo>
                  <a:lnTo>
                    <a:pt x="1072870" y="901065"/>
                  </a:lnTo>
                  <a:lnTo>
                    <a:pt x="1073988" y="900607"/>
                  </a:lnTo>
                  <a:lnTo>
                    <a:pt x="1075855" y="898740"/>
                  </a:lnTo>
                  <a:lnTo>
                    <a:pt x="1076312" y="897623"/>
                  </a:lnTo>
                  <a:lnTo>
                    <a:pt x="1076312" y="894994"/>
                  </a:lnTo>
                  <a:close/>
                </a:path>
                <a:path w="5695950" h="1792604">
                  <a:moveTo>
                    <a:pt x="1076312" y="3454"/>
                  </a:moveTo>
                  <a:lnTo>
                    <a:pt x="1075855" y="2336"/>
                  </a:lnTo>
                  <a:lnTo>
                    <a:pt x="1073988" y="469"/>
                  </a:lnTo>
                  <a:lnTo>
                    <a:pt x="1072870" y="0"/>
                  </a:lnTo>
                  <a:lnTo>
                    <a:pt x="1070241" y="0"/>
                  </a:lnTo>
                  <a:lnTo>
                    <a:pt x="1069124" y="469"/>
                  </a:lnTo>
                  <a:lnTo>
                    <a:pt x="1067257" y="2336"/>
                  </a:lnTo>
                  <a:lnTo>
                    <a:pt x="1066787" y="3454"/>
                  </a:lnTo>
                  <a:lnTo>
                    <a:pt x="1066787" y="6083"/>
                  </a:lnTo>
                  <a:lnTo>
                    <a:pt x="1067257" y="7200"/>
                  </a:lnTo>
                  <a:lnTo>
                    <a:pt x="1069124" y="9067"/>
                  </a:lnTo>
                  <a:lnTo>
                    <a:pt x="1070241" y="9525"/>
                  </a:lnTo>
                  <a:lnTo>
                    <a:pt x="1072870" y="9525"/>
                  </a:lnTo>
                  <a:lnTo>
                    <a:pt x="1073988" y="9067"/>
                  </a:lnTo>
                  <a:lnTo>
                    <a:pt x="1075855" y="7200"/>
                  </a:lnTo>
                  <a:lnTo>
                    <a:pt x="1076312" y="6083"/>
                  </a:lnTo>
                  <a:lnTo>
                    <a:pt x="1076312" y="3454"/>
                  </a:lnTo>
                  <a:close/>
                </a:path>
                <a:path w="5695950" h="1792604">
                  <a:moveTo>
                    <a:pt x="1123937" y="1786534"/>
                  </a:moveTo>
                  <a:lnTo>
                    <a:pt x="1123480" y="1785416"/>
                  </a:lnTo>
                  <a:lnTo>
                    <a:pt x="1121613" y="1783549"/>
                  </a:lnTo>
                  <a:lnTo>
                    <a:pt x="1120495" y="1783080"/>
                  </a:lnTo>
                  <a:lnTo>
                    <a:pt x="1117866" y="1783080"/>
                  </a:lnTo>
                  <a:lnTo>
                    <a:pt x="1116749" y="1783549"/>
                  </a:lnTo>
                  <a:lnTo>
                    <a:pt x="1114882" y="1785416"/>
                  </a:lnTo>
                  <a:lnTo>
                    <a:pt x="1114412" y="1786534"/>
                  </a:lnTo>
                  <a:lnTo>
                    <a:pt x="1114412" y="1789163"/>
                  </a:lnTo>
                  <a:lnTo>
                    <a:pt x="1114882" y="1790280"/>
                  </a:lnTo>
                  <a:lnTo>
                    <a:pt x="1116749" y="1792147"/>
                  </a:lnTo>
                  <a:lnTo>
                    <a:pt x="1117866" y="1792605"/>
                  </a:lnTo>
                  <a:lnTo>
                    <a:pt x="1120495" y="1792605"/>
                  </a:lnTo>
                  <a:lnTo>
                    <a:pt x="1121613" y="1792147"/>
                  </a:lnTo>
                  <a:lnTo>
                    <a:pt x="1123480" y="1790280"/>
                  </a:lnTo>
                  <a:lnTo>
                    <a:pt x="1123937" y="1789163"/>
                  </a:lnTo>
                  <a:lnTo>
                    <a:pt x="1123937" y="1786534"/>
                  </a:lnTo>
                  <a:close/>
                </a:path>
                <a:path w="5695950" h="1792604">
                  <a:moveTo>
                    <a:pt x="1123937" y="894994"/>
                  </a:moveTo>
                  <a:lnTo>
                    <a:pt x="1123480" y="893876"/>
                  </a:lnTo>
                  <a:lnTo>
                    <a:pt x="1121613" y="892009"/>
                  </a:lnTo>
                  <a:lnTo>
                    <a:pt x="1120495" y="891540"/>
                  </a:lnTo>
                  <a:lnTo>
                    <a:pt x="1117866" y="891540"/>
                  </a:lnTo>
                  <a:lnTo>
                    <a:pt x="1116749" y="892009"/>
                  </a:lnTo>
                  <a:lnTo>
                    <a:pt x="1114882" y="893876"/>
                  </a:lnTo>
                  <a:lnTo>
                    <a:pt x="1114412" y="894994"/>
                  </a:lnTo>
                  <a:lnTo>
                    <a:pt x="1114412" y="897623"/>
                  </a:lnTo>
                  <a:lnTo>
                    <a:pt x="1114882" y="898740"/>
                  </a:lnTo>
                  <a:lnTo>
                    <a:pt x="1116749" y="900607"/>
                  </a:lnTo>
                  <a:lnTo>
                    <a:pt x="1117866" y="901065"/>
                  </a:lnTo>
                  <a:lnTo>
                    <a:pt x="1120495" y="901065"/>
                  </a:lnTo>
                  <a:lnTo>
                    <a:pt x="1121613" y="900607"/>
                  </a:lnTo>
                  <a:lnTo>
                    <a:pt x="1123480" y="898740"/>
                  </a:lnTo>
                  <a:lnTo>
                    <a:pt x="1123937" y="897623"/>
                  </a:lnTo>
                  <a:lnTo>
                    <a:pt x="1123937" y="894994"/>
                  </a:lnTo>
                  <a:close/>
                </a:path>
                <a:path w="5695950" h="1792604">
                  <a:moveTo>
                    <a:pt x="1123937" y="3454"/>
                  </a:moveTo>
                  <a:lnTo>
                    <a:pt x="1123480" y="2336"/>
                  </a:lnTo>
                  <a:lnTo>
                    <a:pt x="1121613" y="469"/>
                  </a:lnTo>
                  <a:lnTo>
                    <a:pt x="1120495" y="0"/>
                  </a:lnTo>
                  <a:lnTo>
                    <a:pt x="1117866" y="0"/>
                  </a:lnTo>
                  <a:lnTo>
                    <a:pt x="1116749" y="469"/>
                  </a:lnTo>
                  <a:lnTo>
                    <a:pt x="1114882" y="2336"/>
                  </a:lnTo>
                  <a:lnTo>
                    <a:pt x="1114412" y="3454"/>
                  </a:lnTo>
                  <a:lnTo>
                    <a:pt x="1114412" y="6083"/>
                  </a:lnTo>
                  <a:lnTo>
                    <a:pt x="1114882" y="7200"/>
                  </a:lnTo>
                  <a:lnTo>
                    <a:pt x="1116749" y="9067"/>
                  </a:lnTo>
                  <a:lnTo>
                    <a:pt x="1117866" y="9525"/>
                  </a:lnTo>
                  <a:lnTo>
                    <a:pt x="1120495" y="9525"/>
                  </a:lnTo>
                  <a:lnTo>
                    <a:pt x="1121613" y="9067"/>
                  </a:lnTo>
                  <a:lnTo>
                    <a:pt x="1123480" y="7200"/>
                  </a:lnTo>
                  <a:lnTo>
                    <a:pt x="1123937" y="6083"/>
                  </a:lnTo>
                  <a:lnTo>
                    <a:pt x="1123937" y="3454"/>
                  </a:lnTo>
                  <a:close/>
                </a:path>
                <a:path w="5695950" h="1792604">
                  <a:moveTo>
                    <a:pt x="1171562" y="1786534"/>
                  </a:moveTo>
                  <a:lnTo>
                    <a:pt x="1171105" y="1785416"/>
                  </a:lnTo>
                  <a:lnTo>
                    <a:pt x="1169238" y="1783549"/>
                  </a:lnTo>
                  <a:lnTo>
                    <a:pt x="1168120" y="1783080"/>
                  </a:lnTo>
                  <a:lnTo>
                    <a:pt x="1165491" y="1783080"/>
                  </a:lnTo>
                  <a:lnTo>
                    <a:pt x="1164374" y="1783549"/>
                  </a:lnTo>
                  <a:lnTo>
                    <a:pt x="1162507" y="1785416"/>
                  </a:lnTo>
                  <a:lnTo>
                    <a:pt x="1162037" y="1786534"/>
                  </a:lnTo>
                  <a:lnTo>
                    <a:pt x="1162037" y="1789163"/>
                  </a:lnTo>
                  <a:lnTo>
                    <a:pt x="1162507" y="1790280"/>
                  </a:lnTo>
                  <a:lnTo>
                    <a:pt x="1164374" y="1792147"/>
                  </a:lnTo>
                  <a:lnTo>
                    <a:pt x="1165491" y="1792605"/>
                  </a:lnTo>
                  <a:lnTo>
                    <a:pt x="1168120" y="1792605"/>
                  </a:lnTo>
                  <a:lnTo>
                    <a:pt x="1169238" y="1792147"/>
                  </a:lnTo>
                  <a:lnTo>
                    <a:pt x="1171105" y="1790280"/>
                  </a:lnTo>
                  <a:lnTo>
                    <a:pt x="1171562" y="1789163"/>
                  </a:lnTo>
                  <a:lnTo>
                    <a:pt x="1171562" y="1786534"/>
                  </a:lnTo>
                  <a:close/>
                </a:path>
                <a:path w="5695950" h="1792604">
                  <a:moveTo>
                    <a:pt x="1171562" y="894994"/>
                  </a:moveTo>
                  <a:lnTo>
                    <a:pt x="1171105" y="893876"/>
                  </a:lnTo>
                  <a:lnTo>
                    <a:pt x="1169238" y="892009"/>
                  </a:lnTo>
                  <a:lnTo>
                    <a:pt x="1168120" y="891540"/>
                  </a:lnTo>
                  <a:lnTo>
                    <a:pt x="1165491" y="891540"/>
                  </a:lnTo>
                  <a:lnTo>
                    <a:pt x="1164374" y="892009"/>
                  </a:lnTo>
                  <a:lnTo>
                    <a:pt x="1162507" y="893876"/>
                  </a:lnTo>
                  <a:lnTo>
                    <a:pt x="1162037" y="894994"/>
                  </a:lnTo>
                  <a:lnTo>
                    <a:pt x="1162037" y="897623"/>
                  </a:lnTo>
                  <a:lnTo>
                    <a:pt x="1162507" y="898740"/>
                  </a:lnTo>
                  <a:lnTo>
                    <a:pt x="1164374" y="900607"/>
                  </a:lnTo>
                  <a:lnTo>
                    <a:pt x="1165491" y="901065"/>
                  </a:lnTo>
                  <a:lnTo>
                    <a:pt x="1168120" y="901065"/>
                  </a:lnTo>
                  <a:lnTo>
                    <a:pt x="1169238" y="900607"/>
                  </a:lnTo>
                  <a:lnTo>
                    <a:pt x="1171105" y="898740"/>
                  </a:lnTo>
                  <a:lnTo>
                    <a:pt x="1171562" y="897623"/>
                  </a:lnTo>
                  <a:lnTo>
                    <a:pt x="1171562" y="894994"/>
                  </a:lnTo>
                  <a:close/>
                </a:path>
                <a:path w="5695950" h="1792604">
                  <a:moveTo>
                    <a:pt x="1171562" y="3454"/>
                  </a:moveTo>
                  <a:lnTo>
                    <a:pt x="1171105" y="2336"/>
                  </a:lnTo>
                  <a:lnTo>
                    <a:pt x="1169238" y="469"/>
                  </a:lnTo>
                  <a:lnTo>
                    <a:pt x="1168120" y="0"/>
                  </a:lnTo>
                  <a:lnTo>
                    <a:pt x="1165491" y="0"/>
                  </a:lnTo>
                  <a:lnTo>
                    <a:pt x="1164374" y="469"/>
                  </a:lnTo>
                  <a:lnTo>
                    <a:pt x="1162507" y="2336"/>
                  </a:lnTo>
                  <a:lnTo>
                    <a:pt x="1162037" y="3454"/>
                  </a:lnTo>
                  <a:lnTo>
                    <a:pt x="1162037" y="6083"/>
                  </a:lnTo>
                  <a:lnTo>
                    <a:pt x="1162507" y="7200"/>
                  </a:lnTo>
                  <a:lnTo>
                    <a:pt x="1164374" y="9067"/>
                  </a:lnTo>
                  <a:lnTo>
                    <a:pt x="1165491" y="9525"/>
                  </a:lnTo>
                  <a:lnTo>
                    <a:pt x="1168120" y="9525"/>
                  </a:lnTo>
                  <a:lnTo>
                    <a:pt x="1169238" y="9067"/>
                  </a:lnTo>
                  <a:lnTo>
                    <a:pt x="1171105" y="7200"/>
                  </a:lnTo>
                  <a:lnTo>
                    <a:pt x="1171562" y="6083"/>
                  </a:lnTo>
                  <a:lnTo>
                    <a:pt x="1171562" y="3454"/>
                  </a:lnTo>
                  <a:close/>
                </a:path>
                <a:path w="5695950" h="1792604">
                  <a:moveTo>
                    <a:pt x="1219187" y="1786534"/>
                  </a:moveTo>
                  <a:lnTo>
                    <a:pt x="1218730" y="1785416"/>
                  </a:lnTo>
                  <a:lnTo>
                    <a:pt x="1216863" y="1783549"/>
                  </a:lnTo>
                  <a:lnTo>
                    <a:pt x="1215745" y="1783080"/>
                  </a:lnTo>
                  <a:lnTo>
                    <a:pt x="1213116" y="1783080"/>
                  </a:lnTo>
                  <a:lnTo>
                    <a:pt x="1211999" y="1783549"/>
                  </a:lnTo>
                  <a:lnTo>
                    <a:pt x="1210132" y="1785416"/>
                  </a:lnTo>
                  <a:lnTo>
                    <a:pt x="1209662" y="1786534"/>
                  </a:lnTo>
                  <a:lnTo>
                    <a:pt x="1209662" y="1789163"/>
                  </a:lnTo>
                  <a:lnTo>
                    <a:pt x="1210132" y="1790280"/>
                  </a:lnTo>
                  <a:lnTo>
                    <a:pt x="1211999" y="1792147"/>
                  </a:lnTo>
                  <a:lnTo>
                    <a:pt x="1213116" y="1792605"/>
                  </a:lnTo>
                  <a:lnTo>
                    <a:pt x="1215745" y="1792605"/>
                  </a:lnTo>
                  <a:lnTo>
                    <a:pt x="1216863" y="1792147"/>
                  </a:lnTo>
                  <a:lnTo>
                    <a:pt x="1218730" y="1790280"/>
                  </a:lnTo>
                  <a:lnTo>
                    <a:pt x="1219187" y="1789163"/>
                  </a:lnTo>
                  <a:lnTo>
                    <a:pt x="1219187" y="1786534"/>
                  </a:lnTo>
                  <a:close/>
                </a:path>
                <a:path w="5695950" h="1792604">
                  <a:moveTo>
                    <a:pt x="1219187" y="894994"/>
                  </a:moveTo>
                  <a:lnTo>
                    <a:pt x="1218730" y="893876"/>
                  </a:lnTo>
                  <a:lnTo>
                    <a:pt x="1216863" y="892009"/>
                  </a:lnTo>
                  <a:lnTo>
                    <a:pt x="1215745" y="891540"/>
                  </a:lnTo>
                  <a:lnTo>
                    <a:pt x="1213116" y="891540"/>
                  </a:lnTo>
                  <a:lnTo>
                    <a:pt x="1211999" y="892009"/>
                  </a:lnTo>
                  <a:lnTo>
                    <a:pt x="1210132" y="893876"/>
                  </a:lnTo>
                  <a:lnTo>
                    <a:pt x="1209662" y="894994"/>
                  </a:lnTo>
                  <a:lnTo>
                    <a:pt x="1209662" y="897623"/>
                  </a:lnTo>
                  <a:lnTo>
                    <a:pt x="1210132" y="898740"/>
                  </a:lnTo>
                  <a:lnTo>
                    <a:pt x="1211999" y="900607"/>
                  </a:lnTo>
                  <a:lnTo>
                    <a:pt x="1213116" y="901065"/>
                  </a:lnTo>
                  <a:lnTo>
                    <a:pt x="1215745" y="901065"/>
                  </a:lnTo>
                  <a:lnTo>
                    <a:pt x="1216863" y="900607"/>
                  </a:lnTo>
                  <a:lnTo>
                    <a:pt x="1218730" y="898740"/>
                  </a:lnTo>
                  <a:lnTo>
                    <a:pt x="1219187" y="897623"/>
                  </a:lnTo>
                  <a:lnTo>
                    <a:pt x="1219187" y="894994"/>
                  </a:lnTo>
                  <a:close/>
                </a:path>
                <a:path w="5695950" h="1792604">
                  <a:moveTo>
                    <a:pt x="1219187" y="3454"/>
                  </a:moveTo>
                  <a:lnTo>
                    <a:pt x="1218730" y="2336"/>
                  </a:lnTo>
                  <a:lnTo>
                    <a:pt x="1216863" y="469"/>
                  </a:lnTo>
                  <a:lnTo>
                    <a:pt x="1215745" y="0"/>
                  </a:lnTo>
                  <a:lnTo>
                    <a:pt x="1213116" y="0"/>
                  </a:lnTo>
                  <a:lnTo>
                    <a:pt x="1211999" y="469"/>
                  </a:lnTo>
                  <a:lnTo>
                    <a:pt x="1210132" y="2336"/>
                  </a:lnTo>
                  <a:lnTo>
                    <a:pt x="1209662" y="3454"/>
                  </a:lnTo>
                  <a:lnTo>
                    <a:pt x="1209662" y="6083"/>
                  </a:lnTo>
                  <a:lnTo>
                    <a:pt x="1210132" y="7200"/>
                  </a:lnTo>
                  <a:lnTo>
                    <a:pt x="1211999" y="9067"/>
                  </a:lnTo>
                  <a:lnTo>
                    <a:pt x="1213116" y="9525"/>
                  </a:lnTo>
                  <a:lnTo>
                    <a:pt x="1215745" y="9525"/>
                  </a:lnTo>
                  <a:lnTo>
                    <a:pt x="1216863" y="9067"/>
                  </a:lnTo>
                  <a:lnTo>
                    <a:pt x="1218730" y="7200"/>
                  </a:lnTo>
                  <a:lnTo>
                    <a:pt x="1219187" y="6083"/>
                  </a:lnTo>
                  <a:lnTo>
                    <a:pt x="1219187" y="3454"/>
                  </a:lnTo>
                  <a:close/>
                </a:path>
                <a:path w="5695950" h="1792604">
                  <a:moveTo>
                    <a:pt x="1266812" y="1786534"/>
                  </a:moveTo>
                  <a:lnTo>
                    <a:pt x="1266355" y="1785416"/>
                  </a:lnTo>
                  <a:lnTo>
                    <a:pt x="1264488" y="1783549"/>
                  </a:lnTo>
                  <a:lnTo>
                    <a:pt x="1263370" y="1783080"/>
                  </a:lnTo>
                  <a:lnTo>
                    <a:pt x="1260741" y="1783080"/>
                  </a:lnTo>
                  <a:lnTo>
                    <a:pt x="1259624" y="1783549"/>
                  </a:lnTo>
                  <a:lnTo>
                    <a:pt x="1257757" y="1785416"/>
                  </a:lnTo>
                  <a:lnTo>
                    <a:pt x="1257287" y="1786534"/>
                  </a:lnTo>
                  <a:lnTo>
                    <a:pt x="1257287" y="1789163"/>
                  </a:lnTo>
                  <a:lnTo>
                    <a:pt x="1257757" y="1790280"/>
                  </a:lnTo>
                  <a:lnTo>
                    <a:pt x="1259624" y="1792147"/>
                  </a:lnTo>
                  <a:lnTo>
                    <a:pt x="1260741" y="1792605"/>
                  </a:lnTo>
                  <a:lnTo>
                    <a:pt x="1263370" y="1792605"/>
                  </a:lnTo>
                  <a:lnTo>
                    <a:pt x="1264488" y="1792147"/>
                  </a:lnTo>
                  <a:lnTo>
                    <a:pt x="1266355" y="1790280"/>
                  </a:lnTo>
                  <a:lnTo>
                    <a:pt x="1266812" y="1789163"/>
                  </a:lnTo>
                  <a:lnTo>
                    <a:pt x="1266812" y="1786534"/>
                  </a:lnTo>
                  <a:close/>
                </a:path>
                <a:path w="5695950" h="1792604">
                  <a:moveTo>
                    <a:pt x="1266812" y="894994"/>
                  </a:moveTo>
                  <a:lnTo>
                    <a:pt x="1266355" y="893876"/>
                  </a:lnTo>
                  <a:lnTo>
                    <a:pt x="1264488" y="892009"/>
                  </a:lnTo>
                  <a:lnTo>
                    <a:pt x="1263370" y="891540"/>
                  </a:lnTo>
                  <a:lnTo>
                    <a:pt x="1260741" y="891540"/>
                  </a:lnTo>
                  <a:lnTo>
                    <a:pt x="1259624" y="892009"/>
                  </a:lnTo>
                  <a:lnTo>
                    <a:pt x="1257757" y="893876"/>
                  </a:lnTo>
                  <a:lnTo>
                    <a:pt x="1257287" y="894994"/>
                  </a:lnTo>
                  <a:lnTo>
                    <a:pt x="1257287" y="897623"/>
                  </a:lnTo>
                  <a:lnTo>
                    <a:pt x="1257757" y="898740"/>
                  </a:lnTo>
                  <a:lnTo>
                    <a:pt x="1259624" y="900607"/>
                  </a:lnTo>
                  <a:lnTo>
                    <a:pt x="1260741" y="901065"/>
                  </a:lnTo>
                  <a:lnTo>
                    <a:pt x="1263370" y="901065"/>
                  </a:lnTo>
                  <a:lnTo>
                    <a:pt x="1264488" y="900607"/>
                  </a:lnTo>
                  <a:lnTo>
                    <a:pt x="1266355" y="898740"/>
                  </a:lnTo>
                  <a:lnTo>
                    <a:pt x="1266812" y="897623"/>
                  </a:lnTo>
                  <a:lnTo>
                    <a:pt x="1266812" y="894994"/>
                  </a:lnTo>
                  <a:close/>
                </a:path>
                <a:path w="5695950" h="1792604">
                  <a:moveTo>
                    <a:pt x="1266812" y="3454"/>
                  </a:moveTo>
                  <a:lnTo>
                    <a:pt x="1266355" y="2336"/>
                  </a:lnTo>
                  <a:lnTo>
                    <a:pt x="1264488" y="469"/>
                  </a:lnTo>
                  <a:lnTo>
                    <a:pt x="1263370" y="0"/>
                  </a:lnTo>
                  <a:lnTo>
                    <a:pt x="1260741" y="0"/>
                  </a:lnTo>
                  <a:lnTo>
                    <a:pt x="1259624" y="469"/>
                  </a:lnTo>
                  <a:lnTo>
                    <a:pt x="1257757" y="2336"/>
                  </a:lnTo>
                  <a:lnTo>
                    <a:pt x="1257287" y="3454"/>
                  </a:lnTo>
                  <a:lnTo>
                    <a:pt x="1257287" y="6083"/>
                  </a:lnTo>
                  <a:lnTo>
                    <a:pt x="1257757" y="7200"/>
                  </a:lnTo>
                  <a:lnTo>
                    <a:pt x="1259624" y="9067"/>
                  </a:lnTo>
                  <a:lnTo>
                    <a:pt x="1260741" y="9525"/>
                  </a:lnTo>
                  <a:lnTo>
                    <a:pt x="1263370" y="9525"/>
                  </a:lnTo>
                  <a:lnTo>
                    <a:pt x="1264488" y="9067"/>
                  </a:lnTo>
                  <a:lnTo>
                    <a:pt x="1266355" y="7200"/>
                  </a:lnTo>
                  <a:lnTo>
                    <a:pt x="1266812" y="6083"/>
                  </a:lnTo>
                  <a:lnTo>
                    <a:pt x="1266812" y="3454"/>
                  </a:lnTo>
                  <a:close/>
                </a:path>
                <a:path w="5695950" h="1792604">
                  <a:moveTo>
                    <a:pt x="1314437" y="1786534"/>
                  </a:moveTo>
                  <a:lnTo>
                    <a:pt x="1313980" y="1785416"/>
                  </a:lnTo>
                  <a:lnTo>
                    <a:pt x="1312113" y="1783549"/>
                  </a:lnTo>
                  <a:lnTo>
                    <a:pt x="1310995" y="1783080"/>
                  </a:lnTo>
                  <a:lnTo>
                    <a:pt x="1308366" y="1783080"/>
                  </a:lnTo>
                  <a:lnTo>
                    <a:pt x="1307249" y="1783549"/>
                  </a:lnTo>
                  <a:lnTo>
                    <a:pt x="1305382" y="1785416"/>
                  </a:lnTo>
                  <a:lnTo>
                    <a:pt x="1304912" y="1786534"/>
                  </a:lnTo>
                  <a:lnTo>
                    <a:pt x="1304912" y="1789163"/>
                  </a:lnTo>
                  <a:lnTo>
                    <a:pt x="1305382" y="1790280"/>
                  </a:lnTo>
                  <a:lnTo>
                    <a:pt x="1307249" y="1792147"/>
                  </a:lnTo>
                  <a:lnTo>
                    <a:pt x="1308366" y="1792605"/>
                  </a:lnTo>
                  <a:lnTo>
                    <a:pt x="1310995" y="1792605"/>
                  </a:lnTo>
                  <a:lnTo>
                    <a:pt x="1312113" y="1792147"/>
                  </a:lnTo>
                  <a:lnTo>
                    <a:pt x="1313980" y="1790280"/>
                  </a:lnTo>
                  <a:lnTo>
                    <a:pt x="1314437" y="1789163"/>
                  </a:lnTo>
                  <a:lnTo>
                    <a:pt x="1314437" y="1786534"/>
                  </a:lnTo>
                  <a:close/>
                </a:path>
                <a:path w="5695950" h="1792604">
                  <a:moveTo>
                    <a:pt x="1314437" y="894994"/>
                  </a:moveTo>
                  <a:lnTo>
                    <a:pt x="1313980" y="893876"/>
                  </a:lnTo>
                  <a:lnTo>
                    <a:pt x="1312113" y="892009"/>
                  </a:lnTo>
                  <a:lnTo>
                    <a:pt x="1310995" y="891540"/>
                  </a:lnTo>
                  <a:lnTo>
                    <a:pt x="1308366" y="891540"/>
                  </a:lnTo>
                  <a:lnTo>
                    <a:pt x="1307249" y="892009"/>
                  </a:lnTo>
                  <a:lnTo>
                    <a:pt x="1305382" y="893876"/>
                  </a:lnTo>
                  <a:lnTo>
                    <a:pt x="1304912" y="894994"/>
                  </a:lnTo>
                  <a:lnTo>
                    <a:pt x="1304912" y="897623"/>
                  </a:lnTo>
                  <a:lnTo>
                    <a:pt x="1305382" y="898740"/>
                  </a:lnTo>
                  <a:lnTo>
                    <a:pt x="1307249" y="900607"/>
                  </a:lnTo>
                  <a:lnTo>
                    <a:pt x="1308366" y="901065"/>
                  </a:lnTo>
                  <a:lnTo>
                    <a:pt x="1310995" y="901065"/>
                  </a:lnTo>
                  <a:lnTo>
                    <a:pt x="1312113" y="900607"/>
                  </a:lnTo>
                  <a:lnTo>
                    <a:pt x="1313980" y="898740"/>
                  </a:lnTo>
                  <a:lnTo>
                    <a:pt x="1314437" y="897623"/>
                  </a:lnTo>
                  <a:lnTo>
                    <a:pt x="1314437" y="894994"/>
                  </a:lnTo>
                  <a:close/>
                </a:path>
                <a:path w="5695950" h="1792604">
                  <a:moveTo>
                    <a:pt x="1314437" y="3454"/>
                  </a:moveTo>
                  <a:lnTo>
                    <a:pt x="1313980" y="2336"/>
                  </a:lnTo>
                  <a:lnTo>
                    <a:pt x="1312113" y="469"/>
                  </a:lnTo>
                  <a:lnTo>
                    <a:pt x="1310995" y="0"/>
                  </a:lnTo>
                  <a:lnTo>
                    <a:pt x="1308366" y="0"/>
                  </a:lnTo>
                  <a:lnTo>
                    <a:pt x="1307249" y="469"/>
                  </a:lnTo>
                  <a:lnTo>
                    <a:pt x="1305382" y="2336"/>
                  </a:lnTo>
                  <a:lnTo>
                    <a:pt x="1304912" y="3454"/>
                  </a:lnTo>
                  <a:lnTo>
                    <a:pt x="1304912" y="6083"/>
                  </a:lnTo>
                  <a:lnTo>
                    <a:pt x="1305382" y="7200"/>
                  </a:lnTo>
                  <a:lnTo>
                    <a:pt x="1307249" y="9067"/>
                  </a:lnTo>
                  <a:lnTo>
                    <a:pt x="1308366" y="9525"/>
                  </a:lnTo>
                  <a:lnTo>
                    <a:pt x="1310995" y="9525"/>
                  </a:lnTo>
                  <a:lnTo>
                    <a:pt x="1312113" y="9067"/>
                  </a:lnTo>
                  <a:lnTo>
                    <a:pt x="1313980" y="7200"/>
                  </a:lnTo>
                  <a:lnTo>
                    <a:pt x="1314437" y="6083"/>
                  </a:lnTo>
                  <a:lnTo>
                    <a:pt x="1314437" y="3454"/>
                  </a:lnTo>
                  <a:close/>
                </a:path>
                <a:path w="5695950" h="1792604">
                  <a:moveTo>
                    <a:pt x="1362062" y="1786534"/>
                  </a:moveTo>
                  <a:lnTo>
                    <a:pt x="1361605" y="1785416"/>
                  </a:lnTo>
                  <a:lnTo>
                    <a:pt x="1359738" y="1783549"/>
                  </a:lnTo>
                  <a:lnTo>
                    <a:pt x="1358620" y="1783080"/>
                  </a:lnTo>
                  <a:lnTo>
                    <a:pt x="1355991" y="1783080"/>
                  </a:lnTo>
                  <a:lnTo>
                    <a:pt x="1354874" y="1783549"/>
                  </a:lnTo>
                  <a:lnTo>
                    <a:pt x="1353007" y="1785416"/>
                  </a:lnTo>
                  <a:lnTo>
                    <a:pt x="1352537" y="1786534"/>
                  </a:lnTo>
                  <a:lnTo>
                    <a:pt x="1352537" y="1789163"/>
                  </a:lnTo>
                  <a:lnTo>
                    <a:pt x="1353007" y="1790280"/>
                  </a:lnTo>
                  <a:lnTo>
                    <a:pt x="1354874" y="1792147"/>
                  </a:lnTo>
                  <a:lnTo>
                    <a:pt x="1355991" y="1792605"/>
                  </a:lnTo>
                  <a:lnTo>
                    <a:pt x="1358620" y="1792605"/>
                  </a:lnTo>
                  <a:lnTo>
                    <a:pt x="1359738" y="1792147"/>
                  </a:lnTo>
                  <a:lnTo>
                    <a:pt x="1361605" y="1790280"/>
                  </a:lnTo>
                  <a:lnTo>
                    <a:pt x="1362062" y="1789163"/>
                  </a:lnTo>
                  <a:lnTo>
                    <a:pt x="1362062" y="1786534"/>
                  </a:lnTo>
                  <a:close/>
                </a:path>
                <a:path w="5695950" h="1792604">
                  <a:moveTo>
                    <a:pt x="1362062" y="894994"/>
                  </a:moveTo>
                  <a:lnTo>
                    <a:pt x="1361605" y="893876"/>
                  </a:lnTo>
                  <a:lnTo>
                    <a:pt x="1359738" y="892009"/>
                  </a:lnTo>
                  <a:lnTo>
                    <a:pt x="1358620" y="891540"/>
                  </a:lnTo>
                  <a:lnTo>
                    <a:pt x="1355991" y="891540"/>
                  </a:lnTo>
                  <a:lnTo>
                    <a:pt x="1354874" y="892009"/>
                  </a:lnTo>
                  <a:lnTo>
                    <a:pt x="1353007" y="893876"/>
                  </a:lnTo>
                  <a:lnTo>
                    <a:pt x="1352537" y="894994"/>
                  </a:lnTo>
                  <a:lnTo>
                    <a:pt x="1352537" y="897623"/>
                  </a:lnTo>
                  <a:lnTo>
                    <a:pt x="1353007" y="898740"/>
                  </a:lnTo>
                  <a:lnTo>
                    <a:pt x="1354874" y="900607"/>
                  </a:lnTo>
                  <a:lnTo>
                    <a:pt x="1355991" y="901065"/>
                  </a:lnTo>
                  <a:lnTo>
                    <a:pt x="1358620" y="901065"/>
                  </a:lnTo>
                  <a:lnTo>
                    <a:pt x="1359738" y="900607"/>
                  </a:lnTo>
                  <a:lnTo>
                    <a:pt x="1361605" y="898740"/>
                  </a:lnTo>
                  <a:lnTo>
                    <a:pt x="1362062" y="897623"/>
                  </a:lnTo>
                  <a:lnTo>
                    <a:pt x="1362062" y="894994"/>
                  </a:lnTo>
                  <a:close/>
                </a:path>
                <a:path w="5695950" h="1792604">
                  <a:moveTo>
                    <a:pt x="1362062" y="3454"/>
                  </a:moveTo>
                  <a:lnTo>
                    <a:pt x="1361605" y="2336"/>
                  </a:lnTo>
                  <a:lnTo>
                    <a:pt x="1359738" y="469"/>
                  </a:lnTo>
                  <a:lnTo>
                    <a:pt x="1358620" y="0"/>
                  </a:lnTo>
                  <a:lnTo>
                    <a:pt x="1355991" y="0"/>
                  </a:lnTo>
                  <a:lnTo>
                    <a:pt x="1354874" y="469"/>
                  </a:lnTo>
                  <a:lnTo>
                    <a:pt x="1353007" y="2336"/>
                  </a:lnTo>
                  <a:lnTo>
                    <a:pt x="1352537" y="3454"/>
                  </a:lnTo>
                  <a:lnTo>
                    <a:pt x="1352537" y="6083"/>
                  </a:lnTo>
                  <a:lnTo>
                    <a:pt x="1353007" y="7200"/>
                  </a:lnTo>
                  <a:lnTo>
                    <a:pt x="1354874" y="9067"/>
                  </a:lnTo>
                  <a:lnTo>
                    <a:pt x="1355991" y="9525"/>
                  </a:lnTo>
                  <a:lnTo>
                    <a:pt x="1358620" y="9525"/>
                  </a:lnTo>
                  <a:lnTo>
                    <a:pt x="1359738" y="9067"/>
                  </a:lnTo>
                  <a:lnTo>
                    <a:pt x="1361605" y="7200"/>
                  </a:lnTo>
                  <a:lnTo>
                    <a:pt x="1362062" y="6083"/>
                  </a:lnTo>
                  <a:lnTo>
                    <a:pt x="1362062" y="3454"/>
                  </a:lnTo>
                  <a:close/>
                </a:path>
                <a:path w="5695950" h="1792604">
                  <a:moveTo>
                    <a:pt x="1409687" y="1786534"/>
                  </a:moveTo>
                  <a:lnTo>
                    <a:pt x="1409230" y="1785416"/>
                  </a:lnTo>
                  <a:lnTo>
                    <a:pt x="1407363" y="1783549"/>
                  </a:lnTo>
                  <a:lnTo>
                    <a:pt x="1406245" y="1783080"/>
                  </a:lnTo>
                  <a:lnTo>
                    <a:pt x="1403616" y="1783080"/>
                  </a:lnTo>
                  <a:lnTo>
                    <a:pt x="1402499" y="1783549"/>
                  </a:lnTo>
                  <a:lnTo>
                    <a:pt x="1400632" y="1785416"/>
                  </a:lnTo>
                  <a:lnTo>
                    <a:pt x="1400162" y="1786534"/>
                  </a:lnTo>
                  <a:lnTo>
                    <a:pt x="1400162" y="1789163"/>
                  </a:lnTo>
                  <a:lnTo>
                    <a:pt x="1400632" y="1790280"/>
                  </a:lnTo>
                  <a:lnTo>
                    <a:pt x="1402499" y="1792147"/>
                  </a:lnTo>
                  <a:lnTo>
                    <a:pt x="1403616" y="1792605"/>
                  </a:lnTo>
                  <a:lnTo>
                    <a:pt x="1406245" y="1792605"/>
                  </a:lnTo>
                  <a:lnTo>
                    <a:pt x="1407363" y="1792147"/>
                  </a:lnTo>
                  <a:lnTo>
                    <a:pt x="1409230" y="1790280"/>
                  </a:lnTo>
                  <a:lnTo>
                    <a:pt x="1409687" y="1789163"/>
                  </a:lnTo>
                  <a:lnTo>
                    <a:pt x="1409687" y="1786534"/>
                  </a:lnTo>
                  <a:close/>
                </a:path>
                <a:path w="5695950" h="1792604">
                  <a:moveTo>
                    <a:pt x="1409687" y="894994"/>
                  </a:moveTo>
                  <a:lnTo>
                    <a:pt x="1409230" y="893876"/>
                  </a:lnTo>
                  <a:lnTo>
                    <a:pt x="1407363" y="892009"/>
                  </a:lnTo>
                  <a:lnTo>
                    <a:pt x="1406245" y="891540"/>
                  </a:lnTo>
                  <a:lnTo>
                    <a:pt x="1403616" y="891540"/>
                  </a:lnTo>
                  <a:lnTo>
                    <a:pt x="1402499" y="892009"/>
                  </a:lnTo>
                  <a:lnTo>
                    <a:pt x="1400632" y="893876"/>
                  </a:lnTo>
                  <a:lnTo>
                    <a:pt x="1400162" y="894994"/>
                  </a:lnTo>
                  <a:lnTo>
                    <a:pt x="1400162" y="897623"/>
                  </a:lnTo>
                  <a:lnTo>
                    <a:pt x="1400632" y="898740"/>
                  </a:lnTo>
                  <a:lnTo>
                    <a:pt x="1402499" y="900607"/>
                  </a:lnTo>
                  <a:lnTo>
                    <a:pt x="1403616" y="901065"/>
                  </a:lnTo>
                  <a:lnTo>
                    <a:pt x="1406245" y="901065"/>
                  </a:lnTo>
                  <a:lnTo>
                    <a:pt x="1407363" y="900607"/>
                  </a:lnTo>
                  <a:lnTo>
                    <a:pt x="1409230" y="898740"/>
                  </a:lnTo>
                  <a:lnTo>
                    <a:pt x="1409687" y="897623"/>
                  </a:lnTo>
                  <a:lnTo>
                    <a:pt x="1409687" y="894994"/>
                  </a:lnTo>
                  <a:close/>
                </a:path>
                <a:path w="5695950" h="1792604">
                  <a:moveTo>
                    <a:pt x="1409687" y="3454"/>
                  </a:moveTo>
                  <a:lnTo>
                    <a:pt x="1409230" y="2336"/>
                  </a:lnTo>
                  <a:lnTo>
                    <a:pt x="1407363" y="469"/>
                  </a:lnTo>
                  <a:lnTo>
                    <a:pt x="1406245" y="0"/>
                  </a:lnTo>
                  <a:lnTo>
                    <a:pt x="1403616" y="0"/>
                  </a:lnTo>
                  <a:lnTo>
                    <a:pt x="1402499" y="469"/>
                  </a:lnTo>
                  <a:lnTo>
                    <a:pt x="1400632" y="2336"/>
                  </a:lnTo>
                  <a:lnTo>
                    <a:pt x="1400162" y="3454"/>
                  </a:lnTo>
                  <a:lnTo>
                    <a:pt x="1400162" y="6083"/>
                  </a:lnTo>
                  <a:lnTo>
                    <a:pt x="1400632" y="7200"/>
                  </a:lnTo>
                  <a:lnTo>
                    <a:pt x="1402499" y="9067"/>
                  </a:lnTo>
                  <a:lnTo>
                    <a:pt x="1403616" y="9525"/>
                  </a:lnTo>
                  <a:lnTo>
                    <a:pt x="1406245" y="9525"/>
                  </a:lnTo>
                  <a:lnTo>
                    <a:pt x="1407363" y="9067"/>
                  </a:lnTo>
                  <a:lnTo>
                    <a:pt x="1409230" y="7200"/>
                  </a:lnTo>
                  <a:lnTo>
                    <a:pt x="1409687" y="6083"/>
                  </a:lnTo>
                  <a:lnTo>
                    <a:pt x="1409687" y="3454"/>
                  </a:lnTo>
                  <a:close/>
                </a:path>
                <a:path w="5695950" h="1792604">
                  <a:moveTo>
                    <a:pt x="1457312" y="1786534"/>
                  </a:moveTo>
                  <a:lnTo>
                    <a:pt x="1456855" y="1785416"/>
                  </a:lnTo>
                  <a:lnTo>
                    <a:pt x="1454988" y="1783549"/>
                  </a:lnTo>
                  <a:lnTo>
                    <a:pt x="1453870" y="1783080"/>
                  </a:lnTo>
                  <a:lnTo>
                    <a:pt x="1451241" y="1783080"/>
                  </a:lnTo>
                  <a:lnTo>
                    <a:pt x="1450124" y="1783549"/>
                  </a:lnTo>
                  <a:lnTo>
                    <a:pt x="1448257" y="1785416"/>
                  </a:lnTo>
                  <a:lnTo>
                    <a:pt x="1447787" y="1786534"/>
                  </a:lnTo>
                  <a:lnTo>
                    <a:pt x="1447787" y="1789163"/>
                  </a:lnTo>
                  <a:lnTo>
                    <a:pt x="1448257" y="1790280"/>
                  </a:lnTo>
                  <a:lnTo>
                    <a:pt x="1450124" y="1792147"/>
                  </a:lnTo>
                  <a:lnTo>
                    <a:pt x="1451241" y="1792605"/>
                  </a:lnTo>
                  <a:lnTo>
                    <a:pt x="1453870" y="1792605"/>
                  </a:lnTo>
                  <a:lnTo>
                    <a:pt x="1454988" y="1792147"/>
                  </a:lnTo>
                  <a:lnTo>
                    <a:pt x="1456855" y="1790280"/>
                  </a:lnTo>
                  <a:lnTo>
                    <a:pt x="1457312" y="1789163"/>
                  </a:lnTo>
                  <a:lnTo>
                    <a:pt x="1457312" y="1786534"/>
                  </a:lnTo>
                  <a:close/>
                </a:path>
                <a:path w="5695950" h="1792604">
                  <a:moveTo>
                    <a:pt x="1457312" y="894994"/>
                  </a:moveTo>
                  <a:lnTo>
                    <a:pt x="1456855" y="893876"/>
                  </a:lnTo>
                  <a:lnTo>
                    <a:pt x="1454988" y="892009"/>
                  </a:lnTo>
                  <a:lnTo>
                    <a:pt x="1453870" y="891540"/>
                  </a:lnTo>
                  <a:lnTo>
                    <a:pt x="1451241" y="891540"/>
                  </a:lnTo>
                  <a:lnTo>
                    <a:pt x="1450124" y="892009"/>
                  </a:lnTo>
                  <a:lnTo>
                    <a:pt x="1448257" y="893876"/>
                  </a:lnTo>
                  <a:lnTo>
                    <a:pt x="1447787" y="894994"/>
                  </a:lnTo>
                  <a:lnTo>
                    <a:pt x="1447787" y="897623"/>
                  </a:lnTo>
                  <a:lnTo>
                    <a:pt x="1448257" y="898740"/>
                  </a:lnTo>
                  <a:lnTo>
                    <a:pt x="1450124" y="900607"/>
                  </a:lnTo>
                  <a:lnTo>
                    <a:pt x="1451241" y="901065"/>
                  </a:lnTo>
                  <a:lnTo>
                    <a:pt x="1453870" y="901065"/>
                  </a:lnTo>
                  <a:lnTo>
                    <a:pt x="1454988" y="900607"/>
                  </a:lnTo>
                  <a:lnTo>
                    <a:pt x="1456855" y="898740"/>
                  </a:lnTo>
                  <a:lnTo>
                    <a:pt x="1457312" y="897623"/>
                  </a:lnTo>
                  <a:lnTo>
                    <a:pt x="1457312" y="894994"/>
                  </a:lnTo>
                  <a:close/>
                </a:path>
                <a:path w="5695950" h="1792604">
                  <a:moveTo>
                    <a:pt x="1457312" y="3454"/>
                  </a:moveTo>
                  <a:lnTo>
                    <a:pt x="1456855" y="2336"/>
                  </a:lnTo>
                  <a:lnTo>
                    <a:pt x="1454988" y="469"/>
                  </a:lnTo>
                  <a:lnTo>
                    <a:pt x="1453870" y="0"/>
                  </a:lnTo>
                  <a:lnTo>
                    <a:pt x="1451241" y="0"/>
                  </a:lnTo>
                  <a:lnTo>
                    <a:pt x="1450124" y="469"/>
                  </a:lnTo>
                  <a:lnTo>
                    <a:pt x="1448257" y="2336"/>
                  </a:lnTo>
                  <a:lnTo>
                    <a:pt x="1447787" y="3454"/>
                  </a:lnTo>
                  <a:lnTo>
                    <a:pt x="1447787" y="6083"/>
                  </a:lnTo>
                  <a:lnTo>
                    <a:pt x="1448257" y="7200"/>
                  </a:lnTo>
                  <a:lnTo>
                    <a:pt x="1450124" y="9067"/>
                  </a:lnTo>
                  <a:lnTo>
                    <a:pt x="1451241" y="9525"/>
                  </a:lnTo>
                  <a:lnTo>
                    <a:pt x="1453870" y="9525"/>
                  </a:lnTo>
                  <a:lnTo>
                    <a:pt x="1454988" y="9067"/>
                  </a:lnTo>
                  <a:lnTo>
                    <a:pt x="1456855" y="7200"/>
                  </a:lnTo>
                  <a:lnTo>
                    <a:pt x="1457312" y="6083"/>
                  </a:lnTo>
                  <a:lnTo>
                    <a:pt x="1457312" y="3454"/>
                  </a:lnTo>
                  <a:close/>
                </a:path>
                <a:path w="5695950" h="1792604">
                  <a:moveTo>
                    <a:pt x="1504937" y="1786534"/>
                  </a:moveTo>
                  <a:lnTo>
                    <a:pt x="1504480" y="1785416"/>
                  </a:lnTo>
                  <a:lnTo>
                    <a:pt x="1502613" y="1783549"/>
                  </a:lnTo>
                  <a:lnTo>
                    <a:pt x="1501495" y="1783080"/>
                  </a:lnTo>
                  <a:lnTo>
                    <a:pt x="1498866" y="1783080"/>
                  </a:lnTo>
                  <a:lnTo>
                    <a:pt x="1497749" y="1783549"/>
                  </a:lnTo>
                  <a:lnTo>
                    <a:pt x="1495882" y="1785416"/>
                  </a:lnTo>
                  <a:lnTo>
                    <a:pt x="1495412" y="1786534"/>
                  </a:lnTo>
                  <a:lnTo>
                    <a:pt x="1495412" y="1789163"/>
                  </a:lnTo>
                  <a:lnTo>
                    <a:pt x="1495882" y="1790280"/>
                  </a:lnTo>
                  <a:lnTo>
                    <a:pt x="1497749" y="1792147"/>
                  </a:lnTo>
                  <a:lnTo>
                    <a:pt x="1498866" y="1792605"/>
                  </a:lnTo>
                  <a:lnTo>
                    <a:pt x="1501495" y="1792605"/>
                  </a:lnTo>
                  <a:lnTo>
                    <a:pt x="1502613" y="1792147"/>
                  </a:lnTo>
                  <a:lnTo>
                    <a:pt x="1504480" y="1790280"/>
                  </a:lnTo>
                  <a:lnTo>
                    <a:pt x="1504937" y="1789163"/>
                  </a:lnTo>
                  <a:lnTo>
                    <a:pt x="1504937" y="1786534"/>
                  </a:lnTo>
                  <a:close/>
                </a:path>
                <a:path w="5695950" h="1792604">
                  <a:moveTo>
                    <a:pt x="1504937" y="894994"/>
                  </a:moveTo>
                  <a:lnTo>
                    <a:pt x="1504480" y="893876"/>
                  </a:lnTo>
                  <a:lnTo>
                    <a:pt x="1502613" y="892009"/>
                  </a:lnTo>
                  <a:lnTo>
                    <a:pt x="1501495" y="891540"/>
                  </a:lnTo>
                  <a:lnTo>
                    <a:pt x="1498866" y="891540"/>
                  </a:lnTo>
                  <a:lnTo>
                    <a:pt x="1497749" y="892009"/>
                  </a:lnTo>
                  <a:lnTo>
                    <a:pt x="1495882" y="893876"/>
                  </a:lnTo>
                  <a:lnTo>
                    <a:pt x="1495412" y="894994"/>
                  </a:lnTo>
                  <a:lnTo>
                    <a:pt x="1495412" y="897623"/>
                  </a:lnTo>
                  <a:lnTo>
                    <a:pt x="1495882" y="898740"/>
                  </a:lnTo>
                  <a:lnTo>
                    <a:pt x="1497749" y="900607"/>
                  </a:lnTo>
                  <a:lnTo>
                    <a:pt x="1498866" y="901065"/>
                  </a:lnTo>
                  <a:lnTo>
                    <a:pt x="1501495" y="901065"/>
                  </a:lnTo>
                  <a:lnTo>
                    <a:pt x="1502613" y="900607"/>
                  </a:lnTo>
                  <a:lnTo>
                    <a:pt x="1504480" y="898740"/>
                  </a:lnTo>
                  <a:lnTo>
                    <a:pt x="1504937" y="897623"/>
                  </a:lnTo>
                  <a:lnTo>
                    <a:pt x="1504937" y="894994"/>
                  </a:lnTo>
                  <a:close/>
                </a:path>
                <a:path w="5695950" h="1792604">
                  <a:moveTo>
                    <a:pt x="1504937" y="3454"/>
                  </a:moveTo>
                  <a:lnTo>
                    <a:pt x="1504480" y="2336"/>
                  </a:lnTo>
                  <a:lnTo>
                    <a:pt x="1502613" y="469"/>
                  </a:lnTo>
                  <a:lnTo>
                    <a:pt x="1501495" y="0"/>
                  </a:lnTo>
                  <a:lnTo>
                    <a:pt x="1498866" y="0"/>
                  </a:lnTo>
                  <a:lnTo>
                    <a:pt x="1497749" y="469"/>
                  </a:lnTo>
                  <a:lnTo>
                    <a:pt x="1495882" y="2336"/>
                  </a:lnTo>
                  <a:lnTo>
                    <a:pt x="1495412" y="3454"/>
                  </a:lnTo>
                  <a:lnTo>
                    <a:pt x="1495412" y="6083"/>
                  </a:lnTo>
                  <a:lnTo>
                    <a:pt x="1495882" y="7200"/>
                  </a:lnTo>
                  <a:lnTo>
                    <a:pt x="1497749" y="9067"/>
                  </a:lnTo>
                  <a:lnTo>
                    <a:pt x="1498866" y="9525"/>
                  </a:lnTo>
                  <a:lnTo>
                    <a:pt x="1501495" y="9525"/>
                  </a:lnTo>
                  <a:lnTo>
                    <a:pt x="1502613" y="9067"/>
                  </a:lnTo>
                  <a:lnTo>
                    <a:pt x="1504480" y="7200"/>
                  </a:lnTo>
                  <a:lnTo>
                    <a:pt x="1504937" y="6083"/>
                  </a:lnTo>
                  <a:lnTo>
                    <a:pt x="1504937" y="3454"/>
                  </a:lnTo>
                  <a:close/>
                </a:path>
                <a:path w="5695950" h="1792604">
                  <a:moveTo>
                    <a:pt x="1552562" y="1786534"/>
                  </a:moveTo>
                  <a:lnTo>
                    <a:pt x="1552105" y="1785416"/>
                  </a:lnTo>
                  <a:lnTo>
                    <a:pt x="1550238" y="1783549"/>
                  </a:lnTo>
                  <a:lnTo>
                    <a:pt x="1549120" y="1783080"/>
                  </a:lnTo>
                  <a:lnTo>
                    <a:pt x="1546491" y="1783080"/>
                  </a:lnTo>
                  <a:lnTo>
                    <a:pt x="1545374" y="1783549"/>
                  </a:lnTo>
                  <a:lnTo>
                    <a:pt x="1543507" y="1785416"/>
                  </a:lnTo>
                  <a:lnTo>
                    <a:pt x="1543037" y="1786534"/>
                  </a:lnTo>
                  <a:lnTo>
                    <a:pt x="1543037" y="1789163"/>
                  </a:lnTo>
                  <a:lnTo>
                    <a:pt x="1543507" y="1790280"/>
                  </a:lnTo>
                  <a:lnTo>
                    <a:pt x="1545374" y="1792147"/>
                  </a:lnTo>
                  <a:lnTo>
                    <a:pt x="1546491" y="1792605"/>
                  </a:lnTo>
                  <a:lnTo>
                    <a:pt x="1549120" y="1792605"/>
                  </a:lnTo>
                  <a:lnTo>
                    <a:pt x="1550238" y="1792147"/>
                  </a:lnTo>
                  <a:lnTo>
                    <a:pt x="1552105" y="1790280"/>
                  </a:lnTo>
                  <a:lnTo>
                    <a:pt x="1552562" y="1789163"/>
                  </a:lnTo>
                  <a:lnTo>
                    <a:pt x="1552562" y="1786534"/>
                  </a:lnTo>
                  <a:close/>
                </a:path>
                <a:path w="5695950" h="1792604">
                  <a:moveTo>
                    <a:pt x="1552562" y="894994"/>
                  </a:moveTo>
                  <a:lnTo>
                    <a:pt x="1552105" y="893876"/>
                  </a:lnTo>
                  <a:lnTo>
                    <a:pt x="1550238" y="892009"/>
                  </a:lnTo>
                  <a:lnTo>
                    <a:pt x="1549120" y="891540"/>
                  </a:lnTo>
                  <a:lnTo>
                    <a:pt x="1546491" y="891540"/>
                  </a:lnTo>
                  <a:lnTo>
                    <a:pt x="1545374" y="892009"/>
                  </a:lnTo>
                  <a:lnTo>
                    <a:pt x="1543507" y="893876"/>
                  </a:lnTo>
                  <a:lnTo>
                    <a:pt x="1543037" y="894994"/>
                  </a:lnTo>
                  <a:lnTo>
                    <a:pt x="1543037" y="897623"/>
                  </a:lnTo>
                  <a:lnTo>
                    <a:pt x="1543507" y="898740"/>
                  </a:lnTo>
                  <a:lnTo>
                    <a:pt x="1545374" y="900607"/>
                  </a:lnTo>
                  <a:lnTo>
                    <a:pt x="1546491" y="901065"/>
                  </a:lnTo>
                  <a:lnTo>
                    <a:pt x="1549120" y="901065"/>
                  </a:lnTo>
                  <a:lnTo>
                    <a:pt x="1550238" y="900607"/>
                  </a:lnTo>
                  <a:lnTo>
                    <a:pt x="1552105" y="898740"/>
                  </a:lnTo>
                  <a:lnTo>
                    <a:pt x="1552562" y="897623"/>
                  </a:lnTo>
                  <a:lnTo>
                    <a:pt x="1552562" y="894994"/>
                  </a:lnTo>
                  <a:close/>
                </a:path>
                <a:path w="5695950" h="1792604">
                  <a:moveTo>
                    <a:pt x="1552562" y="3454"/>
                  </a:moveTo>
                  <a:lnTo>
                    <a:pt x="1552105" y="2336"/>
                  </a:lnTo>
                  <a:lnTo>
                    <a:pt x="1550238" y="469"/>
                  </a:lnTo>
                  <a:lnTo>
                    <a:pt x="1549120" y="0"/>
                  </a:lnTo>
                  <a:lnTo>
                    <a:pt x="1546491" y="0"/>
                  </a:lnTo>
                  <a:lnTo>
                    <a:pt x="1545374" y="469"/>
                  </a:lnTo>
                  <a:lnTo>
                    <a:pt x="1543507" y="2336"/>
                  </a:lnTo>
                  <a:lnTo>
                    <a:pt x="1543037" y="3454"/>
                  </a:lnTo>
                  <a:lnTo>
                    <a:pt x="1543037" y="6083"/>
                  </a:lnTo>
                  <a:lnTo>
                    <a:pt x="1543507" y="7200"/>
                  </a:lnTo>
                  <a:lnTo>
                    <a:pt x="1545374" y="9067"/>
                  </a:lnTo>
                  <a:lnTo>
                    <a:pt x="1546491" y="9525"/>
                  </a:lnTo>
                  <a:lnTo>
                    <a:pt x="1549120" y="9525"/>
                  </a:lnTo>
                  <a:lnTo>
                    <a:pt x="1550238" y="9067"/>
                  </a:lnTo>
                  <a:lnTo>
                    <a:pt x="1552105" y="7200"/>
                  </a:lnTo>
                  <a:lnTo>
                    <a:pt x="1552562" y="6083"/>
                  </a:lnTo>
                  <a:lnTo>
                    <a:pt x="1552562" y="3454"/>
                  </a:lnTo>
                  <a:close/>
                </a:path>
                <a:path w="5695950" h="1792604">
                  <a:moveTo>
                    <a:pt x="1600187" y="1786534"/>
                  </a:moveTo>
                  <a:lnTo>
                    <a:pt x="1599730" y="1785416"/>
                  </a:lnTo>
                  <a:lnTo>
                    <a:pt x="1597863" y="1783549"/>
                  </a:lnTo>
                  <a:lnTo>
                    <a:pt x="1596745" y="1783080"/>
                  </a:lnTo>
                  <a:lnTo>
                    <a:pt x="1594116" y="1783080"/>
                  </a:lnTo>
                  <a:lnTo>
                    <a:pt x="1592999" y="1783549"/>
                  </a:lnTo>
                  <a:lnTo>
                    <a:pt x="1591132" y="1785416"/>
                  </a:lnTo>
                  <a:lnTo>
                    <a:pt x="1590662" y="1786534"/>
                  </a:lnTo>
                  <a:lnTo>
                    <a:pt x="1590662" y="1789163"/>
                  </a:lnTo>
                  <a:lnTo>
                    <a:pt x="1591132" y="1790280"/>
                  </a:lnTo>
                  <a:lnTo>
                    <a:pt x="1592999" y="1792147"/>
                  </a:lnTo>
                  <a:lnTo>
                    <a:pt x="1594116" y="1792605"/>
                  </a:lnTo>
                  <a:lnTo>
                    <a:pt x="1596745" y="1792605"/>
                  </a:lnTo>
                  <a:lnTo>
                    <a:pt x="1597863" y="1792147"/>
                  </a:lnTo>
                  <a:lnTo>
                    <a:pt x="1599730" y="1790280"/>
                  </a:lnTo>
                  <a:lnTo>
                    <a:pt x="1600187" y="1789163"/>
                  </a:lnTo>
                  <a:lnTo>
                    <a:pt x="1600187" y="1786534"/>
                  </a:lnTo>
                  <a:close/>
                </a:path>
                <a:path w="5695950" h="1792604">
                  <a:moveTo>
                    <a:pt x="1600187" y="894994"/>
                  </a:moveTo>
                  <a:lnTo>
                    <a:pt x="1599730" y="893876"/>
                  </a:lnTo>
                  <a:lnTo>
                    <a:pt x="1597863" y="892009"/>
                  </a:lnTo>
                  <a:lnTo>
                    <a:pt x="1596745" y="891540"/>
                  </a:lnTo>
                  <a:lnTo>
                    <a:pt x="1594116" y="891540"/>
                  </a:lnTo>
                  <a:lnTo>
                    <a:pt x="1592999" y="892009"/>
                  </a:lnTo>
                  <a:lnTo>
                    <a:pt x="1591132" y="893876"/>
                  </a:lnTo>
                  <a:lnTo>
                    <a:pt x="1590662" y="894994"/>
                  </a:lnTo>
                  <a:lnTo>
                    <a:pt x="1590662" y="897623"/>
                  </a:lnTo>
                  <a:lnTo>
                    <a:pt x="1591132" y="898740"/>
                  </a:lnTo>
                  <a:lnTo>
                    <a:pt x="1592999" y="900607"/>
                  </a:lnTo>
                  <a:lnTo>
                    <a:pt x="1594116" y="901065"/>
                  </a:lnTo>
                  <a:lnTo>
                    <a:pt x="1596745" y="901065"/>
                  </a:lnTo>
                  <a:lnTo>
                    <a:pt x="1597863" y="900607"/>
                  </a:lnTo>
                  <a:lnTo>
                    <a:pt x="1599730" y="898740"/>
                  </a:lnTo>
                  <a:lnTo>
                    <a:pt x="1600187" y="897623"/>
                  </a:lnTo>
                  <a:lnTo>
                    <a:pt x="1600187" y="894994"/>
                  </a:lnTo>
                  <a:close/>
                </a:path>
                <a:path w="5695950" h="1792604">
                  <a:moveTo>
                    <a:pt x="1600187" y="3454"/>
                  </a:moveTo>
                  <a:lnTo>
                    <a:pt x="1599730" y="2336"/>
                  </a:lnTo>
                  <a:lnTo>
                    <a:pt x="1597863" y="469"/>
                  </a:lnTo>
                  <a:lnTo>
                    <a:pt x="1596745" y="0"/>
                  </a:lnTo>
                  <a:lnTo>
                    <a:pt x="1594116" y="0"/>
                  </a:lnTo>
                  <a:lnTo>
                    <a:pt x="1592999" y="469"/>
                  </a:lnTo>
                  <a:lnTo>
                    <a:pt x="1591132" y="2336"/>
                  </a:lnTo>
                  <a:lnTo>
                    <a:pt x="1590662" y="3454"/>
                  </a:lnTo>
                  <a:lnTo>
                    <a:pt x="1590662" y="6083"/>
                  </a:lnTo>
                  <a:lnTo>
                    <a:pt x="1591132" y="7200"/>
                  </a:lnTo>
                  <a:lnTo>
                    <a:pt x="1592999" y="9067"/>
                  </a:lnTo>
                  <a:lnTo>
                    <a:pt x="1594116" y="9525"/>
                  </a:lnTo>
                  <a:lnTo>
                    <a:pt x="1596745" y="9525"/>
                  </a:lnTo>
                  <a:lnTo>
                    <a:pt x="1597863" y="9067"/>
                  </a:lnTo>
                  <a:lnTo>
                    <a:pt x="1599730" y="7200"/>
                  </a:lnTo>
                  <a:lnTo>
                    <a:pt x="1600187" y="6083"/>
                  </a:lnTo>
                  <a:lnTo>
                    <a:pt x="1600187" y="3454"/>
                  </a:lnTo>
                  <a:close/>
                </a:path>
                <a:path w="5695950" h="1792604">
                  <a:moveTo>
                    <a:pt x="1647812" y="1786534"/>
                  </a:moveTo>
                  <a:lnTo>
                    <a:pt x="1647355" y="1785416"/>
                  </a:lnTo>
                  <a:lnTo>
                    <a:pt x="1645488" y="1783549"/>
                  </a:lnTo>
                  <a:lnTo>
                    <a:pt x="1644370" y="1783080"/>
                  </a:lnTo>
                  <a:lnTo>
                    <a:pt x="1641741" y="1783080"/>
                  </a:lnTo>
                  <a:lnTo>
                    <a:pt x="1640624" y="1783549"/>
                  </a:lnTo>
                  <a:lnTo>
                    <a:pt x="1638757" y="1785416"/>
                  </a:lnTo>
                  <a:lnTo>
                    <a:pt x="1638287" y="1786534"/>
                  </a:lnTo>
                  <a:lnTo>
                    <a:pt x="1638287" y="1789163"/>
                  </a:lnTo>
                  <a:lnTo>
                    <a:pt x="1638757" y="1790280"/>
                  </a:lnTo>
                  <a:lnTo>
                    <a:pt x="1640624" y="1792147"/>
                  </a:lnTo>
                  <a:lnTo>
                    <a:pt x="1641741" y="1792605"/>
                  </a:lnTo>
                  <a:lnTo>
                    <a:pt x="1644370" y="1792605"/>
                  </a:lnTo>
                  <a:lnTo>
                    <a:pt x="1645488" y="1792147"/>
                  </a:lnTo>
                  <a:lnTo>
                    <a:pt x="1647355" y="1790280"/>
                  </a:lnTo>
                  <a:lnTo>
                    <a:pt x="1647812" y="1789163"/>
                  </a:lnTo>
                  <a:lnTo>
                    <a:pt x="1647812" y="1786534"/>
                  </a:lnTo>
                  <a:close/>
                </a:path>
                <a:path w="5695950" h="1792604">
                  <a:moveTo>
                    <a:pt x="1647812" y="894994"/>
                  </a:moveTo>
                  <a:lnTo>
                    <a:pt x="1647355" y="893876"/>
                  </a:lnTo>
                  <a:lnTo>
                    <a:pt x="1645488" y="892009"/>
                  </a:lnTo>
                  <a:lnTo>
                    <a:pt x="1644370" y="891540"/>
                  </a:lnTo>
                  <a:lnTo>
                    <a:pt x="1641741" y="891540"/>
                  </a:lnTo>
                  <a:lnTo>
                    <a:pt x="1640624" y="892009"/>
                  </a:lnTo>
                  <a:lnTo>
                    <a:pt x="1638757" y="893876"/>
                  </a:lnTo>
                  <a:lnTo>
                    <a:pt x="1638287" y="894994"/>
                  </a:lnTo>
                  <a:lnTo>
                    <a:pt x="1638287" y="897623"/>
                  </a:lnTo>
                  <a:lnTo>
                    <a:pt x="1638757" y="898740"/>
                  </a:lnTo>
                  <a:lnTo>
                    <a:pt x="1640624" y="900607"/>
                  </a:lnTo>
                  <a:lnTo>
                    <a:pt x="1641741" y="901065"/>
                  </a:lnTo>
                  <a:lnTo>
                    <a:pt x="1644370" y="901065"/>
                  </a:lnTo>
                  <a:lnTo>
                    <a:pt x="1645488" y="900607"/>
                  </a:lnTo>
                  <a:lnTo>
                    <a:pt x="1647355" y="898740"/>
                  </a:lnTo>
                  <a:lnTo>
                    <a:pt x="1647812" y="897623"/>
                  </a:lnTo>
                  <a:lnTo>
                    <a:pt x="1647812" y="894994"/>
                  </a:lnTo>
                  <a:close/>
                </a:path>
                <a:path w="5695950" h="1792604">
                  <a:moveTo>
                    <a:pt x="1647812" y="3454"/>
                  </a:moveTo>
                  <a:lnTo>
                    <a:pt x="1647355" y="2336"/>
                  </a:lnTo>
                  <a:lnTo>
                    <a:pt x="1645488" y="469"/>
                  </a:lnTo>
                  <a:lnTo>
                    <a:pt x="1644370" y="0"/>
                  </a:lnTo>
                  <a:lnTo>
                    <a:pt x="1641741" y="0"/>
                  </a:lnTo>
                  <a:lnTo>
                    <a:pt x="1640624" y="469"/>
                  </a:lnTo>
                  <a:lnTo>
                    <a:pt x="1638757" y="2336"/>
                  </a:lnTo>
                  <a:lnTo>
                    <a:pt x="1638287" y="3454"/>
                  </a:lnTo>
                  <a:lnTo>
                    <a:pt x="1638287" y="6083"/>
                  </a:lnTo>
                  <a:lnTo>
                    <a:pt x="1638757" y="7200"/>
                  </a:lnTo>
                  <a:lnTo>
                    <a:pt x="1640624" y="9067"/>
                  </a:lnTo>
                  <a:lnTo>
                    <a:pt x="1641741" y="9525"/>
                  </a:lnTo>
                  <a:lnTo>
                    <a:pt x="1644370" y="9525"/>
                  </a:lnTo>
                  <a:lnTo>
                    <a:pt x="1645488" y="9067"/>
                  </a:lnTo>
                  <a:lnTo>
                    <a:pt x="1647355" y="7200"/>
                  </a:lnTo>
                  <a:lnTo>
                    <a:pt x="1647812" y="6083"/>
                  </a:lnTo>
                  <a:lnTo>
                    <a:pt x="1647812" y="3454"/>
                  </a:lnTo>
                  <a:close/>
                </a:path>
                <a:path w="5695950" h="1792604">
                  <a:moveTo>
                    <a:pt x="1695437" y="1786534"/>
                  </a:moveTo>
                  <a:lnTo>
                    <a:pt x="1694980" y="1785416"/>
                  </a:lnTo>
                  <a:lnTo>
                    <a:pt x="1693113" y="1783549"/>
                  </a:lnTo>
                  <a:lnTo>
                    <a:pt x="1691995" y="1783080"/>
                  </a:lnTo>
                  <a:lnTo>
                    <a:pt x="1689366" y="1783080"/>
                  </a:lnTo>
                  <a:lnTo>
                    <a:pt x="1688249" y="1783549"/>
                  </a:lnTo>
                  <a:lnTo>
                    <a:pt x="1686382" y="1785416"/>
                  </a:lnTo>
                  <a:lnTo>
                    <a:pt x="1685912" y="1786534"/>
                  </a:lnTo>
                  <a:lnTo>
                    <a:pt x="1685912" y="1789163"/>
                  </a:lnTo>
                  <a:lnTo>
                    <a:pt x="1686382" y="1790280"/>
                  </a:lnTo>
                  <a:lnTo>
                    <a:pt x="1688249" y="1792147"/>
                  </a:lnTo>
                  <a:lnTo>
                    <a:pt x="1689366" y="1792605"/>
                  </a:lnTo>
                  <a:lnTo>
                    <a:pt x="1691995" y="1792605"/>
                  </a:lnTo>
                  <a:lnTo>
                    <a:pt x="1693113" y="1792147"/>
                  </a:lnTo>
                  <a:lnTo>
                    <a:pt x="1694980" y="1790280"/>
                  </a:lnTo>
                  <a:lnTo>
                    <a:pt x="1695437" y="1789163"/>
                  </a:lnTo>
                  <a:lnTo>
                    <a:pt x="1695437" y="1786534"/>
                  </a:lnTo>
                  <a:close/>
                </a:path>
                <a:path w="5695950" h="1792604">
                  <a:moveTo>
                    <a:pt x="1695437" y="894994"/>
                  </a:moveTo>
                  <a:lnTo>
                    <a:pt x="1694980" y="893876"/>
                  </a:lnTo>
                  <a:lnTo>
                    <a:pt x="1693113" y="892009"/>
                  </a:lnTo>
                  <a:lnTo>
                    <a:pt x="1691995" y="891540"/>
                  </a:lnTo>
                  <a:lnTo>
                    <a:pt x="1689366" y="891540"/>
                  </a:lnTo>
                  <a:lnTo>
                    <a:pt x="1688249" y="892009"/>
                  </a:lnTo>
                  <a:lnTo>
                    <a:pt x="1686382" y="893876"/>
                  </a:lnTo>
                  <a:lnTo>
                    <a:pt x="1685912" y="894994"/>
                  </a:lnTo>
                  <a:lnTo>
                    <a:pt x="1685912" y="897623"/>
                  </a:lnTo>
                  <a:lnTo>
                    <a:pt x="1686382" y="898740"/>
                  </a:lnTo>
                  <a:lnTo>
                    <a:pt x="1688249" y="900607"/>
                  </a:lnTo>
                  <a:lnTo>
                    <a:pt x="1689366" y="901065"/>
                  </a:lnTo>
                  <a:lnTo>
                    <a:pt x="1691995" y="901065"/>
                  </a:lnTo>
                  <a:lnTo>
                    <a:pt x="1693113" y="900607"/>
                  </a:lnTo>
                  <a:lnTo>
                    <a:pt x="1694980" y="898740"/>
                  </a:lnTo>
                  <a:lnTo>
                    <a:pt x="1695437" y="897623"/>
                  </a:lnTo>
                  <a:lnTo>
                    <a:pt x="1695437" y="894994"/>
                  </a:lnTo>
                  <a:close/>
                </a:path>
                <a:path w="5695950" h="1792604">
                  <a:moveTo>
                    <a:pt x="1695437" y="3454"/>
                  </a:moveTo>
                  <a:lnTo>
                    <a:pt x="1694980" y="2336"/>
                  </a:lnTo>
                  <a:lnTo>
                    <a:pt x="1693113" y="469"/>
                  </a:lnTo>
                  <a:lnTo>
                    <a:pt x="1691995" y="0"/>
                  </a:lnTo>
                  <a:lnTo>
                    <a:pt x="1689366" y="0"/>
                  </a:lnTo>
                  <a:lnTo>
                    <a:pt x="1688249" y="469"/>
                  </a:lnTo>
                  <a:lnTo>
                    <a:pt x="1686382" y="2336"/>
                  </a:lnTo>
                  <a:lnTo>
                    <a:pt x="1685912" y="3454"/>
                  </a:lnTo>
                  <a:lnTo>
                    <a:pt x="1685912" y="6083"/>
                  </a:lnTo>
                  <a:lnTo>
                    <a:pt x="1686382" y="7200"/>
                  </a:lnTo>
                  <a:lnTo>
                    <a:pt x="1688249" y="9067"/>
                  </a:lnTo>
                  <a:lnTo>
                    <a:pt x="1689366" y="9525"/>
                  </a:lnTo>
                  <a:lnTo>
                    <a:pt x="1691995" y="9525"/>
                  </a:lnTo>
                  <a:lnTo>
                    <a:pt x="1693113" y="9067"/>
                  </a:lnTo>
                  <a:lnTo>
                    <a:pt x="1694980" y="7200"/>
                  </a:lnTo>
                  <a:lnTo>
                    <a:pt x="1695437" y="6083"/>
                  </a:lnTo>
                  <a:lnTo>
                    <a:pt x="1695437" y="3454"/>
                  </a:lnTo>
                  <a:close/>
                </a:path>
                <a:path w="5695950" h="1792604">
                  <a:moveTo>
                    <a:pt x="1743062" y="1786534"/>
                  </a:moveTo>
                  <a:lnTo>
                    <a:pt x="1742605" y="1785416"/>
                  </a:lnTo>
                  <a:lnTo>
                    <a:pt x="1740738" y="1783549"/>
                  </a:lnTo>
                  <a:lnTo>
                    <a:pt x="1739620" y="1783080"/>
                  </a:lnTo>
                  <a:lnTo>
                    <a:pt x="1736991" y="1783080"/>
                  </a:lnTo>
                  <a:lnTo>
                    <a:pt x="1735874" y="1783549"/>
                  </a:lnTo>
                  <a:lnTo>
                    <a:pt x="1734007" y="1785416"/>
                  </a:lnTo>
                  <a:lnTo>
                    <a:pt x="1733537" y="1786534"/>
                  </a:lnTo>
                  <a:lnTo>
                    <a:pt x="1733537" y="1789163"/>
                  </a:lnTo>
                  <a:lnTo>
                    <a:pt x="1734007" y="1790280"/>
                  </a:lnTo>
                  <a:lnTo>
                    <a:pt x="1735874" y="1792147"/>
                  </a:lnTo>
                  <a:lnTo>
                    <a:pt x="1736991" y="1792605"/>
                  </a:lnTo>
                  <a:lnTo>
                    <a:pt x="1739620" y="1792605"/>
                  </a:lnTo>
                  <a:lnTo>
                    <a:pt x="1740738" y="1792147"/>
                  </a:lnTo>
                  <a:lnTo>
                    <a:pt x="1742605" y="1790280"/>
                  </a:lnTo>
                  <a:lnTo>
                    <a:pt x="1743062" y="1789163"/>
                  </a:lnTo>
                  <a:lnTo>
                    <a:pt x="1743062" y="1786534"/>
                  </a:lnTo>
                  <a:close/>
                </a:path>
                <a:path w="5695950" h="1792604">
                  <a:moveTo>
                    <a:pt x="1743062" y="894994"/>
                  </a:moveTo>
                  <a:lnTo>
                    <a:pt x="1742605" y="893876"/>
                  </a:lnTo>
                  <a:lnTo>
                    <a:pt x="1740738" y="892009"/>
                  </a:lnTo>
                  <a:lnTo>
                    <a:pt x="1739620" y="891540"/>
                  </a:lnTo>
                  <a:lnTo>
                    <a:pt x="1736991" y="891540"/>
                  </a:lnTo>
                  <a:lnTo>
                    <a:pt x="1735874" y="892009"/>
                  </a:lnTo>
                  <a:lnTo>
                    <a:pt x="1734007" y="893876"/>
                  </a:lnTo>
                  <a:lnTo>
                    <a:pt x="1733537" y="894994"/>
                  </a:lnTo>
                  <a:lnTo>
                    <a:pt x="1733537" y="897623"/>
                  </a:lnTo>
                  <a:lnTo>
                    <a:pt x="1734007" y="898740"/>
                  </a:lnTo>
                  <a:lnTo>
                    <a:pt x="1735874" y="900607"/>
                  </a:lnTo>
                  <a:lnTo>
                    <a:pt x="1736991" y="901065"/>
                  </a:lnTo>
                  <a:lnTo>
                    <a:pt x="1739620" y="901065"/>
                  </a:lnTo>
                  <a:lnTo>
                    <a:pt x="1740738" y="900607"/>
                  </a:lnTo>
                  <a:lnTo>
                    <a:pt x="1742605" y="898740"/>
                  </a:lnTo>
                  <a:lnTo>
                    <a:pt x="1743062" y="897623"/>
                  </a:lnTo>
                  <a:lnTo>
                    <a:pt x="1743062" y="894994"/>
                  </a:lnTo>
                  <a:close/>
                </a:path>
                <a:path w="5695950" h="1792604">
                  <a:moveTo>
                    <a:pt x="1743062" y="3454"/>
                  </a:moveTo>
                  <a:lnTo>
                    <a:pt x="1742605" y="2336"/>
                  </a:lnTo>
                  <a:lnTo>
                    <a:pt x="1740738" y="469"/>
                  </a:lnTo>
                  <a:lnTo>
                    <a:pt x="1739620" y="0"/>
                  </a:lnTo>
                  <a:lnTo>
                    <a:pt x="1736991" y="0"/>
                  </a:lnTo>
                  <a:lnTo>
                    <a:pt x="1735874" y="469"/>
                  </a:lnTo>
                  <a:lnTo>
                    <a:pt x="1734007" y="2336"/>
                  </a:lnTo>
                  <a:lnTo>
                    <a:pt x="1733537" y="3454"/>
                  </a:lnTo>
                  <a:lnTo>
                    <a:pt x="1733537" y="6083"/>
                  </a:lnTo>
                  <a:lnTo>
                    <a:pt x="1734007" y="7200"/>
                  </a:lnTo>
                  <a:lnTo>
                    <a:pt x="1735874" y="9067"/>
                  </a:lnTo>
                  <a:lnTo>
                    <a:pt x="1736991" y="9525"/>
                  </a:lnTo>
                  <a:lnTo>
                    <a:pt x="1739620" y="9525"/>
                  </a:lnTo>
                  <a:lnTo>
                    <a:pt x="1740738" y="9067"/>
                  </a:lnTo>
                  <a:lnTo>
                    <a:pt x="1742605" y="7200"/>
                  </a:lnTo>
                  <a:lnTo>
                    <a:pt x="1743062" y="6083"/>
                  </a:lnTo>
                  <a:lnTo>
                    <a:pt x="1743062" y="3454"/>
                  </a:lnTo>
                  <a:close/>
                </a:path>
                <a:path w="5695950" h="1792604">
                  <a:moveTo>
                    <a:pt x="1790687" y="1786534"/>
                  </a:moveTo>
                  <a:lnTo>
                    <a:pt x="1790230" y="1785416"/>
                  </a:lnTo>
                  <a:lnTo>
                    <a:pt x="1788363" y="1783549"/>
                  </a:lnTo>
                  <a:lnTo>
                    <a:pt x="1787245" y="1783080"/>
                  </a:lnTo>
                  <a:lnTo>
                    <a:pt x="1784616" y="1783080"/>
                  </a:lnTo>
                  <a:lnTo>
                    <a:pt x="1783499" y="1783549"/>
                  </a:lnTo>
                  <a:lnTo>
                    <a:pt x="1781632" y="1785416"/>
                  </a:lnTo>
                  <a:lnTo>
                    <a:pt x="1781162" y="1786534"/>
                  </a:lnTo>
                  <a:lnTo>
                    <a:pt x="1781162" y="1789163"/>
                  </a:lnTo>
                  <a:lnTo>
                    <a:pt x="1781632" y="1790280"/>
                  </a:lnTo>
                  <a:lnTo>
                    <a:pt x="1783499" y="1792147"/>
                  </a:lnTo>
                  <a:lnTo>
                    <a:pt x="1784616" y="1792605"/>
                  </a:lnTo>
                  <a:lnTo>
                    <a:pt x="1787245" y="1792605"/>
                  </a:lnTo>
                  <a:lnTo>
                    <a:pt x="1788363" y="1792147"/>
                  </a:lnTo>
                  <a:lnTo>
                    <a:pt x="1790230" y="1790280"/>
                  </a:lnTo>
                  <a:lnTo>
                    <a:pt x="1790687" y="1789163"/>
                  </a:lnTo>
                  <a:lnTo>
                    <a:pt x="1790687" y="1786534"/>
                  </a:lnTo>
                  <a:close/>
                </a:path>
                <a:path w="5695950" h="1792604">
                  <a:moveTo>
                    <a:pt x="1790687" y="894994"/>
                  </a:moveTo>
                  <a:lnTo>
                    <a:pt x="1790230" y="893876"/>
                  </a:lnTo>
                  <a:lnTo>
                    <a:pt x="1788363" y="892009"/>
                  </a:lnTo>
                  <a:lnTo>
                    <a:pt x="1787245" y="891540"/>
                  </a:lnTo>
                  <a:lnTo>
                    <a:pt x="1784616" y="891540"/>
                  </a:lnTo>
                  <a:lnTo>
                    <a:pt x="1783499" y="892009"/>
                  </a:lnTo>
                  <a:lnTo>
                    <a:pt x="1781632" y="893876"/>
                  </a:lnTo>
                  <a:lnTo>
                    <a:pt x="1781162" y="894994"/>
                  </a:lnTo>
                  <a:lnTo>
                    <a:pt x="1781162" y="897623"/>
                  </a:lnTo>
                  <a:lnTo>
                    <a:pt x="1781632" y="898740"/>
                  </a:lnTo>
                  <a:lnTo>
                    <a:pt x="1783499" y="900607"/>
                  </a:lnTo>
                  <a:lnTo>
                    <a:pt x="1784616" y="901065"/>
                  </a:lnTo>
                  <a:lnTo>
                    <a:pt x="1787245" y="901065"/>
                  </a:lnTo>
                  <a:lnTo>
                    <a:pt x="1788363" y="900607"/>
                  </a:lnTo>
                  <a:lnTo>
                    <a:pt x="1790230" y="898740"/>
                  </a:lnTo>
                  <a:lnTo>
                    <a:pt x="1790687" y="897623"/>
                  </a:lnTo>
                  <a:lnTo>
                    <a:pt x="1790687" y="894994"/>
                  </a:lnTo>
                  <a:close/>
                </a:path>
                <a:path w="5695950" h="1792604">
                  <a:moveTo>
                    <a:pt x="1790687" y="3454"/>
                  </a:moveTo>
                  <a:lnTo>
                    <a:pt x="1790230" y="2336"/>
                  </a:lnTo>
                  <a:lnTo>
                    <a:pt x="1788363" y="469"/>
                  </a:lnTo>
                  <a:lnTo>
                    <a:pt x="1787245" y="0"/>
                  </a:lnTo>
                  <a:lnTo>
                    <a:pt x="1784616" y="0"/>
                  </a:lnTo>
                  <a:lnTo>
                    <a:pt x="1783499" y="469"/>
                  </a:lnTo>
                  <a:lnTo>
                    <a:pt x="1781632" y="2336"/>
                  </a:lnTo>
                  <a:lnTo>
                    <a:pt x="1781162" y="3454"/>
                  </a:lnTo>
                  <a:lnTo>
                    <a:pt x="1781162" y="6083"/>
                  </a:lnTo>
                  <a:lnTo>
                    <a:pt x="1781632" y="7200"/>
                  </a:lnTo>
                  <a:lnTo>
                    <a:pt x="1783499" y="9067"/>
                  </a:lnTo>
                  <a:lnTo>
                    <a:pt x="1784616" y="9525"/>
                  </a:lnTo>
                  <a:lnTo>
                    <a:pt x="1787245" y="9525"/>
                  </a:lnTo>
                  <a:lnTo>
                    <a:pt x="1788363" y="9067"/>
                  </a:lnTo>
                  <a:lnTo>
                    <a:pt x="1790230" y="7200"/>
                  </a:lnTo>
                  <a:lnTo>
                    <a:pt x="1790687" y="6083"/>
                  </a:lnTo>
                  <a:lnTo>
                    <a:pt x="1790687" y="3454"/>
                  </a:lnTo>
                  <a:close/>
                </a:path>
                <a:path w="5695950" h="1792604">
                  <a:moveTo>
                    <a:pt x="1838312" y="1786534"/>
                  </a:moveTo>
                  <a:lnTo>
                    <a:pt x="1837855" y="1785416"/>
                  </a:lnTo>
                  <a:lnTo>
                    <a:pt x="1835988" y="1783549"/>
                  </a:lnTo>
                  <a:lnTo>
                    <a:pt x="1834870" y="1783080"/>
                  </a:lnTo>
                  <a:lnTo>
                    <a:pt x="1832241" y="1783080"/>
                  </a:lnTo>
                  <a:lnTo>
                    <a:pt x="1831124" y="1783549"/>
                  </a:lnTo>
                  <a:lnTo>
                    <a:pt x="1829257" y="1785416"/>
                  </a:lnTo>
                  <a:lnTo>
                    <a:pt x="1828787" y="1786534"/>
                  </a:lnTo>
                  <a:lnTo>
                    <a:pt x="1828787" y="1789163"/>
                  </a:lnTo>
                  <a:lnTo>
                    <a:pt x="1829257" y="1790280"/>
                  </a:lnTo>
                  <a:lnTo>
                    <a:pt x="1831124" y="1792147"/>
                  </a:lnTo>
                  <a:lnTo>
                    <a:pt x="1832241" y="1792605"/>
                  </a:lnTo>
                  <a:lnTo>
                    <a:pt x="1834870" y="1792605"/>
                  </a:lnTo>
                  <a:lnTo>
                    <a:pt x="1835988" y="1792147"/>
                  </a:lnTo>
                  <a:lnTo>
                    <a:pt x="1837855" y="1790280"/>
                  </a:lnTo>
                  <a:lnTo>
                    <a:pt x="1838312" y="1789163"/>
                  </a:lnTo>
                  <a:lnTo>
                    <a:pt x="1838312" y="1786534"/>
                  </a:lnTo>
                  <a:close/>
                </a:path>
                <a:path w="5695950" h="1792604">
                  <a:moveTo>
                    <a:pt x="1838312" y="894994"/>
                  </a:moveTo>
                  <a:lnTo>
                    <a:pt x="1837855" y="893876"/>
                  </a:lnTo>
                  <a:lnTo>
                    <a:pt x="1835988" y="892009"/>
                  </a:lnTo>
                  <a:lnTo>
                    <a:pt x="1834870" y="891540"/>
                  </a:lnTo>
                  <a:lnTo>
                    <a:pt x="1832241" y="891540"/>
                  </a:lnTo>
                  <a:lnTo>
                    <a:pt x="1831124" y="892009"/>
                  </a:lnTo>
                  <a:lnTo>
                    <a:pt x="1829257" y="893876"/>
                  </a:lnTo>
                  <a:lnTo>
                    <a:pt x="1828787" y="894994"/>
                  </a:lnTo>
                  <a:lnTo>
                    <a:pt x="1828787" y="897623"/>
                  </a:lnTo>
                  <a:lnTo>
                    <a:pt x="1829257" y="898740"/>
                  </a:lnTo>
                  <a:lnTo>
                    <a:pt x="1831124" y="900607"/>
                  </a:lnTo>
                  <a:lnTo>
                    <a:pt x="1832241" y="901065"/>
                  </a:lnTo>
                  <a:lnTo>
                    <a:pt x="1834870" y="901065"/>
                  </a:lnTo>
                  <a:lnTo>
                    <a:pt x="1835988" y="900607"/>
                  </a:lnTo>
                  <a:lnTo>
                    <a:pt x="1837855" y="898740"/>
                  </a:lnTo>
                  <a:lnTo>
                    <a:pt x="1838312" y="897623"/>
                  </a:lnTo>
                  <a:lnTo>
                    <a:pt x="1838312" y="894994"/>
                  </a:lnTo>
                  <a:close/>
                </a:path>
                <a:path w="5695950" h="1792604">
                  <a:moveTo>
                    <a:pt x="1838312" y="3454"/>
                  </a:moveTo>
                  <a:lnTo>
                    <a:pt x="1837855" y="2336"/>
                  </a:lnTo>
                  <a:lnTo>
                    <a:pt x="1835988" y="469"/>
                  </a:lnTo>
                  <a:lnTo>
                    <a:pt x="1834870" y="0"/>
                  </a:lnTo>
                  <a:lnTo>
                    <a:pt x="1832241" y="0"/>
                  </a:lnTo>
                  <a:lnTo>
                    <a:pt x="1831124" y="469"/>
                  </a:lnTo>
                  <a:lnTo>
                    <a:pt x="1829257" y="2336"/>
                  </a:lnTo>
                  <a:lnTo>
                    <a:pt x="1828787" y="3454"/>
                  </a:lnTo>
                  <a:lnTo>
                    <a:pt x="1828787" y="6083"/>
                  </a:lnTo>
                  <a:lnTo>
                    <a:pt x="1829257" y="7200"/>
                  </a:lnTo>
                  <a:lnTo>
                    <a:pt x="1831124" y="9067"/>
                  </a:lnTo>
                  <a:lnTo>
                    <a:pt x="1832241" y="9525"/>
                  </a:lnTo>
                  <a:lnTo>
                    <a:pt x="1834870" y="9525"/>
                  </a:lnTo>
                  <a:lnTo>
                    <a:pt x="1835988" y="9067"/>
                  </a:lnTo>
                  <a:lnTo>
                    <a:pt x="1837855" y="7200"/>
                  </a:lnTo>
                  <a:lnTo>
                    <a:pt x="1838312" y="6083"/>
                  </a:lnTo>
                  <a:lnTo>
                    <a:pt x="1838312" y="3454"/>
                  </a:lnTo>
                  <a:close/>
                </a:path>
                <a:path w="5695950" h="1792604">
                  <a:moveTo>
                    <a:pt x="1885937" y="1786534"/>
                  </a:moveTo>
                  <a:lnTo>
                    <a:pt x="1885480" y="1785416"/>
                  </a:lnTo>
                  <a:lnTo>
                    <a:pt x="1883613" y="1783549"/>
                  </a:lnTo>
                  <a:lnTo>
                    <a:pt x="1882495" y="1783080"/>
                  </a:lnTo>
                  <a:lnTo>
                    <a:pt x="1879866" y="1783080"/>
                  </a:lnTo>
                  <a:lnTo>
                    <a:pt x="1878749" y="1783549"/>
                  </a:lnTo>
                  <a:lnTo>
                    <a:pt x="1876882" y="1785416"/>
                  </a:lnTo>
                  <a:lnTo>
                    <a:pt x="1876412" y="1786534"/>
                  </a:lnTo>
                  <a:lnTo>
                    <a:pt x="1876412" y="1789163"/>
                  </a:lnTo>
                  <a:lnTo>
                    <a:pt x="1876882" y="1790280"/>
                  </a:lnTo>
                  <a:lnTo>
                    <a:pt x="1878749" y="1792147"/>
                  </a:lnTo>
                  <a:lnTo>
                    <a:pt x="1879866" y="1792605"/>
                  </a:lnTo>
                  <a:lnTo>
                    <a:pt x="1882495" y="1792605"/>
                  </a:lnTo>
                  <a:lnTo>
                    <a:pt x="1883613" y="1792147"/>
                  </a:lnTo>
                  <a:lnTo>
                    <a:pt x="1885480" y="1790280"/>
                  </a:lnTo>
                  <a:lnTo>
                    <a:pt x="1885937" y="1789163"/>
                  </a:lnTo>
                  <a:lnTo>
                    <a:pt x="1885937" y="1786534"/>
                  </a:lnTo>
                  <a:close/>
                </a:path>
                <a:path w="5695950" h="1792604">
                  <a:moveTo>
                    <a:pt x="1885937" y="894994"/>
                  </a:moveTo>
                  <a:lnTo>
                    <a:pt x="1885480" y="893876"/>
                  </a:lnTo>
                  <a:lnTo>
                    <a:pt x="1883613" y="892009"/>
                  </a:lnTo>
                  <a:lnTo>
                    <a:pt x="1882495" y="891540"/>
                  </a:lnTo>
                  <a:lnTo>
                    <a:pt x="1879866" y="891540"/>
                  </a:lnTo>
                  <a:lnTo>
                    <a:pt x="1878749" y="892009"/>
                  </a:lnTo>
                  <a:lnTo>
                    <a:pt x="1876882" y="893876"/>
                  </a:lnTo>
                  <a:lnTo>
                    <a:pt x="1876412" y="894994"/>
                  </a:lnTo>
                  <a:lnTo>
                    <a:pt x="1876412" y="897623"/>
                  </a:lnTo>
                  <a:lnTo>
                    <a:pt x="1876882" y="898740"/>
                  </a:lnTo>
                  <a:lnTo>
                    <a:pt x="1878749" y="900607"/>
                  </a:lnTo>
                  <a:lnTo>
                    <a:pt x="1879866" y="901065"/>
                  </a:lnTo>
                  <a:lnTo>
                    <a:pt x="1882495" y="901065"/>
                  </a:lnTo>
                  <a:lnTo>
                    <a:pt x="1883613" y="900607"/>
                  </a:lnTo>
                  <a:lnTo>
                    <a:pt x="1885480" y="898740"/>
                  </a:lnTo>
                  <a:lnTo>
                    <a:pt x="1885937" y="897623"/>
                  </a:lnTo>
                  <a:lnTo>
                    <a:pt x="1885937" y="894994"/>
                  </a:lnTo>
                  <a:close/>
                </a:path>
                <a:path w="5695950" h="1792604">
                  <a:moveTo>
                    <a:pt x="1885937" y="3454"/>
                  </a:moveTo>
                  <a:lnTo>
                    <a:pt x="1885480" y="2336"/>
                  </a:lnTo>
                  <a:lnTo>
                    <a:pt x="1883613" y="469"/>
                  </a:lnTo>
                  <a:lnTo>
                    <a:pt x="1882495" y="0"/>
                  </a:lnTo>
                  <a:lnTo>
                    <a:pt x="1879866" y="0"/>
                  </a:lnTo>
                  <a:lnTo>
                    <a:pt x="1878749" y="469"/>
                  </a:lnTo>
                  <a:lnTo>
                    <a:pt x="1876882" y="2336"/>
                  </a:lnTo>
                  <a:lnTo>
                    <a:pt x="1876412" y="3454"/>
                  </a:lnTo>
                  <a:lnTo>
                    <a:pt x="1876412" y="6083"/>
                  </a:lnTo>
                  <a:lnTo>
                    <a:pt x="1876882" y="7200"/>
                  </a:lnTo>
                  <a:lnTo>
                    <a:pt x="1878749" y="9067"/>
                  </a:lnTo>
                  <a:lnTo>
                    <a:pt x="1879866" y="9525"/>
                  </a:lnTo>
                  <a:lnTo>
                    <a:pt x="1882495" y="9525"/>
                  </a:lnTo>
                  <a:lnTo>
                    <a:pt x="1883613" y="9067"/>
                  </a:lnTo>
                  <a:lnTo>
                    <a:pt x="1885480" y="7200"/>
                  </a:lnTo>
                  <a:lnTo>
                    <a:pt x="1885937" y="6083"/>
                  </a:lnTo>
                  <a:lnTo>
                    <a:pt x="1885937" y="3454"/>
                  </a:lnTo>
                  <a:close/>
                </a:path>
                <a:path w="5695950" h="1792604">
                  <a:moveTo>
                    <a:pt x="1933562" y="1786534"/>
                  </a:moveTo>
                  <a:lnTo>
                    <a:pt x="1933105" y="1785416"/>
                  </a:lnTo>
                  <a:lnTo>
                    <a:pt x="1931238" y="1783549"/>
                  </a:lnTo>
                  <a:lnTo>
                    <a:pt x="1930120" y="1783080"/>
                  </a:lnTo>
                  <a:lnTo>
                    <a:pt x="1927491" y="1783080"/>
                  </a:lnTo>
                  <a:lnTo>
                    <a:pt x="1926374" y="1783549"/>
                  </a:lnTo>
                  <a:lnTo>
                    <a:pt x="1924507" y="1785416"/>
                  </a:lnTo>
                  <a:lnTo>
                    <a:pt x="1924037" y="1786534"/>
                  </a:lnTo>
                  <a:lnTo>
                    <a:pt x="1924037" y="1789163"/>
                  </a:lnTo>
                  <a:lnTo>
                    <a:pt x="1924507" y="1790280"/>
                  </a:lnTo>
                  <a:lnTo>
                    <a:pt x="1926374" y="1792147"/>
                  </a:lnTo>
                  <a:lnTo>
                    <a:pt x="1927491" y="1792605"/>
                  </a:lnTo>
                  <a:lnTo>
                    <a:pt x="1930120" y="1792605"/>
                  </a:lnTo>
                  <a:lnTo>
                    <a:pt x="1931238" y="1792147"/>
                  </a:lnTo>
                  <a:lnTo>
                    <a:pt x="1933105" y="1790280"/>
                  </a:lnTo>
                  <a:lnTo>
                    <a:pt x="1933562" y="1789163"/>
                  </a:lnTo>
                  <a:lnTo>
                    <a:pt x="1933562" y="1786534"/>
                  </a:lnTo>
                  <a:close/>
                </a:path>
                <a:path w="5695950" h="1792604">
                  <a:moveTo>
                    <a:pt x="1933562" y="894994"/>
                  </a:moveTo>
                  <a:lnTo>
                    <a:pt x="1933105" y="893876"/>
                  </a:lnTo>
                  <a:lnTo>
                    <a:pt x="1931238" y="892009"/>
                  </a:lnTo>
                  <a:lnTo>
                    <a:pt x="1930120" y="891540"/>
                  </a:lnTo>
                  <a:lnTo>
                    <a:pt x="1927491" y="891540"/>
                  </a:lnTo>
                  <a:lnTo>
                    <a:pt x="1926374" y="892009"/>
                  </a:lnTo>
                  <a:lnTo>
                    <a:pt x="1924507" y="893876"/>
                  </a:lnTo>
                  <a:lnTo>
                    <a:pt x="1924037" y="894994"/>
                  </a:lnTo>
                  <a:lnTo>
                    <a:pt x="1924037" y="897623"/>
                  </a:lnTo>
                  <a:lnTo>
                    <a:pt x="1924507" y="898740"/>
                  </a:lnTo>
                  <a:lnTo>
                    <a:pt x="1926374" y="900607"/>
                  </a:lnTo>
                  <a:lnTo>
                    <a:pt x="1927491" y="901065"/>
                  </a:lnTo>
                  <a:lnTo>
                    <a:pt x="1930120" y="901065"/>
                  </a:lnTo>
                  <a:lnTo>
                    <a:pt x="1931238" y="900607"/>
                  </a:lnTo>
                  <a:lnTo>
                    <a:pt x="1933105" y="898740"/>
                  </a:lnTo>
                  <a:lnTo>
                    <a:pt x="1933562" y="897623"/>
                  </a:lnTo>
                  <a:lnTo>
                    <a:pt x="1933562" y="894994"/>
                  </a:lnTo>
                  <a:close/>
                </a:path>
                <a:path w="5695950" h="1792604">
                  <a:moveTo>
                    <a:pt x="1933562" y="3454"/>
                  </a:moveTo>
                  <a:lnTo>
                    <a:pt x="1933105" y="2336"/>
                  </a:lnTo>
                  <a:lnTo>
                    <a:pt x="1931238" y="469"/>
                  </a:lnTo>
                  <a:lnTo>
                    <a:pt x="1930120" y="0"/>
                  </a:lnTo>
                  <a:lnTo>
                    <a:pt x="1927491" y="0"/>
                  </a:lnTo>
                  <a:lnTo>
                    <a:pt x="1926374" y="469"/>
                  </a:lnTo>
                  <a:lnTo>
                    <a:pt x="1924507" y="2336"/>
                  </a:lnTo>
                  <a:lnTo>
                    <a:pt x="1924037" y="3454"/>
                  </a:lnTo>
                  <a:lnTo>
                    <a:pt x="1924037" y="6083"/>
                  </a:lnTo>
                  <a:lnTo>
                    <a:pt x="1924507" y="7200"/>
                  </a:lnTo>
                  <a:lnTo>
                    <a:pt x="1926374" y="9067"/>
                  </a:lnTo>
                  <a:lnTo>
                    <a:pt x="1927491" y="9525"/>
                  </a:lnTo>
                  <a:lnTo>
                    <a:pt x="1930120" y="9525"/>
                  </a:lnTo>
                  <a:lnTo>
                    <a:pt x="1931238" y="9067"/>
                  </a:lnTo>
                  <a:lnTo>
                    <a:pt x="1933105" y="7200"/>
                  </a:lnTo>
                  <a:lnTo>
                    <a:pt x="1933562" y="6083"/>
                  </a:lnTo>
                  <a:lnTo>
                    <a:pt x="1933562" y="3454"/>
                  </a:lnTo>
                  <a:close/>
                </a:path>
                <a:path w="5695950" h="1792604">
                  <a:moveTo>
                    <a:pt x="1981187" y="1786534"/>
                  </a:moveTo>
                  <a:lnTo>
                    <a:pt x="1980730" y="1785416"/>
                  </a:lnTo>
                  <a:lnTo>
                    <a:pt x="1978863" y="1783549"/>
                  </a:lnTo>
                  <a:lnTo>
                    <a:pt x="1977745" y="1783080"/>
                  </a:lnTo>
                  <a:lnTo>
                    <a:pt x="1975116" y="1783080"/>
                  </a:lnTo>
                  <a:lnTo>
                    <a:pt x="1973999" y="1783549"/>
                  </a:lnTo>
                  <a:lnTo>
                    <a:pt x="1972132" y="1785416"/>
                  </a:lnTo>
                  <a:lnTo>
                    <a:pt x="1971662" y="1786534"/>
                  </a:lnTo>
                  <a:lnTo>
                    <a:pt x="1971662" y="1789163"/>
                  </a:lnTo>
                  <a:lnTo>
                    <a:pt x="1972132" y="1790280"/>
                  </a:lnTo>
                  <a:lnTo>
                    <a:pt x="1973999" y="1792147"/>
                  </a:lnTo>
                  <a:lnTo>
                    <a:pt x="1975116" y="1792605"/>
                  </a:lnTo>
                  <a:lnTo>
                    <a:pt x="1977745" y="1792605"/>
                  </a:lnTo>
                  <a:lnTo>
                    <a:pt x="1978863" y="1792147"/>
                  </a:lnTo>
                  <a:lnTo>
                    <a:pt x="1980730" y="1790280"/>
                  </a:lnTo>
                  <a:lnTo>
                    <a:pt x="1981187" y="1789163"/>
                  </a:lnTo>
                  <a:lnTo>
                    <a:pt x="1981187" y="1786534"/>
                  </a:lnTo>
                  <a:close/>
                </a:path>
                <a:path w="5695950" h="1792604">
                  <a:moveTo>
                    <a:pt x="1981187" y="894994"/>
                  </a:moveTo>
                  <a:lnTo>
                    <a:pt x="1980730" y="893876"/>
                  </a:lnTo>
                  <a:lnTo>
                    <a:pt x="1978863" y="892009"/>
                  </a:lnTo>
                  <a:lnTo>
                    <a:pt x="1977745" y="891540"/>
                  </a:lnTo>
                  <a:lnTo>
                    <a:pt x="1975116" y="891540"/>
                  </a:lnTo>
                  <a:lnTo>
                    <a:pt x="1973999" y="892009"/>
                  </a:lnTo>
                  <a:lnTo>
                    <a:pt x="1972132" y="893876"/>
                  </a:lnTo>
                  <a:lnTo>
                    <a:pt x="1971662" y="894994"/>
                  </a:lnTo>
                  <a:lnTo>
                    <a:pt x="1971662" y="897623"/>
                  </a:lnTo>
                  <a:lnTo>
                    <a:pt x="1972132" y="898740"/>
                  </a:lnTo>
                  <a:lnTo>
                    <a:pt x="1973999" y="900607"/>
                  </a:lnTo>
                  <a:lnTo>
                    <a:pt x="1975116" y="901065"/>
                  </a:lnTo>
                  <a:lnTo>
                    <a:pt x="1977745" y="901065"/>
                  </a:lnTo>
                  <a:lnTo>
                    <a:pt x="1978863" y="900607"/>
                  </a:lnTo>
                  <a:lnTo>
                    <a:pt x="1980730" y="898740"/>
                  </a:lnTo>
                  <a:lnTo>
                    <a:pt x="1981187" y="897623"/>
                  </a:lnTo>
                  <a:lnTo>
                    <a:pt x="1981187" y="894994"/>
                  </a:lnTo>
                  <a:close/>
                </a:path>
                <a:path w="5695950" h="1792604">
                  <a:moveTo>
                    <a:pt x="1981187" y="3454"/>
                  </a:moveTo>
                  <a:lnTo>
                    <a:pt x="1980730" y="2336"/>
                  </a:lnTo>
                  <a:lnTo>
                    <a:pt x="1978863" y="469"/>
                  </a:lnTo>
                  <a:lnTo>
                    <a:pt x="1977745" y="0"/>
                  </a:lnTo>
                  <a:lnTo>
                    <a:pt x="1975116" y="0"/>
                  </a:lnTo>
                  <a:lnTo>
                    <a:pt x="1973999" y="469"/>
                  </a:lnTo>
                  <a:lnTo>
                    <a:pt x="1972132" y="2336"/>
                  </a:lnTo>
                  <a:lnTo>
                    <a:pt x="1971662" y="3454"/>
                  </a:lnTo>
                  <a:lnTo>
                    <a:pt x="1971662" y="6083"/>
                  </a:lnTo>
                  <a:lnTo>
                    <a:pt x="1972132" y="7200"/>
                  </a:lnTo>
                  <a:lnTo>
                    <a:pt x="1973999" y="9067"/>
                  </a:lnTo>
                  <a:lnTo>
                    <a:pt x="1975116" y="9525"/>
                  </a:lnTo>
                  <a:lnTo>
                    <a:pt x="1977745" y="9525"/>
                  </a:lnTo>
                  <a:lnTo>
                    <a:pt x="1978863" y="9067"/>
                  </a:lnTo>
                  <a:lnTo>
                    <a:pt x="1980730" y="7200"/>
                  </a:lnTo>
                  <a:lnTo>
                    <a:pt x="1981187" y="6083"/>
                  </a:lnTo>
                  <a:lnTo>
                    <a:pt x="1981187" y="3454"/>
                  </a:lnTo>
                  <a:close/>
                </a:path>
                <a:path w="5695950" h="1792604">
                  <a:moveTo>
                    <a:pt x="2028812" y="1786534"/>
                  </a:moveTo>
                  <a:lnTo>
                    <a:pt x="2028355" y="1785416"/>
                  </a:lnTo>
                  <a:lnTo>
                    <a:pt x="2026488" y="1783549"/>
                  </a:lnTo>
                  <a:lnTo>
                    <a:pt x="2025370" y="1783080"/>
                  </a:lnTo>
                  <a:lnTo>
                    <a:pt x="2022741" y="1783080"/>
                  </a:lnTo>
                  <a:lnTo>
                    <a:pt x="2021624" y="1783549"/>
                  </a:lnTo>
                  <a:lnTo>
                    <a:pt x="2019757" y="1785416"/>
                  </a:lnTo>
                  <a:lnTo>
                    <a:pt x="2019287" y="1786534"/>
                  </a:lnTo>
                  <a:lnTo>
                    <a:pt x="2019287" y="1789163"/>
                  </a:lnTo>
                  <a:lnTo>
                    <a:pt x="2019757" y="1790280"/>
                  </a:lnTo>
                  <a:lnTo>
                    <a:pt x="2021624" y="1792147"/>
                  </a:lnTo>
                  <a:lnTo>
                    <a:pt x="2022741" y="1792605"/>
                  </a:lnTo>
                  <a:lnTo>
                    <a:pt x="2025370" y="1792605"/>
                  </a:lnTo>
                  <a:lnTo>
                    <a:pt x="2026488" y="1792147"/>
                  </a:lnTo>
                  <a:lnTo>
                    <a:pt x="2028355" y="1790280"/>
                  </a:lnTo>
                  <a:lnTo>
                    <a:pt x="2028812" y="1789163"/>
                  </a:lnTo>
                  <a:lnTo>
                    <a:pt x="2028812" y="1786534"/>
                  </a:lnTo>
                  <a:close/>
                </a:path>
                <a:path w="5695950" h="1792604">
                  <a:moveTo>
                    <a:pt x="2028812" y="894994"/>
                  </a:moveTo>
                  <a:lnTo>
                    <a:pt x="2028355" y="893876"/>
                  </a:lnTo>
                  <a:lnTo>
                    <a:pt x="2026488" y="892009"/>
                  </a:lnTo>
                  <a:lnTo>
                    <a:pt x="2025370" y="891540"/>
                  </a:lnTo>
                  <a:lnTo>
                    <a:pt x="2022741" y="891540"/>
                  </a:lnTo>
                  <a:lnTo>
                    <a:pt x="2021624" y="892009"/>
                  </a:lnTo>
                  <a:lnTo>
                    <a:pt x="2019757" y="893876"/>
                  </a:lnTo>
                  <a:lnTo>
                    <a:pt x="2019287" y="894994"/>
                  </a:lnTo>
                  <a:lnTo>
                    <a:pt x="2019287" y="897623"/>
                  </a:lnTo>
                  <a:lnTo>
                    <a:pt x="2019757" y="898740"/>
                  </a:lnTo>
                  <a:lnTo>
                    <a:pt x="2021624" y="900607"/>
                  </a:lnTo>
                  <a:lnTo>
                    <a:pt x="2022741" y="901065"/>
                  </a:lnTo>
                  <a:lnTo>
                    <a:pt x="2025370" y="901065"/>
                  </a:lnTo>
                  <a:lnTo>
                    <a:pt x="2026488" y="900607"/>
                  </a:lnTo>
                  <a:lnTo>
                    <a:pt x="2028355" y="898740"/>
                  </a:lnTo>
                  <a:lnTo>
                    <a:pt x="2028812" y="897623"/>
                  </a:lnTo>
                  <a:lnTo>
                    <a:pt x="2028812" y="894994"/>
                  </a:lnTo>
                  <a:close/>
                </a:path>
                <a:path w="5695950" h="1792604">
                  <a:moveTo>
                    <a:pt x="2028812" y="3454"/>
                  </a:moveTo>
                  <a:lnTo>
                    <a:pt x="2028355" y="2336"/>
                  </a:lnTo>
                  <a:lnTo>
                    <a:pt x="2026488" y="469"/>
                  </a:lnTo>
                  <a:lnTo>
                    <a:pt x="2025370" y="0"/>
                  </a:lnTo>
                  <a:lnTo>
                    <a:pt x="2022741" y="0"/>
                  </a:lnTo>
                  <a:lnTo>
                    <a:pt x="2021624" y="469"/>
                  </a:lnTo>
                  <a:lnTo>
                    <a:pt x="2019757" y="2336"/>
                  </a:lnTo>
                  <a:lnTo>
                    <a:pt x="2019287" y="3454"/>
                  </a:lnTo>
                  <a:lnTo>
                    <a:pt x="2019287" y="6083"/>
                  </a:lnTo>
                  <a:lnTo>
                    <a:pt x="2019757" y="7200"/>
                  </a:lnTo>
                  <a:lnTo>
                    <a:pt x="2021624" y="9067"/>
                  </a:lnTo>
                  <a:lnTo>
                    <a:pt x="2022741" y="9525"/>
                  </a:lnTo>
                  <a:lnTo>
                    <a:pt x="2025370" y="9525"/>
                  </a:lnTo>
                  <a:lnTo>
                    <a:pt x="2026488" y="9067"/>
                  </a:lnTo>
                  <a:lnTo>
                    <a:pt x="2028355" y="7200"/>
                  </a:lnTo>
                  <a:lnTo>
                    <a:pt x="2028812" y="6083"/>
                  </a:lnTo>
                  <a:lnTo>
                    <a:pt x="2028812" y="3454"/>
                  </a:lnTo>
                  <a:close/>
                </a:path>
                <a:path w="5695950" h="1792604">
                  <a:moveTo>
                    <a:pt x="2076437" y="1786534"/>
                  </a:moveTo>
                  <a:lnTo>
                    <a:pt x="2075980" y="1785416"/>
                  </a:lnTo>
                  <a:lnTo>
                    <a:pt x="2074113" y="1783549"/>
                  </a:lnTo>
                  <a:lnTo>
                    <a:pt x="2072995" y="1783080"/>
                  </a:lnTo>
                  <a:lnTo>
                    <a:pt x="2070366" y="1783080"/>
                  </a:lnTo>
                  <a:lnTo>
                    <a:pt x="2069249" y="1783549"/>
                  </a:lnTo>
                  <a:lnTo>
                    <a:pt x="2067382" y="1785416"/>
                  </a:lnTo>
                  <a:lnTo>
                    <a:pt x="2066912" y="1786534"/>
                  </a:lnTo>
                  <a:lnTo>
                    <a:pt x="2066912" y="1789163"/>
                  </a:lnTo>
                  <a:lnTo>
                    <a:pt x="2067382" y="1790280"/>
                  </a:lnTo>
                  <a:lnTo>
                    <a:pt x="2069249" y="1792147"/>
                  </a:lnTo>
                  <a:lnTo>
                    <a:pt x="2070366" y="1792605"/>
                  </a:lnTo>
                  <a:lnTo>
                    <a:pt x="2072995" y="1792605"/>
                  </a:lnTo>
                  <a:lnTo>
                    <a:pt x="2074113" y="1792147"/>
                  </a:lnTo>
                  <a:lnTo>
                    <a:pt x="2075980" y="1790280"/>
                  </a:lnTo>
                  <a:lnTo>
                    <a:pt x="2076437" y="1789163"/>
                  </a:lnTo>
                  <a:lnTo>
                    <a:pt x="2076437" y="1786534"/>
                  </a:lnTo>
                  <a:close/>
                </a:path>
                <a:path w="5695950" h="1792604">
                  <a:moveTo>
                    <a:pt x="2076437" y="894994"/>
                  </a:moveTo>
                  <a:lnTo>
                    <a:pt x="2075980" y="893876"/>
                  </a:lnTo>
                  <a:lnTo>
                    <a:pt x="2074113" y="892009"/>
                  </a:lnTo>
                  <a:lnTo>
                    <a:pt x="2072995" y="891540"/>
                  </a:lnTo>
                  <a:lnTo>
                    <a:pt x="2070366" y="891540"/>
                  </a:lnTo>
                  <a:lnTo>
                    <a:pt x="2069249" y="892009"/>
                  </a:lnTo>
                  <a:lnTo>
                    <a:pt x="2067382" y="893876"/>
                  </a:lnTo>
                  <a:lnTo>
                    <a:pt x="2066912" y="894994"/>
                  </a:lnTo>
                  <a:lnTo>
                    <a:pt x="2066912" y="897623"/>
                  </a:lnTo>
                  <a:lnTo>
                    <a:pt x="2067382" y="898740"/>
                  </a:lnTo>
                  <a:lnTo>
                    <a:pt x="2069249" y="900607"/>
                  </a:lnTo>
                  <a:lnTo>
                    <a:pt x="2070366" y="901065"/>
                  </a:lnTo>
                  <a:lnTo>
                    <a:pt x="2072995" y="901065"/>
                  </a:lnTo>
                  <a:lnTo>
                    <a:pt x="2074113" y="900607"/>
                  </a:lnTo>
                  <a:lnTo>
                    <a:pt x="2075980" y="898740"/>
                  </a:lnTo>
                  <a:lnTo>
                    <a:pt x="2076437" y="897623"/>
                  </a:lnTo>
                  <a:lnTo>
                    <a:pt x="2076437" y="894994"/>
                  </a:lnTo>
                  <a:close/>
                </a:path>
                <a:path w="5695950" h="1792604">
                  <a:moveTo>
                    <a:pt x="2076437" y="3454"/>
                  </a:moveTo>
                  <a:lnTo>
                    <a:pt x="2075980" y="2336"/>
                  </a:lnTo>
                  <a:lnTo>
                    <a:pt x="2074113" y="469"/>
                  </a:lnTo>
                  <a:lnTo>
                    <a:pt x="2072995" y="0"/>
                  </a:lnTo>
                  <a:lnTo>
                    <a:pt x="2070366" y="0"/>
                  </a:lnTo>
                  <a:lnTo>
                    <a:pt x="2069249" y="469"/>
                  </a:lnTo>
                  <a:lnTo>
                    <a:pt x="2067382" y="2336"/>
                  </a:lnTo>
                  <a:lnTo>
                    <a:pt x="2066912" y="3454"/>
                  </a:lnTo>
                  <a:lnTo>
                    <a:pt x="2066912" y="6083"/>
                  </a:lnTo>
                  <a:lnTo>
                    <a:pt x="2067382" y="7200"/>
                  </a:lnTo>
                  <a:lnTo>
                    <a:pt x="2069249" y="9067"/>
                  </a:lnTo>
                  <a:lnTo>
                    <a:pt x="2070366" y="9525"/>
                  </a:lnTo>
                  <a:lnTo>
                    <a:pt x="2072995" y="9525"/>
                  </a:lnTo>
                  <a:lnTo>
                    <a:pt x="2074113" y="9067"/>
                  </a:lnTo>
                  <a:lnTo>
                    <a:pt x="2075980" y="7200"/>
                  </a:lnTo>
                  <a:lnTo>
                    <a:pt x="2076437" y="6083"/>
                  </a:lnTo>
                  <a:lnTo>
                    <a:pt x="2076437" y="3454"/>
                  </a:lnTo>
                  <a:close/>
                </a:path>
                <a:path w="5695950" h="1792604">
                  <a:moveTo>
                    <a:pt x="2124062" y="1786534"/>
                  </a:moveTo>
                  <a:lnTo>
                    <a:pt x="2123605" y="1785416"/>
                  </a:lnTo>
                  <a:lnTo>
                    <a:pt x="2121738" y="1783549"/>
                  </a:lnTo>
                  <a:lnTo>
                    <a:pt x="2120620" y="1783080"/>
                  </a:lnTo>
                  <a:lnTo>
                    <a:pt x="2117991" y="1783080"/>
                  </a:lnTo>
                  <a:lnTo>
                    <a:pt x="2116874" y="1783549"/>
                  </a:lnTo>
                  <a:lnTo>
                    <a:pt x="2115007" y="1785416"/>
                  </a:lnTo>
                  <a:lnTo>
                    <a:pt x="2114537" y="1786534"/>
                  </a:lnTo>
                  <a:lnTo>
                    <a:pt x="2114537" y="1789163"/>
                  </a:lnTo>
                  <a:lnTo>
                    <a:pt x="2115007" y="1790280"/>
                  </a:lnTo>
                  <a:lnTo>
                    <a:pt x="2116874" y="1792147"/>
                  </a:lnTo>
                  <a:lnTo>
                    <a:pt x="2117991" y="1792605"/>
                  </a:lnTo>
                  <a:lnTo>
                    <a:pt x="2120620" y="1792605"/>
                  </a:lnTo>
                  <a:lnTo>
                    <a:pt x="2121738" y="1792147"/>
                  </a:lnTo>
                  <a:lnTo>
                    <a:pt x="2123605" y="1790280"/>
                  </a:lnTo>
                  <a:lnTo>
                    <a:pt x="2124062" y="1789163"/>
                  </a:lnTo>
                  <a:lnTo>
                    <a:pt x="2124062" y="1786534"/>
                  </a:lnTo>
                  <a:close/>
                </a:path>
                <a:path w="5695950" h="1792604">
                  <a:moveTo>
                    <a:pt x="2124062" y="894994"/>
                  </a:moveTo>
                  <a:lnTo>
                    <a:pt x="2123605" y="893876"/>
                  </a:lnTo>
                  <a:lnTo>
                    <a:pt x="2121738" y="892009"/>
                  </a:lnTo>
                  <a:lnTo>
                    <a:pt x="2120620" y="891540"/>
                  </a:lnTo>
                  <a:lnTo>
                    <a:pt x="2117991" y="891540"/>
                  </a:lnTo>
                  <a:lnTo>
                    <a:pt x="2116874" y="892009"/>
                  </a:lnTo>
                  <a:lnTo>
                    <a:pt x="2115007" y="893876"/>
                  </a:lnTo>
                  <a:lnTo>
                    <a:pt x="2114537" y="894994"/>
                  </a:lnTo>
                  <a:lnTo>
                    <a:pt x="2114537" y="897623"/>
                  </a:lnTo>
                  <a:lnTo>
                    <a:pt x="2115007" y="898740"/>
                  </a:lnTo>
                  <a:lnTo>
                    <a:pt x="2116874" y="900607"/>
                  </a:lnTo>
                  <a:lnTo>
                    <a:pt x="2117991" y="901065"/>
                  </a:lnTo>
                  <a:lnTo>
                    <a:pt x="2120620" y="901065"/>
                  </a:lnTo>
                  <a:lnTo>
                    <a:pt x="2121738" y="900607"/>
                  </a:lnTo>
                  <a:lnTo>
                    <a:pt x="2123605" y="898740"/>
                  </a:lnTo>
                  <a:lnTo>
                    <a:pt x="2124062" y="897623"/>
                  </a:lnTo>
                  <a:lnTo>
                    <a:pt x="2124062" y="894994"/>
                  </a:lnTo>
                  <a:close/>
                </a:path>
                <a:path w="5695950" h="1792604">
                  <a:moveTo>
                    <a:pt x="2124062" y="3454"/>
                  </a:moveTo>
                  <a:lnTo>
                    <a:pt x="2123605" y="2336"/>
                  </a:lnTo>
                  <a:lnTo>
                    <a:pt x="2121738" y="469"/>
                  </a:lnTo>
                  <a:lnTo>
                    <a:pt x="2120620" y="0"/>
                  </a:lnTo>
                  <a:lnTo>
                    <a:pt x="2117991" y="0"/>
                  </a:lnTo>
                  <a:lnTo>
                    <a:pt x="2116874" y="469"/>
                  </a:lnTo>
                  <a:lnTo>
                    <a:pt x="2115007" y="2336"/>
                  </a:lnTo>
                  <a:lnTo>
                    <a:pt x="2114537" y="3454"/>
                  </a:lnTo>
                  <a:lnTo>
                    <a:pt x="2114537" y="6083"/>
                  </a:lnTo>
                  <a:lnTo>
                    <a:pt x="2115007" y="7200"/>
                  </a:lnTo>
                  <a:lnTo>
                    <a:pt x="2116874" y="9067"/>
                  </a:lnTo>
                  <a:lnTo>
                    <a:pt x="2117991" y="9525"/>
                  </a:lnTo>
                  <a:lnTo>
                    <a:pt x="2120620" y="9525"/>
                  </a:lnTo>
                  <a:lnTo>
                    <a:pt x="2121738" y="9067"/>
                  </a:lnTo>
                  <a:lnTo>
                    <a:pt x="2123605" y="7200"/>
                  </a:lnTo>
                  <a:lnTo>
                    <a:pt x="2124062" y="6083"/>
                  </a:lnTo>
                  <a:lnTo>
                    <a:pt x="2124062" y="3454"/>
                  </a:lnTo>
                  <a:close/>
                </a:path>
                <a:path w="5695950" h="1792604">
                  <a:moveTo>
                    <a:pt x="2171687" y="1786534"/>
                  </a:moveTo>
                  <a:lnTo>
                    <a:pt x="2171230" y="1785416"/>
                  </a:lnTo>
                  <a:lnTo>
                    <a:pt x="2169363" y="1783549"/>
                  </a:lnTo>
                  <a:lnTo>
                    <a:pt x="2168245" y="1783080"/>
                  </a:lnTo>
                  <a:lnTo>
                    <a:pt x="2165616" y="1783080"/>
                  </a:lnTo>
                  <a:lnTo>
                    <a:pt x="2164499" y="1783549"/>
                  </a:lnTo>
                  <a:lnTo>
                    <a:pt x="2162632" y="1785416"/>
                  </a:lnTo>
                  <a:lnTo>
                    <a:pt x="2162162" y="1786534"/>
                  </a:lnTo>
                  <a:lnTo>
                    <a:pt x="2162162" y="1789163"/>
                  </a:lnTo>
                  <a:lnTo>
                    <a:pt x="2162632" y="1790280"/>
                  </a:lnTo>
                  <a:lnTo>
                    <a:pt x="2164499" y="1792147"/>
                  </a:lnTo>
                  <a:lnTo>
                    <a:pt x="2165616" y="1792605"/>
                  </a:lnTo>
                  <a:lnTo>
                    <a:pt x="2168245" y="1792605"/>
                  </a:lnTo>
                  <a:lnTo>
                    <a:pt x="2169363" y="1792147"/>
                  </a:lnTo>
                  <a:lnTo>
                    <a:pt x="2171230" y="1790280"/>
                  </a:lnTo>
                  <a:lnTo>
                    <a:pt x="2171687" y="1789163"/>
                  </a:lnTo>
                  <a:lnTo>
                    <a:pt x="2171687" y="1786534"/>
                  </a:lnTo>
                  <a:close/>
                </a:path>
                <a:path w="5695950" h="1792604">
                  <a:moveTo>
                    <a:pt x="2171687" y="894994"/>
                  </a:moveTo>
                  <a:lnTo>
                    <a:pt x="2171230" y="893876"/>
                  </a:lnTo>
                  <a:lnTo>
                    <a:pt x="2169363" y="892009"/>
                  </a:lnTo>
                  <a:lnTo>
                    <a:pt x="2168245" y="891540"/>
                  </a:lnTo>
                  <a:lnTo>
                    <a:pt x="2165616" y="891540"/>
                  </a:lnTo>
                  <a:lnTo>
                    <a:pt x="2164499" y="892009"/>
                  </a:lnTo>
                  <a:lnTo>
                    <a:pt x="2162632" y="893876"/>
                  </a:lnTo>
                  <a:lnTo>
                    <a:pt x="2162162" y="894994"/>
                  </a:lnTo>
                  <a:lnTo>
                    <a:pt x="2162162" y="897623"/>
                  </a:lnTo>
                  <a:lnTo>
                    <a:pt x="2162632" y="898740"/>
                  </a:lnTo>
                  <a:lnTo>
                    <a:pt x="2164499" y="900607"/>
                  </a:lnTo>
                  <a:lnTo>
                    <a:pt x="2165616" y="901065"/>
                  </a:lnTo>
                  <a:lnTo>
                    <a:pt x="2168245" y="901065"/>
                  </a:lnTo>
                  <a:lnTo>
                    <a:pt x="2169363" y="900607"/>
                  </a:lnTo>
                  <a:lnTo>
                    <a:pt x="2171230" y="898740"/>
                  </a:lnTo>
                  <a:lnTo>
                    <a:pt x="2171687" y="897623"/>
                  </a:lnTo>
                  <a:lnTo>
                    <a:pt x="2171687" y="894994"/>
                  </a:lnTo>
                  <a:close/>
                </a:path>
                <a:path w="5695950" h="1792604">
                  <a:moveTo>
                    <a:pt x="2171687" y="3454"/>
                  </a:moveTo>
                  <a:lnTo>
                    <a:pt x="2171230" y="2336"/>
                  </a:lnTo>
                  <a:lnTo>
                    <a:pt x="2169363" y="469"/>
                  </a:lnTo>
                  <a:lnTo>
                    <a:pt x="2168245" y="0"/>
                  </a:lnTo>
                  <a:lnTo>
                    <a:pt x="2165616" y="0"/>
                  </a:lnTo>
                  <a:lnTo>
                    <a:pt x="2164499" y="469"/>
                  </a:lnTo>
                  <a:lnTo>
                    <a:pt x="2162632" y="2336"/>
                  </a:lnTo>
                  <a:lnTo>
                    <a:pt x="2162162" y="3454"/>
                  </a:lnTo>
                  <a:lnTo>
                    <a:pt x="2162162" y="6083"/>
                  </a:lnTo>
                  <a:lnTo>
                    <a:pt x="2162632" y="7200"/>
                  </a:lnTo>
                  <a:lnTo>
                    <a:pt x="2164499" y="9067"/>
                  </a:lnTo>
                  <a:lnTo>
                    <a:pt x="2165616" y="9525"/>
                  </a:lnTo>
                  <a:lnTo>
                    <a:pt x="2168245" y="9525"/>
                  </a:lnTo>
                  <a:lnTo>
                    <a:pt x="2169363" y="9067"/>
                  </a:lnTo>
                  <a:lnTo>
                    <a:pt x="2171230" y="7200"/>
                  </a:lnTo>
                  <a:lnTo>
                    <a:pt x="2171687" y="6083"/>
                  </a:lnTo>
                  <a:lnTo>
                    <a:pt x="2171687" y="3454"/>
                  </a:lnTo>
                  <a:close/>
                </a:path>
                <a:path w="5695950" h="1792604">
                  <a:moveTo>
                    <a:pt x="2219312" y="1786534"/>
                  </a:moveTo>
                  <a:lnTo>
                    <a:pt x="2218855" y="1785416"/>
                  </a:lnTo>
                  <a:lnTo>
                    <a:pt x="2216988" y="1783549"/>
                  </a:lnTo>
                  <a:lnTo>
                    <a:pt x="2215870" y="1783080"/>
                  </a:lnTo>
                  <a:lnTo>
                    <a:pt x="2213241" y="1783080"/>
                  </a:lnTo>
                  <a:lnTo>
                    <a:pt x="2212124" y="1783549"/>
                  </a:lnTo>
                  <a:lnTo>
                    <a:pt x="2210257" y="1785416"/>
                  </a:lnTo>
                  <a:lnTo>
                    <a:pt x="2209787" y="1786534"/>
                  </a:lnTo>
                  <a:lnTo>
                    <a:pt x="2209787" y="1789163"/>
                  </a:lnTo>
                  <a:lnTo>
                    <a:pt x="2210257" y="1790280"/>
                  </a:lnTo>
                  <a:lnTo>
                    <a:pt x="2212124" y="1792147"/>
                  </a:lnTo>
                  <a:lnTo>
                    <a:pt x="2213241" y="1792605"/>
                  </a:lnTo>
                  <a:lnTo>
                    <a:pt x="2215870" y="1792605"/>
                  </a:lnTo>
                  <a:lnTo>
                    <a:pt x="2216988" y="1792147"/>
                  </a:lnTo>
                  <a:lnTo>
                    <a:pt x="2218855" y="1790280"/>
                  </a:lnTo>
                  <a:lnTo>
                    <a:pt x="2219312" y="1789163"/>
                  </a:lnTo>
                  <a:lnTo>
                    <a:pt x="2219312" y="1786534"/>
                  </a:lnTo>
                  <a:close/>
                </a:path>
                <a:path w="5695950" h="1792604">
                  <a:moveTo>
                    <a:pt x="2219312" y="894994"/>
                  </a:moveTo>
                  <a:lnTo>
                    <a:pt x="2218855" y="893876"/>
                  </a:lnTo>
                  <a:lnTo>
                    <a:pt x="2216988" y="892009"/>
                  </a:lnTo>
                  <a:lnTo>
                    <a:pt x="2215870" y="891540"/>
                  </a:lnTo>
                  <a:lnTo>
                    <a:pt x="2213241" y="891540"/>
                  </a:lnTo>
                  <a:lnTo>
                    <a:pt x="2212124" y="892009"/>
                  </a:lnTo>
                  <a:lnTo>
                    <a:pt x="2210257" y="893876"/>
                  </a:lnTo>
                  <a:lnTo>
                    <a:pt x="2209787" y="894994"/>
                  </a:lnTo>
                  <a:lnTo>
                    <a:pt x="2209787" y="897623"/>
                  </a:lnTo>
                  <a:lnTo>
                    <a:pt x="2210257" y="898740"/>
                  </a:lnTo>
                  <a:lnTo>
                    <a:pt x="2212124" y="900607"/>
                  </a:lnTo>
                  <a:lnTo>
                    <a:pt x="2213241" y="901065"/>
                  </a:lnTo>
                  <a:lnTo>
                    <a:pt x="2215870" y="901065"/>
                  </a:lnTo>
                  <a:lnTo>
                    <a:pt x="2216988" y="900607"/>
                  </a:lnTo>
                  <a:lnTo>
                    <a:pt x="2218855" y="898740"/>
                  </a:lnTo>
                  <a:lnTo>
                    <a:pt x="2219312" y="897623"/>
                  </a:lnTo>
                  <a:lnTo>
                    <a:pt x="2219312" y="894994"/>
                  </a:lnTo>
                  <a:close/>
                </a:path>
                <a:path w="5695950" h="1792604">
                  <a:moveTo>
                    <a:pt x="2219312" y="3454"/>
                  </a:moveTo>
                  <a:lnTo>
                    <a:pt x="2218855" y="2336"/>
                  </a:lnTo>
                  <a:lnTo>
                    <a:pt x="2216988" y="469"/>
                  </a:lnTo>
                  <a:lnTo>
                    <a:pt x="2215870" y="0"/>
                  </a:lnTo>
                  <a:lnTo>
                    <a:pt x="2213241" y="0"/>
                  </a:lnTo>
                  <a:lnTo>
                    <a:pt x="2212124" y="469"/>
                  </a:lnTo>
                  <a:lnTo>
                    <a:pt x="2210257" y="2336"/>
                  </a:lnTo>
                  <a:lnTo>
                    <a:pt x="2209787" y="3454"/>
                  </a:lnTo>
                  <a:lnTo>
                    <a:pt x="2209787" y="6083"/>
                  </a:lnTo>
                  <a:lnTo>
                    <a:pt x="2210257" y="7200"/>
                  </a:lnTo>
                  <a:lnTo>
                    <a:pt x="2212124" y="9067"/>
                  </a:lnTo>
                  <a:lnTo>
                    <a:pt x="2213241" y="9525"/>
                  </a:lnTo>
                  <a:lnTo>
                    <a:pt x="2215870" y="9525"/>
                  </a:lnTo>
                  <a:lnTo>
                    <a:pt x="2216988" y="9067"/>
                  </a:lnTo>
                  <a:lnTo>
                    <a:pt x="2218855" y="7200"/>
                  </a:lnTo>
                  <a:lnTo>
                    <a:pt x="2219312" y="6083"/>
                  </a:lnTo>
                  <a:lnTo>
                    <a:pt x="2219312" y="3454"/>
                  </a:lnTo>
                  <a:close/>
                </a:path>
                <a:path w="5695950" h="1792604">
                  <a:moveTo>
                    <a:pt x="2266937" y="1786534"/>
                  </a:moveTo>
                  <a:lnTo>
                    <a:pt x="2266480" y="1785416"/>
                  </a:lnTo>
                  <a:lnTo>
                    <a:pt x="2264613" y="1783549"/>
                  </a:lnTo>
                  <a:lnTo>
                    <a:pt x="2263495" y="1783080"/>
                  </a:lnTo>
                  <a:lnTo>
                    <a:pt x="2260866" y="1783080"/>
                  </a:lnTo>
                  <a:lnTo>
                    <a:pt x="2259749" y="1783549"/>
                  </a:lnTo>
                  <a:lnTo>
                    <a:pt x="2257882" y="1785416"/>
                  </a:lnTo>
                  <a:lnTo>
                    <a:pt x="2257412" y="1786534"/>
                  </a:lnTo>
                  <a:lnTo>
                    <a:pt x="2257412" y="1789163"/>
                  </a:lnTo>
                  <a:lnTo>
                    <a:pt x="2257882" y="1790280"/>
                  </a:lnTo>
                  <a:lnTo>
                    <a:pt x="2259749" y="1792147"/>
                  </a:lnTo>
                  <a:lnTo>
                    <a:pt x="2260866" y="1792605"/>
                  </a:lnTo>
                  <a:lnTo>
                    <a:pt x="2263495" y="1792605"/>
                  </a:lnTo>
                  <a:lnTo>
                    <a:pt x="2264613" y="1792147"/>
                  </a:lnTo>
                  <a:lnTo>
                    <a:pt x="2266480" y="1790280"/>
                  </a:lnTo>
                  <a:lnTo>
                    <a:pt x="2266937" y="1789163"/>
                  </a:lnTo>
                  <a:lnTo>
                    <a:pt x="2266937" y="1786534"/>
                  </a:lnTo>
                  <a:close/>
                </a:path>
                <a:path w="5695950" h="1792604">
                  <a:moveTo>
                    <a:pt x="2266937" y="894994"/>
                  </a:moveTo>
                  <a:lnTo>
                    <a:pt x="2266480" y="893876"/>
                  </a:lnTo>
                  <a:lnTo>
                    <a:pt x="2264613" y="892009"/>
                  </a:lnTo>
                  <a:lnTo>
                    <a:pt x="2263495" y="891540"/>
                  </a:lnTo>
                  <a:lnTo>
                    <a:pt x="2260866" y="891540"/>
                  </a:lnTo>
                  <a:lnTo>
                    <a:pt x="2259749" y="892009"/>
                  </a:lnTo>
                  <a:lnTo>
                    <a:pt x="2257882" y="893876"/>
                  </a:lnTo>
                  <a:lnTo>
                    <a:pt x="2257412" y="894994"/>
                  </a:lnTo>
                  <a:lnTo>
                    <a:pt x="2257412" y="897623"/>
                  </a:lnTo>
                  <a:lnTo>
                    <a:pt x="2257882" y="898740"/>
                  </a:lnTo>
                  <a:lnTo>
                    <a:pt x="2259749" y="900607"/>
                  </a:lnTo>
                  <a:lnTo>
                    <a:pt x="2260866" y="901065"/>
                  </a:lnTo>
                  <a:lnTo>
                    <a:pt x="2263495" y="901065"/>
                  </a:lnTo>
                  <a:lnTo>
                    <a:pt x="2264613" y="900607"/>
                  </a:lnTo>
                  <a:lnTo>
                    <a:pt x="2266480" y="898740"/>
                  </a:lnTo>
                  <a:lnTo>
                    <a:pt x="2266937" y="897623"/>
                  </a:lnTo>
                  <a:lnTo>
                    <a:pt x="2266937" y="894994"/>
                  </a:lnTo>
                  <a:close/>
                </a:path>
                <a:path w="5695950" h="1792604">
                  <a:moveTo>
                    <a:pt x="2266937" y="3454"/>
                  </a:moveTo>
                  <a:lnTo>
                    <a:pt x="2266480" y="2336"/>
                  </a:lnTo>
                  <a:lnTo>
                    <a:pt x="2264613" y="469"/>
                  </a:lnTo>
                  <a:lnTo>
                    <a:pt x="2263495" y="0"/>
                  </a:lnTo>
                  <a:lnTo>
                    <a:pt x="2260866" y="0"/>
                  </a:lnTo>
                  <a:lnTo>
                    <a:pt x="2259749" y="469"/>
                  </a:lnTo>
                  <a:lnTo>
                    <a:pt x="2257882" y="2336"/>
                  </a:lnTo>
                  <a:lnTo>
                    <a:pt x="2257412" y="3454"/>
                  </a:lnTo>
                  <a:lnTo>
                    <a:pt x="2257412" y="6083"/>
                  </a:lnTo>
                  <a:lnTo>
                    <a:pt x="2257882" y="7200"/>
                  </a:lnTo>
                  <a:lnTo>
                    <a:pt x="2259749" y="9067"/>
                  </a:lnTo>
                  <a:lnTo>
                    <a:pt x="2260866" y="9525"/>
                  </a:lnTo>
                  <a:lnTo>
                    <a:pt x="2263495" y="9525"/>
                  </a:lnTo>
                  <a:lnTo>
                    <a:pt x="2264613" y="9067"/>
                  </a:lnTo>
                  <a:lnTo>
                    <a:pt x="2266480" y="7200"/>
                  </a:lnTo>
                  <a:lnTo>
                    <a:pt x="2266937" y="6083"/>
                  </a:lnTo>
                  <a:lnTo>
                    <a:pt x="2266937" y="3454"/>
                  </a:lnTo>
                  <a:close/>
                </a:path>
                <a:path w="5695950" h="1792604">
                  <a:moveTo>
                    <a:pt x="2314562" y="1786534"/>
                  </a:moveTo>
                  <a:lnTo>
                    <a:pt x="2314105" y="1785416"/>
                  </a:lnTo>
                  <a:lnTo>
                    <a:pt x="2312238" y="1783549"/>
                  </a:lnTo>
                  <a:lnTo>
                    <a:pt x="2311120" y="1783080"/>
                  </a:lnTo>
                  <a:lnTo>
                    <a:pt x="2308491" y="1783080"/>
                  </a:lnTo>
                  <a:lnTo>
                    <a:pt x="2307374" y="1783549"/>
                  </a:lnTo>
                  <a:lnTo>
                    <a:pt x="2305507" y="1785416"/>
                  </a:lnTo>
                  <a:lnTo>
                    <a:pt x="2305037" y="1786534"/>
                  </a:lnTo>
                  <a:lnTo>
                    <a:pt x="2305037" y="1789163"/>
                  </a:lnTo>
                  <a:lnTo>
                    <a:pt x="2305507" y="1790280"/>
                  </a:lnTo>
                  <a:lnTo>
                    <a:pt x="2307374" y="1792147"/>
                  </a:lnTo>
                  <a:lnTo>
                    <a:pt x="2308491" y="1792605"/>
                  </a:lnTo>
                  <a:lnTo>
                    <a:pt x="2311120" y="1792605"/>
                  </a:lnTo>
                  <a:lnTo>
                    <a:pt x="2312238" y="1792147"/>
                  </a:lnTo>
                  <a:lnTo>
                    <a:pt x="2314105" y="1790280"/>
                  </a:lnTo>
                  <a:lnTo>
                    <a:pt x="2314562" y="1789163"/>
                  </a:lnTo>
                  <a:lnTo>
                    <a:pt x="2314562" y="1786534"/>
                  </a:lnTo>
                  <a:close/>
                </a:path>
                <a:path w="5695950" h="1792604">
                  <a:moveTo>
                    <a:pt x="2314562" y="894994"/>
                  </a:moveTo>
                  <a:lnTo>
                    <a:pt x="2314105" y="893876"/>
                  </a:lnTo>
                  <a:lnTo>
                    <a:pt x="2312238" y="892009"/>
                  </a:lnTo>
                  <a:lnTo>
                    <a:pt x="2311120" y="891540"/>
                  </a:lnTo>
                  <a:lnTo>
                    <a:pt x="2308491" y="891540"/>
                  </a:lnTo>
                  <a:lnTo>
                    <a:pt x="2307374" y="892009"/>
                  </a:lnTo>
                  <a:lnTo>
                    <a:pt x="2305507" y="893876"/>
                  </a:lnTo>
                  <a:lnTo>
                    <a:pt x="2305037" y="894994"/>
                  </a:lnTo>
                  <a:lnTo>
                    <a:pt x="2305037" y="897623"/>
                  </a:lnTo>
                  <a:lnTo>
                    <a:pt x="2305507" y="898740"/>
                  </a:lnTo>
                  <a:lnTo>
                    <a:pt x="2307374" y="900607"/>
                  </a:lnTo>
                  <a:lnTo>
                    <a:pt x="2308491" y="901065"/>
                  </a:lnTo>
                  <a:lnTo>
                    <a:pt x="2311120" y="901065"/>
                  </a:lnTo>
                  <a:lnTo>
                    <a:pt x="2312238" y="900607"/>
                  </a:lnTo>
                  <a:lnTo>
                    <a:pt x="2314105" y="898740"/>
                  </a:lnTo>
                  <a:lnTo>
                    <a:pt x="2314562" y="897623"/>
                  </a:lnTo>
                  <a:lnTo>
                    <a:pt x="2314562" y="894994"/>
                  </a:lnTo>
                  <a:close/>
                </a:path>
                <a:path w="5695950" h="1792604">
                  <a:moveTo>
                    <a:pt x="2314562" y="3454"/>
                  </a:moveTo>
                  <a:lnTo>
                    <a:pt x="2314105" y="2336"/>
                  </a:lnTo>
                  <a:lnTo>
                    <a:pt x="2312238" y="469"/>
                  </a:lnTo>
                  <a:lnTo>
                    <a:pt x="2311120" y="0"/>
                  </a:lnTo>
                  <a:lnTo>
                    <a:pt x="2308491" y="0"/>
                  </a:lnTo>
                  <a:lnTo>
                    <a:pt x="2307374" y="469"/>
                  </a:lnTo>
                  <a:lnTo>
                    <a:pt x="2305507" y="2336"/>
                  </a:lnTo>
                  <a:lnTo>
                    <a:pt x="2305037" y="3454"/>
                  </a:lnTo>
                  <a:lnTo>
                    <a:pt x="2305037" y="6083"/>
                  </a:lnTo>
                  <a:lnTo>
                    <a:pt x="2305507" y="7200"/>
                  </a:lnTo>
                  <a:lnTo>
                    <a:pt x="2307374" y="9067"/>
                  </a:lnTo>
                  <a:lnTo>
                    <a:pt x="2308491" y="9525"/>
                  </a:lnTo>
                  <a:lnTo>
                    <a:pt x="2311120" y="9525"/>
                  </a:lnTo>
                  <a:lnTo>
                    <a:pt x="2312238" y="9067"/>
                  </a:lnTo>
                  <a:lnTo>
                    <a:pt x="2314105" y="7200"/>
                  </a:lnTo>
                  <a:lnTo>
                    <a:pt x="2314562" y="6083"/>
                  </a:lnTo>
                  <a:lnTo>
                    <a:pt x="2314562" y="3454"/>
                  </a:lnTo>
                  <a:close/>
                </a:path>
                <a:path w="5695950" h="1792604">
                  <a:moveTo>
                    <a:pt x="2362187" y="1786534"/>
                  </a:moveTo>
                  <a:lnTo>
                    <a:pt x="2361730" y="1785416"/>
                  </a:lnTo>
                  <a:lnTo>
                    <a:pt x="2359863" y="1783549"/>
                  </a:lnTo>
                  <a:lnTo>
                    <a:pt x="2358745" y="1783080"/>
                  </a:lnTo>
                  <a:lnTo>
                    <a:pt x="2356116" y="1783080"/>
                  </a:lnTo>
                  <a:lnTo>
                    <a:pt x="2354999" y="1783549"/>
                  </a:lnTo>
                  <a:lnTo>
                    <a:pt x="2353132" y="1785416"/>
                  </a:lnTo>
                  <a:lnTo>
                    <a:pt x="2352662" y="1786534"/>
                  </a:lnTo>
                  <a:lnTo>
                    <a:pt x="2352662" y="1789163"/>
                  </a:lnTo>
                  <a:lnTo>
                    <a:pt x="2353132" y="1790280"/>
                  </a:lnTo>
                  <a:lnTo>
                    <a:pt x="2354999" y="1792147"/>
                  </a:lnTo>
                  <a:lnTo>
                    <a:pt x="2356116" y="1792605"/>
                  </a:lnTo>
                  <a:lnTo>
                    <a:pt x="2358745" y="1792605"/>
                  </a:lnTo>
                  <a:lnTo>
                    <a:pt x="2359863" y="1792147"/>
                  </a:lnTo>
                  <a:lnTo>
                    <a:pt x="2361730" y="1790280"/>
                  </a:lnTo>
                  <a:lnTo>
                    <a:pt x="2362187" y="1789163"/>
                  </a:lnTo>
                  <a:lnTo>
                    <a:pt x="2362187" y="1786534"/>
                  </a:lnTo>
                  <a:close/>
                </a:path>
                <a:path w="5695950" h="1792604">
                  <a:moveTo>
                    <a:pt x="2362187" y="894994"/>
                  </a:moveTo>
                  <a:lnTo>
                    <a:pt x="2361730" y="893876"/>
                  </a:lnTo>
                  <a:lnTo>
                    <a:pt x="2359863" y="892009"/>
                  </a:lnTo>
                  <a:lnTo>
                    <a:pt x="2358745" y="891540"/>
                  </a:lnTo>
                  <a:lnTo>
                    <a:pt x="2356116" y="891540"/>
                  </a:lnTo>
                  <a:lnTo>
                    <a:pt x="2354999" y="892009"/>
                  </a:lnTo>
                  <a:lnTo>
                    <a:pt x="2353132" y="893876"/>
                  </a:lnTo>
                  <a:lnTo>
                    <a:pt x="2352662" y="894994"/>
                  </a:lnTo>
                  <a:lnTo>
                    <a:pt x="2352662" y="897623"/>
                  </a:lnTo>
                  <a:lnTo>
                    <a:pt x="2353132" y="898740"/>
                  </a:lnTo>
                  <a:lnTo>
                    <a:pt x="2354999" y="900607"/>
                  </a:lnTo>
                  <a:lnTo>
                    <a:pt x="2356116" y="901065"/>
                  </a:lnTo>
                  <a:lnTo>
                    <a:pt x="2358745" y="901065"/>
                  </a:lnTo>
                  <a:lnTo>
                    <a:pt x="2359863" y="900607"/>
                  </a:lnTo>
                  <a:lnTo>
                    <a:pt x="2361730" y="898740"/>
                  </a:lnTo>
                  <a:lnTo>
                    <a:pt x="2362187" y="897623"/>
                  </a:lnTo>
                  <a:lnTo>
                    <a:pt x="2362187" y="894994"/>
                  </a:lnTo>
                  <a:close/>
                </a:path>
                <a:path w="5695950" h="1792604">
                  <a:moveTo>
                    <a:pt x="2362187" y="3454"/>
                  </a:moveTo>
                  <a:lnTo>
                    <a:pt x="2361730" y="2336"/>
                  </a:lnTo>
                  <a:lnTo>
                    <a:pt x="2359863" y="469"/>
                  </a:lnTo>
                  <a:lnTo>
                    <a:pt x="2358745" y="0"/>
                  </a:lnTo>
                  <a:lnTo>
                    <a:pt x="2356116" y="0"/>
                  </a:lnTo>
                  <a:lnTo>
                    <a:pt x="2354999" y="469"/>
                  </a:lnTo>
                  <a:lnTo>
                    <a:pt x="2353132" y="2336"/>
                  </a:lnTo>
                  <a:lnTo>
                    <a:pt x="2352662" y="3454"/>
                  </a:lnTo>
                  <a:lnTo>
                    <a:pt x="2352662" y="6083"/>
                  </a:lnTo>
                  <a:lnTo>
                    <a:pt x="2353132" y="7200"/>
                  </a:lnTo>
                  <a:lnTo>
                    <a:pt x="2354999" y="9067"/>
                  </a:lnTo>
                  <a:lnTo>
                    <a:pt x="2356116" y="9525"/>
                  </a:lnTo>
                  <a:lnTo>
                    <a:pt x="2358745" y="9525"/>
                  </a:lnTo>
                  <a:lnTo>
                    <a:pt x="2359863" y="9067"/>
                  </a:lnTo>
                  <a:lnTo>
                    <a:pt x="2361730" y="7200"/>
                  </a:lnTo>
                  <a:lnTo>
                    <a:pt x="2362187" y="6083"/>
                  </a:lnTo>
                  <a:lnTo>
                    <a:pt x="2362187" y="3454"/>
                  </a:lnTo>
                  <a:close/>
                </a:path>
                <a:path w="5695950" h="1792604">
                  <a:moveTo>
                    <a:pt x="2409812" y="1786534"/>
                  </a:moveTo>
                  <a:lnTo>
                    <a:pt x="2409355" y="1785416"/>
                  </a:lnTo>
                  <a:lnTo>
                    <a:pt x="2407488" y="1783549"/>
                  </a:lnTo>
                  <a:lnTo>
                    <a:pt x="2406370" y="1783080"/>
                  </a:lnTo>
                  <a:lnTo>
                    <a:pt x="2403741" y="1783080"/>
                  </a:lnTo>
                  <a:lnTo>
                    <a:pt x="2402624" y="1783549"/>
                  </a:lnTo>
                  <a:lnTo>
                    <a:pt x="2400757" y="1785416"/>
                  </a:lnTo>
                  <a:lnTo>
                    <a:pt x="2400287" y="1786534"/>
                  </a:lnTo>
                  <a:lnTo>
                    <a:pt x="2400287" y="1789163"/>
                  </a:lnTo>
                  <a:lnTo>
                    <a:pt x="2400757" y="1790280"/>
                  </a:lnTo>
                  <a:lnTo>
                    <a:pt x="2402624" y="1792147"/>
                  </a:lnTo>
                  <a:lnTo>
                    <a:pt x="2403741" y="1792605"/>
                  </a:lnTo>
                  <a:lnTo>
                    <a:pt x="2406370" y="1792605"/>
                  </a:lnTo>
                  <a:lnTo>
                    <a:pt x="2407488" y="1792147"/>
                  </a:lnTo>
                  <a:lnTo>
                    <a:pt x="2409355" y="1790280"/>
                  </a:lnTo>
                  <a:lnTo>
                    <a:pt x="2409812" y="1789163"/>
                  </a:lnTo>
                  <a:lnTo>
                    <a:pt x="2409812" y="1786534"/>
                  </a:lnTo>
                  <a:close/>
                </a:path>
                <a:path w="5695950" h="1792604">
                  <a:moveTo>
                    <a:pt x="2409812" y="894994"/>
                  </a:moveTo>
                  <a:lnTo>
                    <a:pt x="2409355" y="893876"/>
                  </a:lnTo>
                  <a:lnTo>
                    <a:pt x="2407488" y="892009"/>
                  </a:lnTo>
                  <a:lnTo>
                    <a:pt x="2406370" y="891540"/>
                  </a:lnTo>
                  <a:lnTo>
                    <a:pt x="2403741" y="891540"/>
                  </a:lnTo>
                  <a:lnTo>
                    <a:pt x="2402624" y="892009"/>
                  </a:lnTo>
                  <a:lnTo>
                    <a:pt x="2400757" y="893876"/>
                  </a:lnTo>
                  <a:lnTo>
                    <a:pt x="2400287" y="894994"/>
                  </a:lnTo>
                  <a:lnTo>
                    <a:pt x="2400287" y="897623"/>
                  </a:lnTo>
                  <a:lnTo>
                    <a:pt x="2400757" y="898740"/>
                  </a:lnTo>
                  <a:lnTo>
                    <a:pt x="2402624" y="900607"/>
                  </a:lnTo>
                  <a:lnTo>
                    <a:pt x="2403741" y="901065"/>
                  </a:lnTo>
                  <a:lnTo>
                    <a:pt x="2406370" y="901065"/>
                  </a:lnTo>
                  <a:lnTo>
                    <a:pt x="2407488" y="900607"/>
                  </a:lnTo>
                  <a:lnTo>
                    <a:pt x="2409355" y="898740"/>
                  </a:lnTo>
                  <a:lnTo>
                    <a:pt x="2409812" y="897623"/>
                  </a:lnTo>
                  <a:lnTo>
                    <a:pt x="2409812" y="894994"/>
                  </a:lnTo>
                  <a:close/>
                </a:path>
                <a:path w="5695950" h="1792604">
                  <a:moveTo>
                    <a:pt x="2409812" y="3454"/>
                  </a:moveTo>
                  <a:lnTo>
                    <a:pt x="2409355" y="2336"/>
                  </a:lnTo>
                  <a:lnTo>
                    <a:pt x="2407488" y="469"/>
                  </a:lnTo>
                  <a:lnTo>
                    <a:pt x="2406370" y="0"/>
                  </a:lnTo>
                  <a:lnTo>
                    <a:pt x="2403741" y="0"/>
                  </a:lnTo>
                  <a:lnTo>
                    <a:pt x="2402624" y="469"/>
                  </a:lnTo>
                  <a:lnTo>
                    <a:pt x="2400757" y="2336"/>
                  </a:lnTo>
                  <a:lnTo>
                    <a:pt x="2400287" y="3454"/>
                  </a:lnTo>
                  <a:lnTo>
                    <a:pt x="2400287" y="6083"/>
                  </a:lnTo>
                  <a:lnTo>
                    <a:pt x="2400757" y="7200"/>
                  </a:lnTo>
                  <a:lnTo>
                    <a:pt x="2402624" y="9067"/>
                  </a:lnTo>
                  <a:lnTo>
                    <a:pt x="2403741" y="9525"/>
                  </a:lnTo>
                  <a:lnTo>
                    <a:pt x="2406370" y="9525"/>
                  </a:lnTo>
                  <a:lnTo>
                    <a:pt x="2407488" y="9067"/>
                  </a:lnTo>
                  <a:lnTo>
                    <a:pt x="2409355" y="7200"/>
                  </a:lnTo>
                  <a:lnTo>
                    <a:pt x="2409812" y="6083"/>
                  </a:lnTo>
                  <a:lnTo>
                    <a:pt x="2409812" y="3454"/>
                  </a:lnTo>
                  <a:close/>
                </a:path>
                <a:path w="5695950" h="1792604">
                  <a:moveTo>
                    <a:pt x="2457437" y="1786534"/>
                  </a:moveTo>
                  <a:lnTo>
                    <a:pt x="2456980" y="1785416"/>
                  </a:lnTo>
                  <a:lnTo>
                    <a:pt x="2455113" y="1783549"/>
                  </a:lnTo>
                  <a:lnTo>
                    <a:pt x="2453995" y="1783080"/>
                  </a:lnTo>
                  <a:lnTo>
                    <a:pt x="2451366" y="1783080"/>
                  </a:lnTo>
                  <a:lnTo>
                    <a:pt x="2450249" y="1783549"/>
                  </a:lnTo>
                  <a:lnTo>
                    <a:pt x="2448382" y="1785416"/>
                  </a:lnTo>
                  <a:lnTo>
                    <a:pt x="2447912" y="1786534"/>
                  </a:lnTo>
                  <a:lnTo>
                    <a:pt x="2447912" y="1789163"/>
                  </a:lnTo>
                  <a:lnTo>
                    <a:pt x="2448382" y="1790280"/>
                  </a:lnTo>
                  <a:lnTo>
                    <a:pt x="2450249" y="1792147"/>
                  </a:lnTo>
                  <a:lnTo>
                    <a:pt x="2451366" y="1792605"/>
                  </a:lnTo>
                  <a:lnTo>
                    <a:pt x="2453995" y="1792605"/>
                  </a:lnTo>
                  <a:lnTo>
                    <a:pt x="2455113" y="1792147"/>
                  </a:lnTo>
                  <a:lnTo>
                    <a:pt x="2456980" y="1790280"/>
                  </a:lnTo>
                  <a:lnTo>
                    <a:pt x="2457437" y="1789163"/>
                  </a:lnTo>
                  <a:lnTo>
                    <a:pt x="2457437" y="1786534"/>
                  </a:lnTo>
                  <a:close/>
                </a:path>
                <a:path w="5695950" h="1792604">
                  <a:moveTo>
                    <a:pt x="2457437" y="894994"/>
                  </a:moveTo>
                  <a:lnTo>
                    <a:pt x="2456980" y="893876"/>
                  </a:lnTo>
                  <a:lnTo>
                    <a:pt x="2455113" y="892009"/>
                  </a:lnTo>
                  <a:lnTo>
                    <a:pt x="2453995" y="891540"/>
                  </a:lnTo>
                  <a:lnTo>
                    <a:pt x="2451366" y="891540"/>
                  </a:lnTo>
                  <a:lnTo>
                    <a:pt x="2450249" y="892009"/>
                  </a:lnTo>
                  <a:lnTo>
                    <a:pt x="2448382" y="893876"/>
                  </a:lnTo>
                  <a:lnTo>
                    <a:pt x="2447912" y="894994"/>
                  </a:lnTo>
                  <a:lnTo>
                    <a:pt x="2447912" y="897623"/>
                  </a:lnTo>
                  <a:lnTo>
                    <a:pt x="2448382" y="898740"/>
                  </a:lnTo>
                  <a:lnTo>
                    <a:pt x="2450249" y="900607"/>
                  </a:lnTo>
                  <a:lnTo>
                    <a:pt x="2451366" y="901065"/>
                  </a:lnTo>
                  <a:lnTo>
                    <a:pt x="2453995" y="901065"/>
                  </a:lnTo>
                  <a:lnTo>
                    <a:pt x="2455113" y="900607"/>
                  </a:lnTo>
                  <a:lnTo>
                    <a:pt x="2456980" y="898740"/>
                  </a:lnTo>
                  <a:lnTo>
                    <a:pt x="2457437" y="897623"/>
                  </a:lnTo>
                  <a:lnTo>
                    <a:pt x="2457437" y="894994"/>
                  </a:lnTo>
                  <a:close/>
                </a:path>
                <a:path w="5695950" h="1792604">
                  <a:moveTo>
                    <a:pt x="2457437" y="3454"/>
                  </a:moveTo>
                  <a:lnTo>
                    <a:pt x="2456980" y="2336"/>
                  </a:lnTo>
                  <a:lnTo>
                    <a:pt x="2455113" y="469"/>
                  </a:lnTo>
                  <a:lnTo>
                    <a:pt x="2453995" y="0"/>
                  </a:lnTo>
                  <a:lnTo>
                    <a:pt x="2451366" y="0"/>
                  </a:lnTo>
                  <a:lnTo>
                    <a:pt x="2450249" y="469"/>
                  </a:lnTo>
                  <a:lnTo>
                    <a:pt x="2448382" y="2336"/>
                  </a:lnTo>
                  <a:lnTo>
                    <a:pt x="2447912" y="3454"/>
                  </a:lnTo>
                  <a:lnTo>
                    <a:pt x="2447912" y="6083"/>
                  </a:lnTo>
                  <a:lnTo>
                    <a:pt x="2448382" y="7200"/>
                  </a:lnTo>
                  <a:lnTo>
                    <a:pt x="2450249" y="9067"/>
                  </a:lnTo>
                  <a:lnTo>
                    <a:pt x="2451366" y="9525"/>
                  </a:lnTo>
                  <a:lnTo>
                    <a:pt x="2453995" y="9525"/>
                  </a:lnTo>
                  <a:lnTo>
                    <a:pt x="2455113" y="9067"/>
                  </a:lnTo>
                  <a:lnTo>
                    <a:pt x="2456980" y="7200"/>
                  </a:lnTo>
                  <a:lnTo>
                    <a:pt x="2457437" y="6083"/>
                  </a:lnTo>
                  <a:lnTo>
                    <a:pt x="2457437" y="3454"/>
                  </a:lnTo>
                  <a:close/>
                </a:path>
                <a:path w="5695950" h="1792604">
                  <a:moveTo>
                    <a:pt x="2505062" y="1786534"/>
                  </a:moveTo>
                  <a:lnTo>
                    <a:pt x="2504605" y="1785416"/>
                  </a:lnTo>
                  <a:lnTo>
                    <a:pt x="2502738" y="1783549"/>
                  </a:lnTo>
                  <a:lnTo>
                    <a:pt x="2501620" y="1783080"/>
                  </a:lnTo>
                  <a:lnTo>
                    <a:pt x="2498991" y="1783080"/>
                  </a:lnTo>
                  <a:lnTo>
                    <a:pt x="2497874" y="1783549"/>
                  </a:lnTo>
                  <a:lnTo>
                    <a:pt x="2496007" y="1785416"/>
                  </a:lnTo>
                  <a:lnTo>
                    <a:pt x="2495537" y="1786534"/>
                  </a:lnTo>
                  <a:lnTo>
                    <a:pt x="2495537" y="1789163"/>
                  </a:lnTo>
                  <a:lnTo>
                    <a:pt x="2496007" y="1790280"/>
                  </a:lnTo>
                  <a:lnTo>
                    <a:pt x="2497874" y="1792147"/>
                  </a:lnTo>
                  <a:lnTo>
                    <a:pt x="2498991" y="1792605"/>
                  </a:lnTo>
                  <a:lnTo>
                    <a:pt x="2501620" y="1792605"/>
                  </a:lnTo>
                  <a:lnTo>
                    <a:pt x="2502738" y="1792147"/>
                  </a:lnTo>
                  <a:lnTo>
                    <a:pt x="2504605" y="1790280"/>
                  </a:lnTo>
                  <a:lnTo>
                    <a:pt x="2505062" y="1789163"/>
                  </a:lnTo>
                  <a:lnTo>
                    <a:pt x="2505062" y="1786534"/>
                  </a:lnTo>
                  <a:close/>
                </a:path>
                <a:path w="5695950" h="1792604">
                  <a:moveTo>
                    <a:pt x="2505062" y="894994"/>
                  </a:moveTo>
                  <a:lnTo>
                    <a:pt x="2504605" y="893876"/>
                  </a:lnTo>
                  <a:lnTo>
                    <a:pt x="2502738" y="892009"/>
                  </a:lnTo>
                  <a:lnTo>
                    <a:pt x="2501620" y="891540"/>
                  </a:lnTo>
                  <a:lnTo>
                    <a:pt x="2498991" y="891540"/>
                  </a:lnTo>
                  <a:lnTo>
                    <a:pt x="2497874" y="892009"/>
                  </a:lnTo>
                  <a:lnTo>
                    <a:pt x="2496007" y="893876"/>
                  </a:lnTo>
                  <a:lnTo>
                    <a:pt x="2495537" y="894994"/>
                  </a:lnTo>
                  <a:lnTo>
                    <a:pt x="2495537" y="897623"/>
                  </a:lnTo>
                  <a:lnTo>
                    <a:pt x="2496007" y="898740"/>
                  </a:lnTo>
                  <a:lnTo>
                    <a:pt x="2497874" y="900607"/>
                  </a:lnTo>
                  <a:lnTo>
                    <a:pt x="2498991" y="901065"/>
                  </a:lnTo>
                  <a:lnTo>
                    <a:pt x="2501620" y="901065"/>
                  </a:lnTo>
                  <a:lnTo>
                    <a:pt x="2502738" y="900607"/>
                  </a:lnTo>
                  <a:lnTo>
                    <a:pt x="2504605" y="898740"/>
                  </a:lnTo>
                  <a:lnTo>
                    <a:pt x="2505062" y="897623"/>
                  </a:lnTo>
                  <a:lnTo>
                    <a:pt x="2505062" y="894994"/>
                  </a:lnTo>
                  <a:close/>
                </a:path>
                <a:path w="5695950" h="1792604">
                  <a:moveTo>
                    <a:pt x="2505062" y="3454"/>
                  </a:moveTo>
                  <a:lnTo>
                    <a:pt x="2504605" y="2336"/>
                  </a:lnTo>
                  <a:lnTo>
                    <a:pt x="2502738" y="469"/>
                  </a:lnTo>
                  <a:lnTo>
                    <a:pt x="2501620" y="0"/>
                  </a:lnTo>
                  <a:lnTo>
                    <a:pt x="2498991" y="0"/>
                  </a:lnTo>
                  <a:lnTo>
                    <a:pt x="2497874" y="469"/>
                  </a:lnTo>
                  <a:lnTo>
                    <a:pt x="2496007" y="2336"/>
                  </a:lnTo>
                  <a:lnTo>
                    <a:pt x="2495537" y="3454"/>
                  </a:lnTo>
                  <a:lnTo>
                    <a:pt x="2495537" y="6083"/>
                  </a:lnTo>
                  <a:lnTo>
                    <a:pt x="2496007" y="7200"/>
                  </a:lnTo>
                  <a:lnTo>
                    <a:pt x="2497874" y="9067"/>
                  </a:lnTo>
                  <a:lnTo>
                    <a:pt x="2498991" y="9525"/>
                  </a:lnTo>
                  <a:lnTo>
                    <a:pt x="2501620" y="9525"/>
                  </a:lnTo>
                  <a:lnTo>
                    <a:pt x="2502738" y="9067"/>
                  </a:lnTo>
                  <a:lnTo>
                    <a:pt x="2504605" y="7200"/>
                  </a:lnTo>
                  <a:lnTo>
                    <a:pt x="2505062" y="6083"/>
                  </a:lnTo>
                  <a:lnTo>
                    <a:pt x="2505062" y="3454"/>
                  </a:lnTo>
                  <a:close/>
                </a:path>
                <a:path w="5695950" h="1792604">
                  <a:moveTo>
                    <a:pt x="2552687" y="1786534"/>
                  </a:moveTo>
                  <a:lnTo>
                    <a:pt x="2552230" y="1785416"/>
                  </a:lnTo>
                  <a:lnTo>
                    <a:pt x="2550363" y="1783549"/>
                  </a:lnTo>
                  <a:lnTo>
                    <a:pt x="2549245" y="1783080"/>
                  </a:lnTo>
                  <a:lnTo>
                    <a:pt x="2546616" y="1783080"/>
                  </a:lnTo>
                  <a:lnTo>
                    <a:pt x="2545499" y="1783549"/>
                  </a:lnTo>
                  <a:lnTo>
                    <a:pt x="2543632" y="1785416"/>
                  </a:lnTo>
                  <a:lnTo>
                    <a:pt x="2543162" y="1786534"/>
                  </a:lnTo>
                  <a:lnTo>
                    <a:pt x="2543162" y="1789163"/>
                  </a:lnTo>
                  <a:lnTo>
                    <a:pt x="2543632" y="1790280"/>
                  </a:lnTo>
                  <a:lnTo>
                    <a:pt x="2545499" y="1792147"/>
                  </a:lnTo>
                  <a:lnTo>
                    <a:pt x="2546616" y="1792605"/>
                  </a:lnTo>
                  <a:lnTo>
                    <a:pt x="2549245" y="1792605"/>
                  </a:lnTo>
                  <a:lnTo>
                    <a:pt x="2550363" y="1792147"/>
                  </a:lnTo>
                  <a:lnTo>
                    <a:pt x="2552230" y="1790280"/>
                  </a:lnTo>
                  <a:lnTo>
                    <a:pt x="2552687" y="1789163"/>
                  </a:lnTo>
                  <a:lnTo>
                    <a:pt x="2552687" y="1786534"/>
                  </a:lnTo>
                  <a:close/>
                </a:path>
                <a:path w="5695950" h="1792604">
                  <a:moveTo>
                    <a:pt x="2552687" y="894994"/>
                  </a:moveTo>
                  <a:lnTo>
                    <a:pt x="2552230" y="893876"/>
                  </a:lnTo>
                  <a:lnTo>
                    <a:pt x="2550363" y="892009"/>
                  </a:lnTo>
                  <a:lnTo>
                    <a:pt x="2549245" y="891540"/>
                  </a:lnTo>
                  <a:lnTo>
                    <a:pt x="2546616" y="891540"/>
                  </a:lnTo>
                  <a:lnTo>
                    <a:pt x="2545499" y="892009"/>
                  </a:lnTo>
                  <a:lnTo>
                    <a:pt x="2543632" y="893876"/>
                  </a:lnTo>
                  <a:lnTo>
                    <a:pt x="2543162" y="894994"/>
                  </a:lnTo>
                  <a:lnTo>
                    <a:pt x="2543162" y="897623"/>
                  </a:lnTo>
                  <a:lnTo>
                    <a:pt x="2543632" y="898740"/>
                  </a:lnTo>
                  <a:lnTo>
                    <a:pt x="2545499" y="900607"/>
                  </a:lnTo>
                  <a:lnTo>
                    <a:pt x="2546616" y="901065"/>
                  </a:lnTo>
                  <a:lnTo>
                    <a:pt x="2549245" y="901065"/>
                  </a:lnTo>
                  <a:lnTo>
                    <a:pt x="2550363" y="900607"/>
                  </a:lnTo>
                  <a:lnTo>
                    <a:pt x="2552230" y="898740"/>
                  </a:lnTo>
                  <a:lnTo>
                    <a:pt x="2552687" y="897623"/>
                  </a:lnTo>
                  <a:lnTo>
                    <a:pt x="2552687" y="894994"/>
                  </a:lnTo>
                  <a:close/>
                </a:path>
                <a:path w="5695950" h="1792604">
                  <a:moveTo>
                    <a:pt x="2552687" y="3454"/>
                  </a:moveTo>
                  <a:lnTo>
                    <a:pt x="2552230" y="2336"/>
                  </a:lnTo>
                  <a:lnTo>
                    <a:pt x="2550363" y="469"/>
                  </a:lnTo>
                  <a:lnTo>
                    <a:pt x="2549245" y="0"/>
                  </a:lnTo>
                  <a:lnTo>
                    <a:pt x="2546616" y="0"/>
                  </a:lnTo>
                  <a:lnTo>
                    <a:pt x="2545499" y="469"/>
                  </a:lnTo>
                  <a:lnTo>
                    <a:pt x="2543632" y="2336"/>
                  </a:lnTo>
                  <a:lnTo>
                    <a:pt x="2543162" y="3454"/>
                  </a:lnTo>
                  <a:lnTo>
                    <a:pt x="2543162" y="6083"/>
                  </a:lnTo>
                  <a:lnTo>
                    <a:pt x="2543632" y="7200"/>
                  </a:lnTo>
                  <a:lnTo>
                    <a:pt x="2545499" y="9067"/>
                  </a:lnTo>
                  <a:lnTo>
                    <a:pt x="2546616" y="9525"/>
                  </a:lnTo>
                  <a:lnTo>
                    <a:pt x="2549245" y="9525"/>
                  </a:lnTo>
                  <a:lnTo>
                    <a:pt x="2550363" y="9067"/>
                  </a:lnTo>
                  <a:lnTo>
                    <a:pt x="2552230" y="7200"/>
                  </a:lnTo>
                  <a:lnTo>
                    <a:pt x="2552687" y="6083"/>
                  </a:lnTo>
                  <a:lnTo>
                    <a:pt x="2552687" y="3454"/>
                  </a:lnTo>
                  <a:close/>
                </a:path>
                <a:path w="5695950" h="1792604">
                  <a:moveTo>
                    <a:pt x="2600312" y="1786534"/>
                  </a:moveTo>
                  <a:lnTo>
                    <a:pt x="2599855" y="1785416"/>
                  </a:lnTo>
                  <a:lnTo>
                    <a:pt x="2597988" y="1783549"/>
                  </a:lnTo>
                  <a:lnTo>
                    <a:pt x="2596870" y="1783080"/>
                  </a:lnTo>
                  <a:lnTo>
                    <a:pt x="2594241" y="1783080"/>
                  </a:lnTo>
                  <a:lnTo>
                    <a:pt x="2593124" y="1783549"/>
                  </a:lnTo>
                  <a:lnTo>
                    <a:pt x="2591257" y="1785416"/>
                  </a:lnTo>
                  <a:lnTo>
                    <a:pt x="2590787" y="1786534"/>
                  </a:lnTo>
                  <a:lnTo>
                    <a:pt x="2590787" y="1789163"/>
                  </a:lnTo>
                  <a:lnTo>
                    <a:pt x="2591257" y="1790280"/>
                  </a:lnTo>
                  <a:lnTo>
                    <a:pt x="2593124" y="1792147"/>
                  </a:lnTo>
                  <a:lnTo>
                    <a:pt x="2594241" y="1792605"/>
                  </a:lnTo>
                  <a:lnTo>
                    <a:pt x="2596870" y="1792605"/>
                  </a:lnTo>
                  <a:lnTo>
                    <a:pt x="2597988" y="1792147"/>
                  </a:lnTo>
                  <a:lnTo>
                    <a:pt x="2599855" y="1790280"/>
                  </a:lnTo>
                  <a:lnTo>
                    <a:pt x="2600312" y="1789163"/>
                  </a:lnTo>
                  <a:lnTo>
                    <a:pt x="2600312" y="1786534"/>
                  </a:lnTo>
                  <a:close/>
                </a:path>
                <a:path w="5695950" h="1792604">
                  <a:moveTo>
                    <a:pt x="2600312" y="894994"/>
                  </a:moveTo>
                  <a:lnTo>
                    <a:pt x="2599855" y="893876"/>
                  </a:lnTo>
                  <a:lnTo>
                    <a:pt x="2597988" y="892009"/>
                  </a:lnTo>
                  <a:lnTo>
                    <a:pt x="2596870" y="891540"/>
                  </a:lnTo>
                  <a:lnTo>
                    <a:pt x="2594241" y="891540"/>
                  </a:lnTo>
                  <a:lnTo>
                    <a:pt x="2593124" y="892009"/>
                  </a:lnTo>
                  <a:lnTo>
                    <a:pt x="2591257" y="893876"/>
                  </a:lnTo>
                  <a:lnTo>
                    <a:pt x="2590787" y="894994"/>
                  </a:lnTo>
                  <a:lnTo>
                    <a:pt x="2590787" y="897623"/>
                  </a:lnTo>
                  <a:lnTo>
                    <a:pt x="2591257" y="898740"/>
                  </a:lnTo>
                  <a:lnTo>
                    <a:pt x="2593124" y="900607"/>
                  </a:lnTo>
                  <a:lnTo>
                    <a:pt x="2594241" y="901065"/>
                  </a:lnTo>
                  <a:lnTo>
                    <a:pt x="2596870" y="901065"/>
                  </a:lnTo>
                  <a:lnTo>
                    <a:pt x="2597988" y="900607"/>
                  </a:lnTo>
                  <a:lnTo>
                    <a:pt x="2599855" y="898740"/>
                  </a:lnTo>
                  <a:lnTo>
                    <a:pt x="2600312" y="897623"/>
                  </a:lnTo>
                  <a:lnTo>
                    <a:pt x="2600312" y="894994"/>
                  </a:lnTo>
                  <a:close/>
                </a:path>
                <a:path w="5695950" h="1792604">
                  <a:moveTo>
                    <a:pt x="2600312" y="3454"/>
                  </a:moveTo>
                  <a:lnTo>
                    <a:pt x="2599855" y="2336"/>
                  </a:lnTo>
                  <a:lnTo>
                    <a:pt x="2597988" y="469"/>
                  </a:lnTo>
                  <a:lnTo>
                    <a:pt x="2596870" y="0"/>
                  </a:lnTo>
                  <a:lnTo>
                    <a:pt x="2594241" y="0"/>
                  </a:lnTo>
                  <a:lnTo>
                    <a:pt x="2593124" y="469"/>
                  </a:lnTo>
                  <a:lnTo>
                    <a:pt x="2591257" y="2336"/>
                  </a:lnTo>
                  <a:lnTo>
                    <a:pt x="2590787" y="3454"/>
                  </a:lnTo>
                  <a:lnTo>
                    <a:pt x="2590787" y="6083"/>
                  </a:lnTo>
                  <a:lnTo>
                    <a:pt x="2591257" y="7200"/>
                  </a:lnTo>
                  <a:lnTo>
                    <a:pt x="2593124" y="9067"/>
                  </a:lnTo>
                  <a:lnTo>
                    <a:pt x="2594241" y="9525"/>
                  </a:lnTo>
                  <a:lnTo>
                    <a:pt x="2596870" y="9525"/>
                  </a:lnTo>
                  <a:lnTo>
                    <a:pt x="2597988" y="9067"/>
                  </a:lnTo>
                  <a:lnTo>
                    <a:pt x="2599855" y="7200"/>
                  </a:lnTo>
                  <a:lnTo>
                    <a:pt x="2600312" y="6083"/>
                  </a:lnTo>
                  <a:lnTo>
                    <a:pt x="2600312" y="3454"/>
                  </a:lnTo>
                  <a:close/>
                </a:path>
                <a:path w="5695950" h="1792604">
                  <a:moveTo>
                    <a:pt x="2647937" y="1786534"/>
                  </a:moveTo>
                  <a:lnTo>
                    <a:pt x="2647480" y="1785416"/>
                  </a:lnTo>
                  <a:lnTo>
                    <a:pt x="2645613" y="1783549"/>
                  </a:lnTo>
                  <a:lnTo>
                    <a:pt x="2644495" y="1783080"/>
                  </a:lnTo>
                  <a:lnTo>
                    <a:pt x="2641866" y="1783080"/>
                  </a:lnTo>
                  <a:lnTo>
                    <a:pt x="2640749" y="1783549"/>
                  </a:lnTo>
                  <a:lnTo>
                    <a:pt x="2638882" y="1785416"/>
                  </a:lnTo>
                  <a:lnTo>
                    <a:pt x="2638412" y="1786534"/>
                  </a:lnTo>
                  <a:lnTo>
                    <a:pt x="2638412" y="1789163"/>
                  </a:lnTo>
                  <a:lnTo>
                    <a:pt x="2638882" y="1790280"/>
                  </a:lnTo>
                  <a:lnTo>
                    <a:pt x="2640749" y="1792147"/>
                  </a:lnTo>
                  <a:lnTo>
                    <a:pt x="2641866" y="1792605"/>
                  </a:lnTo>
                  <a:lnTo>
                    <a:pt x="2644495" y="1792605"/>
                  </a:lnTo>
                  <a:lnTo>
                    <a:pt x="2645613" y="1792147"/>
                  </a:lnTo>
                  <a:lnTo>
                    <a:pt x="2647480" y="1790280"/>
                  </a:lnTo>
                  <a:lnTo>
                    <a:pt x="2647937" y="1789163"/>
                  </a:lnTo>
                  <a:lnTo>
                    <a:pt x="2647937" y="1786534"/>
                  </a:lnTo>
                  <a:close/>
                </a:path>
                <a:path w="5695950" h="1792604">
                  <a:moveTo>
                    <a:pt x="2647937" y="894994"/>
                  </a:moveTo>
                  <a:lnTo>
                    <a:pt x="2647480" y="893876"/>
                  </a:lnTo>
                  <a:lnTo>
                    <a:pt x="2645613" y="892009"/>
                  </a:lnTo>
                  <a:lnTo>
                    <a:pt x="2644495" y="891540"/>
                  </a:lnTo>
                  <a:lnTo>
                    <a:pt x="2641866" y="891540"/>
                  </a:lnTo>
                  <a:lnTo>
                    <a:pt x="2640749" y="892009"/>
                  </a:lnTo>
                  <a:lnTo>
                    <a:pt x="2638882" y="893876"/>
                  </a:lnTo>
                  <a:lnTo>
                    <a:pt x="2638412" y="894994"/>
                  </a:lnTo>
                  <a:lnTo>
                    <a:pt x="2638412" y="897623"/>
                  </a:lnTo>
                  <a:lnTo>
                    <a:pt x="2638882" y="898740"/>
                  </a:lnTo>
                  <a:lnTo>
                    <a:pt x="2640749" y="900607"/>
                  </a:lnTo>
                  <a:lnTo>
                    <a:pt x="2641866" y="901065"/>
                  </a:lnTo>
                  <a:lnTo>
                    <a:pt x="2644495" y="901065"/>
                  </a:lnTo>
                  <a:lnTo>
                    <a:pt x="2645613" y="900607"/>
                  </a:lnTo>
                  <a:lnTo>
                    <a:pt x="2647480" y="898740"/>
                  </a:lnTo>
                  <a:lnTo>
                    <a:pt x="2647937" y="897623"/>
                  </a:lnTo>
                  <a:lnTo>
                    <a:pt x="2647937" y="894994"/>
                  </a:lnTo>
                  <a:close/>
                </a:path>
                <a:path w="5695950" h="1792604">
                  <a:moveTo>
                    <a:pt x="2647937" y="3454"/>
                  </a:moveTo>
                  <a:lnTo>
                    <a:pt x="2647480" y="2336"/>
                  </a:lnTo>
                  <a:lnTo>
                    <a:pt x="2645613" y="469"/>
                  </a:lnTo>
                  <a:lnTo>
                    <a:pt x="2644495" y="0"/>
                  </a:lnTo>
                  <a:lnTo>
                    <a:pt x="2641866" y="0"/>
                  </a:lnTo>
                  <a:lnTo>
                    <a:pt x="2640749" y="469"/>
                  </a:lnTo>
                  <a:lnTo>
                    <a:pt x="2638882" y="2336"/>
                  </a:lnTo>
                  <a:lnTo>
                    <a:pt x="2638412" y="3454"/>
                  </a:lnTo>
                  <a:lnTo>
                    <a:pt x="2638412" y="6083"/>
                  </a:lnTo>
                  <a:lnTo>
                    <a:pt x="2638882" y="7200"/>
                  </a:lnTo>
                  <a:lnTo>
                    <a:pt x="2640749" y="9067"/>
                  </a:lnTo>
                  <a:lnTo>
                    <a:pt x="2641866" y="9525"/>
                  </a:lnTo>
                  <a:lnTo>
                    <a:pt x="2644495" y="9525"/>
                  </a:lnTo>
                  <a:lnTo>
                    <a:pt x="2645613" y="9067"/>
                  </a:lnTo>
                  <a:lnTo>
                    <a:pt x="2647480" y="7200"/>
                  </a:lnTo>
                  <a:lnTo>
                    <a:pt x="2647937" y="6083"/>
                  </a:lnTo>
                  <a:lnTo>
                    <a:pt x="2647937" y="3454"/>
                  </a:lnTo>
                  <a:close/>
                </a:path>
                <a:path w="5695950" h="1792604">
                  <a:moveTo>
                    <a:pt x="2695562" y="1786534"/>
                  </a:moveTo>
                  <a:lnTo>
                    <a:pt x="2695105" y="1785416"/>
                  </a:lnTo>
                  <a:lnTo>
                    <a:pt x="2693238" y="1783549"/>
                  </a:lnTo>
                  <a:lnTo>
                    <a:pt x="2692120" y="1783080"/>
                  </a:lnTo>
                  <a:lnTo>
                    <a:pt x="2689491" y="1783080"/>
                  </a:lnTo>
                  <a:lnTo>
                    <a:pt x="2688374" y="1783549"/>
                  </a:lnTo>
                  <a:lnTo>
                    <a:pt x="2686507" y="1785416"/>
                  </a:lnTo>
                  <a:lnTo>
                    <a:pt x="2686037" y="1786534"/>
                  </a:lnTo>
                  <a:lnTo>
                    <a:pt x="2686037" y="1789163"/>
                  </a:lnTo>
                  <a:lnTo>
                    <a:pt x="2686507" y="1790280"/>
                  </a:lnTo>
                  <a:lnTo>
                    <a:pt x="2688374" y="1792147"/>
                  </a:lnTo>
                  <a:lnTo>
                    <a:pt x="2689491" y="1792605"/>
                  </a:lnTo>
                  <a:lnTo>
                    <a:pt x="2692120" y="1792605"/>
                  </a:lnTo>
                  <a:lnTo>
                    <a:pt x="2693238" y="1792147"/>
                  </a:lnTo>
                  <a:lnTo>
                    <a:pt x="2695105" y="1790280"/>
                  </a:lnTo>
                  <a:lnTo>
                    <a:pt x="2695562" y="1789163"/>
                  </a:lnTo>
                  <a:lnTo>
                    <a:pt x="2695562" y="1786534"/>
                  </a:lnTo>
                  <a:close/>
                </a:path>
                <a:path w="5695950" h="1792604">
                  <a:moveTo>
                    <a:pt x="2695562" y="894994"/>
                  </a:moveTo>
                  <a:lnTo>
                    <a:pt x="2695105" y="893876"/>
                  </a:lnTo>
                  <a:lnTo>
                    <a:pt x="2693238" y="892009"/>
                  </a:lnTo>
                  <a:lnTo>
                    <a:pt x="2692120" y="891540"/>
                  </a:lnTo>
                  <a:lnTo>
                    <a:pt x="2689491" y="891540"/>
                  </a:lnTo>
                  <a:lnTo>
                    <a:pt x="2688374" y="892009"/>
                  </a:lnTo>
                  <a:lnTo>
                    <a:pt x="2686507" y="893876"/>
                  </a:lnTo>
                  <a:lnTo>
                    <a:pt x="2686037" y="894994"/>
                  </a:lnTo>
                  <a:lnTo>
                    <a:pt x="2686037" y="897623"/>
                  </a:lnTo>
                  <a:lnTo>
                    <a:pt x="2686507" y="898740"/>
                  </a:lnTo>
                  <a:lnTo>
                    <a:pt x="2688374" y="900607"/>
                  </a:lnTo>
                  <a:lnTo>
                    <a:pt x="2689491" y="901065"/>
                  </a:lnTo>
                  <a:lnTo>
                    <a:pt x="2692120" y="901065"/>
                  </a:lnTo>
                  <a:lnTo>
                    <a:pt x="2693238" y="900607"/>
                  </a:lnTo>
                  <a:lnTo>
                    <a:pt x="2695105" y="898740"/>
                  </a:lnTo>
                  <a:lnTo>
                    <a:pt x="2695562" y="897623"/>
                  </a:lnTo>
                  <a:lnTo>
                    <a:pt x="2695562" y="894994"/>
                  </a:lnTo>
                  <a:close/>
                </a:path>
                <a:path w="5695950" h="1792604">
                  <a:moveTo>
                    <a:pt x="2695562" y="3454"/>
                  </a:moveTo>
                  <a:lnTo>
                    <a:pt x="2695105" y="2336"/>
                  </a:lnTo>
                  <a:lnTo>
                    <a:pt x="2693238" y="469"/>
                  </a:lnTo>
                  <a:lnTo>
                    <a:pt x="2692120" y="0"/>
                  </a:lnTo>
                  <a:lnTo>
                    <a:pt x="2689491" y="0"/>
                  </a:lnTo>
                  <a:lnTo>
                    <a:pt x="2688374" y="469"/>
                  </a:lnTo>
                  <a:lnTo>
                    <a:pt x="2686507" y="2336"/>
                  </a:lnTo>
                  <a:lnTo>
                    <a:pt x="2686037" y="3454"/>
                  </a:lnTo>
                  <a:lnTo>
                    <a:pt x="2686037" y="6083"/>
                  </a:lnTo>
                  <a:lnTo>
                    <a:pt x="2686507" y="7200"/>
                  </a:lnTo>
                  <a:lnTo>
                    <a:pt x="2688374" y="9067"/>
                  </a:lnTo>
                  <a:lnTo>
                    <a:pt x="2689491" y="9525"/>
                  </a:lnTo>
                  <a:lnTo>
                    <a:pt x="2692120" y="9525"/>
                  </a:lnTo>
                  <a:lnTo>
                    <a:pt x="2693238" y="9067"/>
                  </a:lnTo>
                  <a:lnTo>
                    <a:pt x="2695105" y="7200"/>
                  </a:lnTo>
                  <a:lnTo>
                    <a:pt x="2695562" y="6083"/>
                  </a:lnTo>
                  <a:lnTo>
                    <a:pt x="2695562" y="3454"/>
                  </a:lnTo>
                  <a:close/>
                </a:path>
                <a:path w="5695950" h="1792604">
                  <a:moveTo>
                    <a:pt x="2743187" y="1786534"/>
                  </a:moveTo>
                  <a:lnTo>
                    <a:pt x="2742730" y="1785416"/>
                  </a:lnTo>
                  <a:lnTo>
                    <a:pt x="2740863" y="1783549"/>
                  </a:lnTo>
                  <a:lnTo>
                    <a:pt x="2739745" y="1783080"/>
                  </a:lnTo>
                  <a:lnTo>
                    <a:pt x="2737116" y="1783080"/>
                  </a:lnTo>
                  <a:lnTo>
                    <a:pt x="2735999" y="1783549"/>
                  </a:lnTo>
                  <a:lnTo>
                    <a:pt x="2734132" y="1785416"/>
                  </a:lnTo>
                  <a:lnTo>
                    <a:pt x="2733662" y="1786534"/>
                  </a:lnTo>
                  <a:lnTo>
                    <a:pt x="2733662" y="1789163"/>
                  </a:lnTo>
                  <a:lnTo>
                    <a:pt x="2734132" y="1790280"/>
                  </a:lnTo>
                  <a:lnTo>
                    <a:pt x="2735999" y="1792147"/>
                  </a:lnTo>
                  <a:lnTo>
                    <a:pt x="2737116" y="1792605"/>
                  </a:lnTo>
                  <a:lnTo>
                    <a:pt x="2739745" y="1792605"/>
                  </a:lnTo>
                  <a:lnTo>
                    <a:pt x="2740863" y="1792147"/>
                  </a:lnTo>
                  <a:lnTo>
                    <a:pt x="2742730" y="1790280"/>
                  </a:lnTo>
                  <a:lnTo>
                    <a:pt x="2743187" y="1789163"/>
                  </a:lnTo>
                  <a:lnTo>
                    <a:pt x="2743187" y="1786534"/>
                  </a:lnTo>
                  <a:close/>
                </a:path>
                <a:path w="5695950" h="1792604">
                  <a:moveTo>
                    <a:pt x="2743187" y="894994"/>
                  </a:moveTo>
                  <a:lnTo>
                    <a:pt x="2742730" y="893876"/>
                  </a:lnTo>
                  <a:lnTo>
                    <a:pt x="2740863" y="892009"/>
                  </a:lnTo>
                  <a:lnTo>
                    <a:pt x="2739745" y="891540"/>
                  </a:lnTo>
                  <a:lnTo>
                    <a:pt x="2737116" y="891540"/>
                  </a:lnTo>
                  <a:lnTo>
                    <a:pt x="2735999" y="892009"/>
                  </a:lnTo>
                  <a:lnTo>
                    <a:pt x="2734132" y="893876"/>
                  </a:lnTo>
                  <a:lnTo>
                    <a:pt x="2733662" y="894994"/>
                  </a:lnTo>
                  <a:lnTo>
                    <a:pt x="2733662" y="897623"/>
                  </a:lnTo>
                  <a:lnTo>
                    <a:pt x="2734132" y="898740"/>
                  </a:lnTo>
                  <a:lnTo>
                    <a:pt x="2735999" y="900607"/>
                  </a:lnTo>
                  <a:lnTo>
                    <a:pt x="2737116" y="901065"/>
                  </a:lnTo>
                  <a:lnTo>
                    <a:pt x="2739745" y="901065"/>
                  </a:lnTo>
                  <a:lnTo>
                    <a:pt x="2740863" y="900607"/>
                  </a:lnTo>
                  <a:lnTo>
                    <a:pt x="2742730" y="898740"/>
                  </a:lnTo>
                  <a:lnTo>
                    <a:pt x="2743187" y="897623"/>
                  </a:lnTo>
                  <a:lnTo>
                    <a:pt x="2743187" y="894994"/>
                  </a:lnTo>
                  <a:close/>
                </a:path>
                <a:path w="5695950" h="1792604">
                  <a:moveTo>
                    <a:pt x="2743187" y="3454"/>
                  </a:moveTo>
                  <a:lnTo>
                    <a:pt x="2742730" y="2336"/>
                  </a:lnTo>
                  <a:lnTo>
                    <a:pt x="2740863" y="469"/>
                  </a:lnTo>
                  <a:lnTo>
                    <a:pt x="2739745" y="0"/>
                  </a:lnTo>
                  <a:lnTo>
                    <a:pt x="2737116" y="0"/>
                  </a:lnTo>
                  <a:lnTo>
                    <a:pt x="2735999" y="469"/>
                  </a:lnTo>
                  <a:lnTo>
                    <a:pt x="2734132" y="2336"/>
                  </a:lnTo>
                  <a:lnTo>
                    <a:pt x="2733662" y="3454"/>
                  </a:lnTo>
                  <a:lnTo>
                    <a:pt x="2733662" y="6083"/>
                  </a:lnTo>
                  <a:lnTo>
                    <a:pt x="2734132" y="7200"/>
                  </a:lnTo>
                  <a:lnTo>
                    <a:pt x="2735999" y="9067"/>
                  </a:lnTo>
                  <a:lnTo>
                    <a:pt x="2737116" y="9525"/>
                  </a:lnTo>
                  <a:lnTo>
                    <a:pt x="2739745" y="9525"/>
                  </a:lnTo>
                  <a:lnTo>
                    <a:pt x="2740863" y="9067"/>
                  </a:lnTo>
                  <a:lnTo>
                    <a:pt x="2742730" y="7200"/>
                  </a:lnTo>
                  <a:lnTo>
                    <a:pt x="2743187" y="6083"/>
                  </a:lnTo>
                  <a:lnTo>
                    <a:pt x="2743187" y="3454"/>
                  </a:lnTo>
                  <a:close/>
                </a:path>
                <a:path w="5695950" h="1792604">
                  <a:moveTo>
                    <a:pt x="2790812" y="1786534"/>
                  </a:moveTo>
                  <a:lnTo>
                    <a:pt x="2790355" y="1785416"/>
                  </a:lnTo>
                  <a:lnTo>
                    <a:pt x="2788488" y="1783549"/>
                  </a:lnTo>
                  <a:lnTo>
                    <a:pt x="2787370" y="1783080"/>
                  </a:lnTo>
                  <a:lnTo>
                    <a:pt x="2784741" y="1783080"/>
                  </a:lnTo>
                  <a:lnTo>
                    <a:pt x="2783624" y="1783549"/>
                  </a:lnTo>
                  <a:lnTo>
                    <a:pt x="2781757" y="1785416"/>
                  </a:lnTo>
                  <a:lnTo>
                    <a:pt x="2781287" y="1786534"/>
                  </a:lnTo>
                  <a:lnTo>
                    <a:pt x="2781287" y="1789163"/>
                  </a:lnTo>
                  <a:lnTo>
                    <a:pt x="2781757" y="1790280"/>
                  </a:lnTo>
                  <a:lnTo>
                    <a:pt x="2783624" y="1792147"/>
                  </a:lnTo>
                  <a:lnTo>
                    <a:pt x="2784741" y="1792605"/>
                  </a:lnTo>
                  <a:lnTo>
                    <a:pt x="2787370" y="1792605"/>
                  </a:lnTo>
                  <a:lnTo>
                    <a:pt x="2788488" y="1792147"/>
                  </a:lnTo>
                  <a:lnTo>
                    <a:pt x="2790355" y="1790280"/>
                  </a:lnTo>
                  <a:lnTo>
                    <a:pt x="2790812" y="1789163"/>
                  </a:lnTo>
                  <a:lnTo>
                    <a:pt x="2790812" y="1786534"/>
                  </a:lnTo>
                  <a:close/>
                </a:path>
                <a:path w="5695950" h="1792604">
                  <a:moveTo>
                    <a:pt x="2790812" y="894994"/>
                  </a:moveTo>
                  <a:lnTo>
                    <a:pt x="2790355" y="893876"/>
                  </a:lnTo>
                  <a:lnTo>
                    <a:pt x="2788488" y="892009"/>
                  </a:lnTo>
                  <a:lnTo>
                    <a:pt x="2787370" y="891540"/>
                  </a:lnTo>
                  <a:lnTo>
                    <a:pt x="2784741" y="891540"/>
                  </a:lnTo>
                  <a:lnTo>
                    <a:pt x="2783624" y="892009"/>
                  </a:lnTo>
                  <a:lnTo>
                    <a:pt x="2781757" y="893876"/>
                  </a:lnTo>
                  <a:lnTo>
                    <a:pt x="2781287" y="894994"/>
                  </a:lnTo>
                  <a:lnTo>
                    <a:pt x="2781287" y="897623"/>
                  </a:lnTo>
                  <a:lnTo>
                    <a:pt x="2781757" y="898740"/>
                  </a:lnTo>
                  <a:lnTo>
                    <a:pt x="2783624" y="900607"/>
                  </a:lnTo>
                  <a:lnTo>
                    <a:pt x="2784741" y="901065"/>
                  </a:lnTo>
                  <a:lnTo>
                    <a:pt x="2787370" y="901065"/>
                  </a:lnTo>
                  <a:lnTo>
                    <a:pt x="2788488" y="900607"/>
                  </a:lnTo>
                  <a:lnTo>
                    <a:pt x="2790355" y="898740"/>
                  </a:lnTo>
                  <a:lnTo>
                    <a:pt x="2790812" y="897623"/>
                  </a:lnTo>
                  <a:lnTo>
                    <a:pt x="2790812" y="894994"/>
                  </a:lnTo>
                  <a:close/>
                </a:path>
                <a:path w="5695950" h="1792604">
                  <a:moveTo>
                    <a:pt x="2790812" y="3454"/>
                  </a:moveTo>
                  <a:lnTo>
                    <a:pt x="2790355" y="2336"/>
                  </a:lnTo>
                  <a:lnTo>
                    <a:pt x="2788488" y="469"/>
                  </a:lnTo>
                  <a:lnTo>
                    <a:pt x="2787370" y="0"/>
                  </a:lnTo>
                  <a:lnTo>
                    <a:pt x="2784741" y="0"/>
                  </a:lnTo>
                  <a:lnTo>
                    <a:pt x="2783624" y="469"/>
                  </a:lnTo>
                  <a:lnTo>
                    <a:pt x="2781757" y="2336"/>
                  </a:lnTo>
                  <a:lnTo>
                    <a:pt x="2781287" y="3454"/>
                  </a:lnTo>
                  <a:lnTo>
                    <a:pt x="2781287" y="6083"/>
                  </a:lnTo>
                  <a:lnTo>
                    <a:pt x="2781757" y="7200"/>
                  </a:lnTo>
                  <a:lnTo>
                    <a:pt x="2783624" y="9067"/>
                  </a:lnTo>
                  <a:lnTo>
                    <a:pt x="2784741" y="9525"/>
                  </a:lnTo>
                  <a:lnTo>
                    <a:pt x="2787370" y="9525"/>
                  </a:lnTo>
                  <a:lnTo>
                    <a:pt x="2788488" y="9067"/>
                  </a:lnTo>
                  <a:lnTo>
                    <a:pt x="2790355" y="7200"/>
                  </a:lnTo>
                  <a:lnTo>
                    <a:pt x="2790812" y="6083"/>
                  </a:lnTo>
                  <a:lnTo>
                    <a:pt x="2790812" y="3454"/>
                  </a:lnTo>
                  <a:close/>
                </a:path>
                <a:path w="5695950" h="1792604">
                  <a:moveTo>
                    <a:pt x="2838437" y="1786534"/>
                  </a:moveTo>
                  <a:lnTo>
                    <a:pt x="2837980" y="1785416"/>
                  </a:lnTo>
                  <a:lnTo>
                    <a:pt x="2836113" y="1783549"/>
                  </a:lnTo>
                  <a:lnTo>
                    <a:pt x="2834995" y="1783080"/>
                  </a:lnTo>
                  <a:lnTo>
                    <a:pt x="2832366" y="1783080"/>
                  </a:lnTo>
                  <a:lnTo>
                    <a:pt x="2831249" y="1783549"/>
                  </a:lnTo>
                  <a:lnTo>
                    <a:pt x="2829382" y="1785416"/>
                  </a:lnTo>
                  <a:lnTo>
                    <a:pt x="2828912" y="1786534"/>
                  </a:lnTo>
                  <a:lnTo>
                    <a:pt x="2828912" y="1789163"/>
                  </a:lnTo>
                  <a:lnTo>
                    <a:pt x="2829382" y="1790280"/>
                  </a:lnTo>
                  <a:lnTo>
                    <a:pt x="2831249" y="1792147"/>
                  </a:lnTo>
                  <a:lnTo>
                    <a:pt x="2832366" y="1792605"/>
                  </a:lnTo>
                  <a:lnTo>
                    <a:pt x="2834995" y="1792605"/>
                  </a:lnTo>
                  <a:lnTo>
                    <a:pt x="2836113" y="1792147"/>
                  </a:lnTo>
                  <a:lnTo>
                    <a:pt x="2837980" y="1790280"/>
                  </a:lnTo>
                  <a:lnTo>
                    <a:pt x="2838437" y="1789163"/>
                  </a:lnTo>
                  <a:lnTo>
                    <a:pt x="2838437" y="1786534"/>
                  </a:lnTo>
                  <a:close/>
                </a:path>
                <a:path w="5695950" h="1792604">
                  <a:moveTo>
                    <a:pt x="2838437" y="894994"/>
                  </a:moveTo>
                  <a:lnTo>
                    <a:pt x="2837980" y="893876"/>
                  </a:lnTo>
                  <a:lnTo>
                    <a:pt x="2836113" y="892009"/>
                  </a:lnTo>
                  <a:lnTo>
                    <a:pt x="2834995" y="891540"/>
                  </a:lnTo>
                  <a:lnTo>
                    <a:pt x="2832366" y="891540"/>
                  </a:lnTo>
                  <a:lnTo>
                    <a:pt x="2831249" y="892009"/>
                  </a:lnTo>
                  <a:lnTo>
                    <a:pt x="2829382" y="893876"/>
                  </a:lnTo>
                  <a:lnTo>
                    <a:pt x="2828912" y="894994"/>
                  </a:lnTo>
                  <a:lnTo>
                    <a:pt x="2828912" y="897623"/>
                  </a:lnTo>
                  <a:lnTo>
                    <a:pt x="2829382" y="898740"/>
                  </a:lnTo>
                  <a:lnTo>
                    <a:pt x="2831249" y="900607"/>
                  </a:lnTo>
                  <a:lnTo>
                    <a:pt x="2832366" y="901065"/>
                  </a:lnTo>
                  <a:lnTo>
                    <a:pt x="2834995" y="901065"/>
                  </a:lnTo>
                  <a:lnTo>
                    <a:pt x="2836113" y="900607"/>
                  </a:lnTo>
                  <a:lnTo>
                    <a:pt x="2837980" y="898740"/>
                  </a:lnTo>
                  <a:lnTo>
                    <a:pt x="2838437" y="897623"/>
                  </a:lnTo>
                  <a:lnTo>
                    <a:pt x="2838437" y="894994"/>
                  </a:lnTo>
                  <a:close/>
                </a:path>
                <a:path w="5695950" h="1792604">
                  <a:moveTo>
                    <a:pt x="2838437" y="3454"/>
                  </a:moveTo>
                  <a:lnTo>
                    <a:pt x="2837980" y="2336"/>
                  </a:lnTo>
                  <a:lnTo>
                    <a:pt x="2836113" y="469"/>
                  </a:lnTo>
                  <a:lnTo>
                    <a:pt x="2834995" y="0"/>
                  </a:lnTo>
                  <a:lnTo>
                    <a:pt x="2832366" y="0"/>
                  </a:lnTo>
                  <a:lnTo>
                    <a:pt x="2831249" y="469"/>
                  </a:lnTo>
                  <a:lnTo>
                    <a:pt x="2829382" y="2336"/>
                  </a:lnTo>
                  <a:lnTo>
                    <a:pt x="2828912" y="3454"/>
                  </a:lnTo>
                  <a:lnTo>
                    <a:pt x="2828912" y="6083"/>
                  </a:lnTo>
                  <a:lnTo>
                    <a:pt x="2829382" y="7200"/>
                  </a:lnTo>
                  <a:lnTo>
                    <a:pt x="2831249" y="9067"/>
                  </a:lnTo>
                  <a:lnTo>
                    <a:pt x="2832366" y="9525"/>
                  </a:lnTo>
                  <a:lnTo>
                    <a:pt x="2834995" y="9525"/>
                  </a:lnTo>
                  <a:lnTo>
                    <a:pt x="2836113" y="9067"/>
                  </a:lnTo>
                  <a:lnTo>
                    <a:pt x="2837980" y="7200"/>
                  </a:lnTo>
                  <a:lnTo>
                    <a:pt x="2838437" y="6083"/>
                  </a:lnTo>
                  <a:lnTo>
                    <a:pt x="2838437" y="3454"/>
                  </a:lnTo>
                  <a:close/>
                </a:path>
                <a:path w="5695950" h="1792604">
                  <a:moveTo>
                    <a:pt x="2886062" y="1786534"/>
                  </a:moveTo>
                  <a:lnTo>
                    <a:pt x="2885605" y="1785416"/>
                  </a:lnTo>
                  <a:lnTo>
                    <a:pt x="2883738" y="1783549"/>
                  </a:lnTo>
                  <a:lnTo>
                    <a:pt x="2882620" y="1783080"/>
                  </a:lnTo>
                  <a:lnTo>
                    <a:pt x="2879991" y="1783080"/>
                  </a:lnTo>
                  <a:lnTo>
                    <a:pt x="2878874" y="1783549"/>
                  </a:lnTo>
                  <a:lnTo>
                    <a:pt x="2877007" y="1785416"/>
                  </a:lnTo>
                  <a:lnTo>
                    <a:pt x="2876537" y="1786534"/>
                  </a:lnTo>
                  <a:lnTo>
                    <a:pt x="2876537" y="1789163"/>
                  </a:lnTo>
                  <a:lnTo>
                    <a:pt x="2877007" y="1790280"/>
                  </a:lnTo>
                  <a:lnTo>
                    <a:pt x="2878874" y="1792147"/>
                  </a:lnTo>
                  <a:lnTo>
                    <a:pt x="2879991" y="1792605"/>
                  </a:lnTo>
                  <a:lnTo>
                    <a:pt x="2882620" y="1792605"/>
                  </a:lnTo>
                  <a:lnTo>
                    <a:pt x="2883738" y="1792147"/>
                  </a:lnTo>
                  <a:lnTo>
                    <a:pt x="2885605" y="1790280"/>
                  </a:lnTo>
                  <a:lnTo>
                    <a:pt x="2886062" y="1789163"/>
                  </a:lnTo>
                  <a:lnTo>
                    <a:pt x="2886062" y="1786534"/>
                  </a:lnTo>
                  <a:close/>
                </a:path>
                <a:path w="5695950" h="1792604">
                  <a:moveTo>
                    <a:pt x="2886062" y="894994"/>
                  </a:moveTo>
                  <a:lnTo>
                    <a:pt x="2885605" y="893876"/>
                  </a:lnTo>
                  <a:lnTo>
                    <a:pt x="2883738" y="892009"/>
                  </a:lnTo>
                  <a:lnTo>
                    <a:pt x="2882620" y="891540"/>
                  </a:lnTo>
                  <a:lnTo>
                    <a:pt x="2879991" y="891540"/>
                  </a:lnTo>
                  <a:lnTo>
                    <a:pt x="2878874" y="892009"/>
                  </a:lnTo>
                  <a:lnTo>
                    <a:pt x="2877007" y="893876"/>
                  </a:lnTo>
                  <a:lnTo>
                    <a:pt x="2876537" y="894994"/>
                  </a:lnTo>
                  <a:lnTo>
                    <a:pt x="2876537" y="897623"/>
                  </a:lnTo>
                  <a:lnTo>
                    <a:pt x="2877007" y="898740"/>
                  </a:lnTo>
                  <a:lnTo>
                    <a:pt x="2878874" y="900607"/>
                  </a:lnTo>
                  <a:lnTo>
                    <a:pt x="2879991" y="901065"/>
                  </a:lnTo>
                  <a:lnTo>
                    <a:pt x="2882620" y="901065"/>
                  </a:lnTo>
                  <a:lnTo>
                    <a:pt x="2883738" y="900607"/>
                  </a:lnTo>
                  <a:lnTo>
                    <a:pt x="2885605" y="898740"/>
                  </a:lnTo>
                  <a:lnTo>
                    <a:pt x="2886062" y="897623"/>
                  </a:lnTo>
                  <a:lnTo>
                    <a:pt x="2886062" y="894994"/>
                  </a:lnTo>
                  <a:close/>
                </a:path>
                <a:path w="5695950" h="1792604">
                  <a:moveTo>
                    <a:pt x="2886062" y="3454"/>
                  </a:moveTo>
                  <a:lnTo>
                    <a:pt x="2885605" y="2336"/>
                  </a:lnTo>
                  <a:lnTo>
                    <a:pt x="2883738" y="469"/>
                  </a:lnTo>
                  <a:lnTo>
                    <a:pt x="2882620" y="0"/>
                  </a:lnTo>
                  <a:lnTo>
                    <a:pt x="2879991" y="0"/>
                  </a:lnTo>
                  <a:lnTo>
                    <a:pt x="2878874" y="469"/>
                  </a:lnTo>
                  <a:lnTo>
                    <a:pt x="2877007" y="2336"/>
                  </a:lnTo>
                  <a:lnTo>
                    <a:pt x="2876537" y="3454"/>
                  </a:lnTo>
                  <a:lnTo>
                    <a:pt x="2876537" y="6083"/>
                  </a:lnTo>
                  <a:lnTo>
                    <a:pt x="2877007" y="7200"/>
                  </a:lnTo>
                  <a:lnTo>
                    <a:pt x="2878874" y="9067"/>
                  </a:lnTo>
                  <a:lnTo>
                    <a:pt x="2879991" y="9525"/>
                  </a:lnTo>
                  <a:lnTo>
                    <a:pt x="2882620" y="9525"/>
                  </a:lnTo>
                  <a:lnTo>
                    <a:pt x="2883738" y="9067"/>
                  </a:lnTo>
                  <a:lnTo>
                    <a:pt x="2885605" y="7200"/>
                  </a:lnTo>
                  <a:lnTo>
                    <a:pt x="2886062" y="6083"/>
                  </a:lnTo>
                  <a:lnTo>
                    <a:pt x="2886062" y="3454"/>
                  </a:lnTo>
                  <a:close/>
                </a:path>
                <a:path w="5695950" h="1792604">
                  <a:moveTo>
                    <a:pt x="2933687" y="1786534"/>
                  </a:moveTo>
                  <a:lnTo>
                    <a:pt x="2933230" y="1785416"/>
                  </a:lnTo>
                  <a:lnTo>
                    <a:pt x="2931363" y="1783549"/>
                  </a:lnTo>
                  <a:lnTo>
                    <a:pt x="2930245" y="1783080"/>
                  </a:lnTo>
                  <a:lnTo>
                    <a:pt x="2927616" y="1783080"/>
                  </a:lnTo>
                  <a:lnTo>
                    <a:pt x="2926499" y="1783549"/>
                  </a:lnTo>
                  <a:lnTo>
                    <a:pt x="2924632" y="1785416"/>
                  </a:lnTo>
                  <a:lnTo>
                    <a:pt x="2924162" y="1786534"/>
                  </a:lnTo>
                  <a:lnTo>
                    <a:pt x="2924162" y="1789163"/>
                  </a:lnTo>
                  <a:lnTo>
                    <a:pt x="2924632" y="1790280"/>
                  </a:lnTo>
                  <a:lnTo>
                    <a:pt x="2926499" y="1792147"/>
                  </a:lnTo>
                  <a:lnTo>
                    <a:pt x="2927616" y="1792605"/>
                  </a:lnTo>
                  <a:lnTo>
                    <a:pt x="2930245" y="1792605"/>
                  </a:lnTo>
                  <a:lnTo>
                    <a:pt x="2931363" y="1792147"/>
                  </a:lnTo>
                  <a:lnTo>
                    <a:pt x="2933230" y="1790280"/>
                  </a:lnTo>
                  <a:lnTo>
                    <a:pt x="2933687" y="1789163"/>
                  </a:lnTo>
                  <a:lnTo>
                    <a:pt x="2933687" y="1786534"/>
                  </a:lnTo>
                  <a:close/>
                </a:path>
                <a:path w="5695950" h="1792604">
                  <a:moveTo>
                    <a:pt x="2933687" y="894994"/>
                  </a:moveTo>
                  <a:lnTo>
                    <a:pt x="2933230" y="893876"/>
                  </a:lnTo>
                  <a:lnTo>
                    <a:pt x="2931363" y="892009"/>
                  </a:lnTo>
                  <a:lnTo>
                    <a:pt x="2930245" y="891540"/>
                  </a:lnTo>
                  <a:lnTo>
                    <a:pt x="2927616" y="891540"/>
                  </a:lnTo>
                  <a:lnTo>
                    <a:pt x="2926499" y="892009"/>
                  </a:lnTo>
                  <a:lnTo>
                    <a:pt x="2924632" y="893876"/>
                  </a:lnTo>
                  <a:lnTo>
                    <a:pt x="2924162" y="894994"/>
                  </a:lnTo>
                  <a:lnTo>
                    <a:pt x="2924162" y="897623"/>
                  </a:lnTo>
                  <a:lnTo>
                    <a:pt x="2924632" y="898740"/>
                  </a:lnTo>
                  <a:lnTo>
                    <a:pt x="2926499" y="900607"/>
                  </a:lnTo>
                  <a:lnTo>
                    <a:pt x="2927616" y="901065"/>
                  </a:lnTo>
                  <a:lnTo>
                    <a:pt x="2930245" y="901065"/>
                  </a:lnTo>
                  <a:lnTo>
                    <a:pt x="2931363" y="900607"/>
                  </a:lnTo>
                  <a:lnTo>
                    <a:pt x="2933230" y="898740"/>
                  </a:lnTo>
                  <a:lnTo>
                    <a:pt x="2933687" y="897623"/>
                  </a:lnTo>
                  <a:lnTo>
                    <a:pt x="2933687" y="894994"/>
                  </a:lnTo>
                  <a:close/>
                </a:path>
                <a:path w="5695950" h="1792604">
                  <a:moveTo>
                    <a:pt x="2933687" y="3454"/>
                  </a:moveTo>
                  <a:lnTo>
                    <a:pt x="2933230" y="2336"/>
                  </a:lnTo>
                  <a:lnTo>
                    <a:pt x="2931363" y="469"/>
                  </a:lnTo>
                  <a:lnTo>
                    <a:pt x="2930245" y="0"/>
                  </a:lnTo>
                  <a:lnTo>
                    <a:pt x="2927616" y="0"/>
                  </a:lnTo>
                  <a:lnTo>
                    <a:pt x="2926499" y="469"/>
                  </a:lnTo>
                  <a:lnTo>
                    <a:pt x="2924632" y="2336"/>
                  </a:lnTo>
                  <a:lnTo>
                    <a:pt x="2924162" y="3454"/>
                  </a:lnTo>
                  <a:lnTo>
                    <a:pt x="2924162" y="6083"/>
                  </a:lnTo>
                  <a:lnTo>
                    <a:pt x="2924632" y="7200"/>
                  </a:lnTo>
                  <a:lnTo>
                    <a:pt x="2926499" y="9067"/>
                  </a:lnTo>
                  <a:lnTo>
                    <a:pt x="2927616" y="9525"/>
                  </a:lnTo>
                  <a:lnTo>
                    <a:pt x="2930245" y="9525"/>
                  </a:lnTo>
                  <a:lnTo>
                    <a:pt x="2931363" y="9067"/>
                  </a:lnTo>
                  <a:lnTo>
                    <a:pt x="2933230" y="7200"/>
                  </a:lnTo>
                  <a:lnTo>
                    <a:pt x="2933687" y="6083"/>
                  </a:lnTo>
                  <a:lnTo>
                    <a:pt x="2933687" y="3454"/>
                  </a:lnTo>
                  <a:close/>
                </a:path>
                <a:path w="5695950" h="1792604">
                  <a:moveTo>
                    <a:pt x="2981312" y="1786534"/>
                  </a:moveTo>
                  <a:lnTo>
                    <a:pt x="2980855" y="1785416"/>
                  </a:lnTo>
                  <a:lnTo>
                    <a:pt x="2978988" y="1783549"/>
                  </a:lnTo>
                  <a:lnTo>
                    <a:pt x="2977870" y="1783080"/>
                  </a:lnTo>
                  <a:lnTo>
                    <a:pt x="2975241" y="1783080"/>
                  </a:lnTo>
                  <a:lnTo>
                    <a:pt x="2974124" y="1783549"/>
                  </a:lnTo>
                  <a:lnTo>
                    <a:pt x="2972257" y="1785416"/>
                  </a:lnTo>
                  <a:lnTo>
                    <a:pt x="2971787" y="1786534"/>
                  </a:lnTo>
                  <a:lnTo>
                    <a:pt x="2971787" y="1789163"/>
                  </a:lnTo>
                  <a:lnTo>
                    <a:pt x="2972257" y="1790280"/>
                  </a:lnTo>
                  <a:lnTo>
                    <a:pt x="2974124" y="1792147"/>
                  </a:lnTo>
                  <a:lnTo>
                    <a:pt x="2975241" y="1792605"/>
                  </a:lnTo>
                  <a:lnTo>
                    <a:pt x="2977870" y="1792605"/>
                  </a:lnTo>
                  <a:lnTo>
                    <a:pt x="2978988" y="1792147"/>
                  </a:lnTo>
                  <a:lnTo>
                    <a:pt x="2980855" y="1790280"/>
                  </a:lnTo>
                  <a:lnTo>
                    <a:pt x="2981312" y="1789163"/>
                  </a:lnTo>
                  <a:lnTo>
                    <a:pt x="2981312" y="1786534"/>
                  </a:lnTo>
                  <a:close/>
                </a:path>
                <a:path w="5695950" h="1792604">
                  <a:moveTo>
                    <a:pt x="2981312" y="894994"/>
                  </a:moveTo>
                  <a:lnTo>
                    <a:pt x="2980855" y="893876"/>
                  </a:lnTo>
                  <a:lnTo>
                    <a:pt x="2978988" y="892009"/>
                  </a:lnTo>
                  <a:lnTo>
                    <a:pt x="2977870" y="891540"/>
                  </a:lnTo>
                  <a:lnTo>
                    <a:pt x="2975241" y="891540"/>
                  </a:lnTo>
                  <a:lnTo>
                    <a:pt x="2974124" y="892009"/>
                  </a:lnTo>
                  <a:lnTo>
                    <a:pt x="2972257" y="893876"/>
                  </a:lnTo>
                  <a:lnTo>
                    <a:pt x="2971787" y="894994"/>
                  </a:lnTo>
                  <a:lnTo>
                    <a:pt x="2971787" y="897623"/>
                  </a:lnTo>
                  <a:lnTo>
                    <a:pt x="2972257" y="898740"/>
                  </a:lnTo>
                  <a:lnTo>
                    <a:pt x="2974124" y="900607"/>
                  </a:lnTo>
                  <a:lnTo>
                    <a:pt x="2975241" y="901065"/>
                  </a:lnTo>
                  <a:lnTo>
                    <a:pt x="2977870" y="901065"/>
                  </a:lnTo>
                  <a:lnTo>
                    <a:pt x="2978988" y="900607"/>
                  </a:lnTo>
                  <a:lnTo>
                    <a:pt x="2980855" y="898740"/>
                  </a:lnTo>
                  <a:lnTo>
                    <a:pt x="2981312" y="897623"/>
                  </a:lnTo>
                  <a:lnTo>
                    <a:pt x="2981312" y="894994"/>
                  </a:lnTo>
                  <a:close/>
                </a:path>
                <a:path w="5695950" h="1792604">
                  <a:moveTo>
                    <a:pt x="2981312" y="3454"/>
                  </a:moveTo>
                  <a:lnTo>
                    <a:pt x="2980855" y="2336"/>
                  </a:lnTo>
                  <a:lnTo>
                    <a:pt x="2978988" y="469"/>
                  </a:lnTo>
                  <a:lnTo>
                    <a:pt x="2977870" y="0"/>
                  </a:lnTo>
                  <a:lnTo>
                    <a:pt x="2975241" y="0"/>
                  </a:lnTo>
                  <a:lnTo>
                    <a:pt x="2974124" y="469"/>
                  </a:lnTo>
                  <a:lnTo>
                    <a:pt x="2972257" y="2336"/>
                  </a:lnTo>
                  <a:lnTo>
                    <a:pt x="2971787" y="3454"/>
                  </a:lnTo>
                  <a:lnTo>
                    <a:pt x="2971787" y="6083"/>
                  </a:lnTo>
                  <a:lnTo>
                    <a:pt x="2972257" y="7200"/>
                  </a:lnTo>
                  <a:lnTo>
                    <a:pt x="2974124" y="9067"/>
                  </a:lnTo>
                  <a:lnTo>
                    <a:pt x="2975241" y="9525"/>
                  </a:lnTo>
                  <a:lnTo>
                    <a:pt x="2977870" y="9525"/>
                  </a:lnTo>
                  <a:lnTo>
                    <a:pt x="2978988" y="9067"/>
                  </a:lnTo>
                  <a:lnTo>
                    <a:pt x="2980855" y="7200"/>
                  </a:lnTo>
                  <a:lnTo>
                    <a:pt x="2981312" y="6083"/>
                  </a:lnTo>
                  <a:lnTo>
                    <a:pt x="2981312" y="3454"/>
                  </a:lnTo>
                  <a:close/>
                </a:path>
                <a:path w="5695950" h="1792604">
                  <a:moveTo>
                    <a:pt x="3028937" y="1786534"/>
                  </a:moveTo>
                  <a:lnTo>
                    <a:pt x="3028480" y="1785416"/>
                  </a:lnTo>
                  <a:lnTo>
                    <a:pt x="3026613" y="1783549"/>
                  </a:lnTo>
                  <a:lnTo>
                    <a:pt x="3025495" y="1783080"/>
                  </a:lnTo>
                  <a:lnTo>
                    <a:pt x="3022866" y="1783080"/>
                  </a:lnTo>
                  <a:lnTo>
                    <a:pt x="3021736" y="1783549"/>
                  </a:lnTo>
                  <a:lnTo>
                    <a:pt x="3019882" y="1785416"/>
                  </a:lnTo>
                  <a:lnTo>
                    <a:pt x="3019412" y="1786534"/>
                  </a:lnTo>
                  <a:lnTo>
                    <a:pt x="3019412" y="1789163"/>
                  </a:lnTo>
                  <a:lnTo>
                    <a:pt x="3019882" y="1790280"/>
                  </a:lnTo>
                  <a:lnTo>
                    <a:pt x="3021736" y="1792147"/>
                  </a:lnTo>
                  <a:lnTo>
                    <a:pt x="3022866" y="1792605"/>
                  </a:lnTo>
                  <a:lnTo>
                    <a:pt x="3025495" y="1792605"/>
                  </a:lnTo>
                  <a:lnTo>
                    <a:pt x="3026613" y="1792147"/>
                  </a:lnTo>
                  <a:lnTo>
                    <a:pt x="3028480" y="1790280"/>
                  </a:lnTo>
                  <a:lnTo>
                    <a:pt x="3028937" y="1789163"/>
                  </a:lnTo>
                  <a:lnTo>
                    <a:pt x="3028937" y="1786534"/>
                  </a:lnTo>
                  <a:close/>
                </a:path>
                <a:path w="5695950" h="1792604">
                  <a:moveTo>
                    <a:pt x="3028937" y="894994"/>
                  </a:moveTo>
                  <a:lnTo>
                    <a:pt x="3028480" y="893876"/>
                  </a:lnTo>
                  <a:lnTo>
                    <a:pt x="3026613" y="892009"/>
                  </a:lnTo>
                  <a:lnTo>
                    <a:pt x="3025495" y="891540"/>
                  </a:lnTo>
                  <a:lnTo>
                    <a:pt x="3022866" y="891540"/>
                  </a:lnTo>
                  <a:lnTo>
                    <a:pt x="3021736" y="892009"/>
                  </a:lnTo>
                  <a:lnTo>
                    <a:pt x="3019882" y="893876"/>
                  </a:lnTo>
                  <a:lnTo>
                    <a:pt x="3019412" y="894994"/>
                  </a:lnTo>
                  <a:lnTo>
                    <a:pt x="3019412" y="897623"/>
                  </a:lnTo>
                  <a:lnTo>
                    <a:pt x="3019882" y="898740"/>
                  </a:lnTo>
                  <a:lnTo>
                    <a:pt x="3021736" y="900607"/>
                  </a:lnTo>
                  <a:lnTo>
                    <a:pt x="3022866" y="901065"/>
                  </a:lnTo>
                  <a:lnTo>
                    <a:pt x="3025495" y="901065"/>
                  </a:lnTo>
                  <a:lnTo>
                    <a:pt x="3026613" y="900607"/>
                  </a:lnTo>
                  <a:lnTo>
                    <a:pt x="3028480" y="898740"/>
                  </a:lnTo>
                  <a:lnTo>
                    <a:pt x="3028937" y="897623"/>
                  </a:lnTo>
                  <a:lnTo>
                    <a:pt x="3028937" y="894994"/>
                  </a:lnTo>
                  <a:close/>
                </a:path>
                <a:path w="5695950" h="1792604">
                  <a:moveTo>
                    <a:pt x="3028937" y="3454"/>
                  </a:moveTo>
                  <a:lnTo>
                    <a:pt x="3028480" y="2336"/>
                  </a:lnTo>
                  <a:lnTo>
                    <a:pt x="3026613" y="469"/>
                  </a:lnTo>
                  <a:lnTo>
                    <a:pt x="3025495" y="0"/>
                  </a:lnTo>
                  <a:lnTo>
                    <a:pt x="3022866" y="0"/>
                  </a:lnTo>
                  <a:lnTo>
                    <a:pt x="3021736" y="469"/>
                  </a:lnTo>
                  <a:lnTo>
                    <a:pt x="3019882" y="2336"/>
                  </a:lnTo>
                  <a:lnTo>
                    <a:pt x="3019412" y="3454"/>
                  </a:lnTo>
                  <a:lnTo>
                    <a:pt x="3019412" y="6083"/>
                  </a:lnTo>
                  <a:lnTo>
                    <a:pt x="3019882" y="7200"/>
                  </a:lnTo>
                  <a:lnTo>
                    <a:pt x="3021736" y="9067"/>
                  </a:lnTo>
                  <a:lnTo>
                    <a:pt x="3022866" y="9525"/>
                  </a:lnTo>
                  <a:lnTo>
                    <a:pt x="3025495" y="9525"/>
                  </a:lnTo>
                  <a:lnTo>
                    <a:pt x="3026613" y="9067"/>
                  </a:lnTo>
                  <a:lnTo>
                    <a:pt x="3028480" y="7200"/>
                  </a:lnTo>
                  <a:lnTo>
                    <a:pt x="3028937" y="6083"/>
                  </a:lnTo>
                  <a:lnTo>
                    <a:pt x="3028937" y="3454"/>
                  </a:lnTo>
                  <a:close/>
                </a:path>
                <a:path w="5695950" h="1792604">
                  <a:moveTo>
                    <a:pt x="3076562" y="1786534"/>
                  </a:moveTo>
                  <a:lnTo>
                    <a:pt x="3076105" y="1785416"/>
                  </a:lnTo>
                  <a:lnTo>
                    <a:pt x="3074238" y="1783549"/>
                  </a:lnTo>
                  <a:lnTo>
                    <a:pt x="3073120" y="1783080"/>
                  </a:lnTo>
                  <a:lnTo>
                    <a:pt x="3070491" y="1783080"/>
                  </a:lnTo>
                  <a:lnTo>
                    <a:pt x="3069374" y="1783549"/>
                  </a:lnTo>
                  <a:lnTo>
                    <a:pt x="3067507" y="1785416"/>
                  </a:lnTo>
                  <a:lnTo>
                    <a:pt x="3067037" y="1786534"/>
                  </a:lnTo>
                  <a:lnTo>
                    <a:pt x="3067037" y="1789163"/>
                  </a:lnTo>
                  <a:lnTo>
                    <a:pt x="3067507" y="1790280"/>
                  </a:lnTo>
                  <a:lnTo>
                    <a:pt x="3069374" y="1792147"/>
                  </a:lnTo>
                  <a:lnTo>
                    <a:pt x="3070491" y="1792605"/>
                  </a:lnTo>
                  <a:lnTo>
                    <a:pt x="3073120" y="1792605"/>
                  </a:lnTo>
                  <a:lnTo>
                    <a:pt x="3074238" y="1792147"/>
                  </a:lnTo>
                  <a:lnTo>
                    <a:pt x="3076105" y="1790280"/>
                  </a:lnTo>
                  <a:lnTo>
                    <a:pt x="3076562" y="1789163"/>
                  </a:lnTo>
                  <a:lnTo>
                    <a:pt x="3076562" y="1786534"/>
                  </a:lnTo>
                  <a:close/>
                </a:path>
                <a:path w="5695950" h="1792604">
                  <a:moveTo>
                    <a:pt x="3076562" y="894994"/>
                  </a:moveTo>
                  <a:lnTo>
                    <a:pt x="3076105" y="893876"/>
                  </a:lnTo>
                  <a:lnTo>
                    <a:pt x="3074238" y="892009"/>
                  </a:lnTo>
                  <a:lnTo>
                    <a:pt x="3073120" y="891540"/>
                  </a:lnTo>
                  <a:lnTo>
                    <a:pt x="3070491" y="891540"/>
                  </a:lnTo>
                  <a:lnTo>
                    <a:pt x="3069374" y="892009"/>
                  </a:lnTo>
                  <a:lnTo>
                    <a:pt x="3067507" y="893876"/>
                  </a:lnTo>
                  <a:lnTo>
                    <a:pt x="3067037" y="894994"/>
                  </a:lnTo>
                  <a:lnTo>
                    <a:pt x="3067037" y="897623"/>
                  </a:lnTo>
                  <a:lnTo>
                    <a:pt x="3067507" y="898740"/>
                  </a:lnTo>
                  <a:lnTo>
                    <a:pt x="3069374" y="900607"/>
                  </a:lnTo>
                  <a:lnTo>
                    <a:pt x="3070491" y="901065"/>
                  </a:lnTo>
                  <a:lnTo>
                    <a:pt x="3073120" y="901065"/>
                  </a:lnTo>
                  <a:lnTo>
                    <a:pt x="3074238" y="900607"/>
                  </a:lnTo>
                  <a:lnTo>
                    <a:pt x="3076105" y="898740"/>
                  </a:lnTo>
                  <a:lnTo>
                    <a:pt x="3076562" y="897623"/>
                  </a:lnTo>
                  <a:lnTo>
                    <a:pt x="3076562" y="894994"/>
                  </a:lnTo>
                  <a:close/>
                </a:path>
                <a:path w="5695950" h="1792604">
                  <a:moveTo>
                    <a:pt x="3076562" y="3454"/>
                  </a:moveTo>
                  <a:lnTo>
                    <a:pt x="3076105" y="2336"/>
                  </a:lnTo>
                  <a:lnTo>
                    <a:pt x="3074238" y="469"/>
                  </a:lnTo>
                  <a:lnTo>
                    <a:pt x="3073120" y="0"/>
                  </a:lnTo>
                  <a:lnTo>
                    <a:pt x="3070491" y="0"/>
                  </a:lnTo>
                  <a:lnTo>
                    <a:pt x="3069374" y="469"/>
                  </a:lnTo>
                  <a:lnTo>
                    <a:pt x="3067507" y="2336"/>
                  </a:lnTo>
                  <a:lnTo>
                    <a:pt x="3067037" y="3454"/>
                  </a:lnTo>
                  <a:lnTo>
                    <a:pt x="3067037" y="6083"/>
                  </a:lnTo>
                  <a:lnTo>
                    <a:pt x="3067507" y="7200"/>
                  </a:lnTo>
                  <a:lnTo>
                    <a:pt x="3069374" y="9067"/>
                  </a:lnTo>
                  <a:lnTo>
                    <a:pt x="3070491" y="9525"/>
                  </a:lnTo>
                  <a:lnTo>
                    <a:pt x="3073120" y="9525"/>
                  </a:lnTo>
                  <a:lnTo>
                    <a:pt x="3074238" y="9067"/>
                  </a:lnTo>
                  <a:lnTo>
                    <a:pt x="3076105" y="7200"/>
                  </a:lnTo>
                  <a:lnTo>
                    <a:pt x="3076562" y="6083"/>
                  </a:lnTo>
                  <a:lnTo>
                    <a:pt x="3076562" y="3454"/>
                  </a:lnTo>
                  <a:close/>
                </a:path>
                <a:path w="5695950" h="1792604">
                  <a:moveTo>
                    <a:pt x="3124187" y="1786534"/>
                  </a:moveTo>
                  <a:lnTo>
                    <a:pt x="3123730" y="1785416"/>
                  </a:lnTo>
                  <a:lnTo>
                    <a:pt x="3121863" y="1783549"/>
                  </a:lnTo>
                  <a:lnTo>
                    <a:pt x="3120745" y="1783080"/>
                  </a:lnTo>
                  <a:lnTo>
                    <a:pt x="3118116" y="1783080"/>
                  </a:lnTo>
                  <a:lnTo>
                    <a:pt x="3116999" y="1783549"/>
                  </a:lnTo>
                  <a:lnTo>
                    <a:pt x="3115132" y="1785416"/>
                  </a:lnTo>
                  <a:lnTo>
                    <a:pt x="3114662" y="1786534"/>
                  </a:lnTo>
                  <a:lnTo>
                    <a:pt x="3114662" y="1789163"/>
                  </a:lnTo>
                  <a:lnTo>
                    <a:pt x="3115132" y="1790280"/>
                  </a:lnTo>
                  <a:lnTo>
                    <a:pt x="3116999" y="1792147"/>
                  </a:lnTo>
                  <a:lnTo>
                    <a:pt x="3118116" y="1792605"/>
                  </a:lnTo>
                  <a:lnTo>
                    <a:pt x="3120745" y="1792605"/>
                  </a:lnTo>
                  <a:lnTo>
                    <a:pt x="3121863" y="1792147"/>
                  </a:lnTo>
                  <a:lnTo>
                    <a:pt x="3123730" y="1790280"/>
                  </a:lnTo>
                  <a:lnTo>
                    <a:pt x="3124187" y="1789163"/>
                  </a:lnTo>
                  <a:lnTo>
                    <a:pt x="3124187" y="1786534"/>
                  </a:lnTo>
                  <a:close/>
                </a:path>
                <a:path w="5695950" h="1792604">
                  <a:moveTo>
                    <a:pt x="3124187" y="894994"/>
                  </a:moveTo>
                  <a:lnTo>
                    <a:pt x="3123730" y="893876"/>
                  </a:lnTo>
                  <a:lnTo>
                    <a:pt x="3121863" y="892009"/>
                  </a:lnTo>
                  <a:lnTo>
                    <a:pt x="3120745" y="891540"/>
                  </a:lnTo>
                  <a:lnTo>
                    <a:pt x="3118116" y="891540"/>
                  </a:lnTo>
                  <a:lnTo>
                    <a:pt x="3116999" y="892009"/>
                  </a:lnTo>
                  <a:lnTo>
                    <a:pt x="3115132" y="893876"/>
                  </a:lnTo>
                  <a:lnTo>
                    <a:pt x="3114662" y="894994"/>
                  </a:lnTo>
                  <a:lnTo>
                    <a:pt x="3114662" y="897623"/>
                  </a:lnTo>
                  <a:lnTo>
                    <a:pt x="3115132" y="898740"/>
                  </a:lnTo>
                  <a:lnTo>
                    <a:pt x="3116999" y="900607"/>
                  </a:lnTo>
                  <a:lnTo>
                    <a:pt x="3118116" y="901065"/>
                  </a:lnTo>
                  <a:lnTo>
                    <a:pt x="3120745" y="901065"/>
                  </a:lnTo>
                  <a:lnTo>
                    <a:pt x="3121863" y="900607"/>
                  </a:lnTo>
                  <a:lnTo>
                    <a:pt x="3123730" y="898740"/>
                  </a:lnTo>
                  <a:lnTo>
                    <a:pt x="3124187" y="897623"/>
                  </a:lnTo>
                  <a:lnTo>
                    <a:pt x="3124187" y="894994"/>
                  </a:lnTo>
                  <a:close/>
                </a:path>
                <a:path w="5695950" h="1792604">
                  <a:moveTo>
                    <a:pt x="3124187" y="3454"/>
                  </a:moveTo>
                  <a:lnTo>
                    <a:pt x="3123730" y="2336"/>
                  </a:lnTo>
                  <a:lnTo>
                    <a:pt x="3121863" y="469"/>
                  </a:lnTo>
                  <a:lnTo>
                    <a:pt x="3120745" y="0"/>
                  </a:lnTo>
                  <a:lnTo>
                    <a:pt x="3118116" y="0"/>
                  </a:lnTo>
                  <a:lnTo>
                    <a:pt x="3116999" y="469"/>
                  </a:lnTo>
                  <a:lnTo>
                    <a:pt x="3115132" y="2336"/>
                  </a:lnTo>
                  <a:lnTo>
                    <a:pt x="3114662" y="3454"/>
                  </a:lnTo>
                  <a:lnTo>
                    <a:pt x="3114662" y="6083"/>
                  </a:lnTo>
                  <a:lnTo>
                    <a:pt x="3115132" y="7200"/>
                  </a:lnTo>
                  <a:lnTo>
                    <a:pt x="3116999" y="9067"/>
                  </a:lnTo>
                  <a:lnTo>
                    <a:pt x="3118116" y="9525"/>
                  </a:lnTo>
                  <a:lnTo>
                    <a:pt x="3120745" y="9525"/>
                  </a:lnTo>
                  <a:lnTo>
                    <a:pt x="3121863" y="9067"/>
                  </a:lnTo>
                  <a:lnTo>
                    <a:pt x="3123730" y="7200"/>
                  </a:lnTo>
                  <a:lnTo>
                    <a:pt x="3124187" y="6083"/>
                  </a:lnTo>
                  <a:lnTo>
                    <a:pt x="3124187" y="3454"/>
                  </a:lnTo>
                  <a:close/>
                </a:path>
                <a:path w="5695950" h="1792604">
                  <a:moveTo>
                    <a:pt x="3171812" y="1786534"/>
                  </a:moveTo>
                  <a:lnTo>
                    <a:pt x="3171355" y="1785416"/>
                  </a:lnTo>
                  <a:lnTo>
                    <a:pt x="3169488" y="1783549"/>
                  </a:lnTo>
                  <a:lnTo>
                    <a:pt x="3168370" y="1783080"/>
                  </a:lnTo>
                  <a:lnTo>
                    <a:pt x="3165741" y="1783080"/>
                  </a:lnTo>
                  <a:lnTo>
                    <a:pt x="3164624" y="1783549"/>
                  </a:lnTo>
                  <a:lnTo>
                    <a:pt x="3162757" y="1785416"/>
                  </a:lnTo>
                  <a:lnTo>
                    <a:pt x="3162287" y="1786534"/>
                  </a:lnTo>
                  <a:lnTo>
                    <a:pt x="3162287" y="1789163"/>
                  </a:lnTo>
                  <a:lnTo>
                    <a:pt x="3162757" y="1790280"/>
                  </a:lnTo>
                  <a:lnTo>
                    <a:pt x="3164624" y="1792147"/>
                  </a:lnTo>
                  <a:lnTo>
                    <a:pt x="3165741" y="1792605"/>
                  </a:lnTo>
                  <a:lnTo>
                    <a:pt x="3168370" y="1792605"/>
                  </a:lnTo>
                  <a:lnTo>
                    <a:pt x="3169488" y="1792147"/>
                  </a:lnTo>
                  <a:lnTo>
                    <a:pt x="3171355" y="1790280"/>
                  </a:lnTo>
                  <a:lnTo>
                    <a:pt x="3171812" y="1789163"/>
                  </a:lnTo>
                  <a:lnTo>
                    <a:pt x="3171812" y="1786534"/>
                  </a:lnTo>
                  <a:close/>
                </a:path>
                <a:path w="5695950" h="1792604">
                  <a:moveTo>
                    <a:pt x="3171812" y="894994"/>
                  </a:moveTo>
                  <a:lnTo>
                    <a:pt x="3171355" y="893876"/>
                  </a:lnTo>
                  <a:lnTo>
                    <a:pt x="3169488" y="892009"/>
                  </a:lnTo>
                  <a:lnTo>
                    <a:pt x="3168370" y="891540"/>
                  </a:lnTo>
                  <a:lnTo>
                    <a:pt x="3165741" y="891540"/>
                  </a:lnTo>
                  <a:lnTo>
                    <a:pt x="3164624" y="892009"/>
                  </a:lnTo>
                  <a:lnTo>
                    <a:pt x="3162757" y="893876"/>
                  </a:lnTo>
                  <a:lnTo>
                    <a:pt x="3162287" y="894994"/>
                  </a:lnTo>
                  <a:lnTo>
                    <a:pt x="3162287" y="897623"/>
                  </a:lnTo>
                  <a:lnTo>
                    <a:pt x="3162757" y="898740"/>
                  </a:lnTo>
                  <a:lnTo>
                    <a:pt x="3164624" y="900607"/>
                  </a:lnTo>
                  <a:lnTo>
                    <a:pt x="3165741" y="901065"/>
                  </a:lnTo>
                  <a:lnTo>
                    <a:pt x="3168370" y="901065"/>
                  </a:lnTo>
                  <a:lnTo>
                    <a:pt x="3169488" y="900607"/>
                  </a:lnTo>
                  <a:lnTo>
                    <a:pt x="3171355" y="898740"/>
                  </a:lnTo>
                  <a:lnTo>
                    <a:pt x="3171812" y="897623"/>
                  </a:lnTo>
                  <a:lnTo>
                    <a:pt x="3171812" y="894994"/>
                  </a:lnTo>
                  <a:close/>
                </a:path>
                <a:path w="5695950" h="1792604">
                  <a:moveTo>
                    <a:pt x="3171812" y="3454"/>
                  </a:moveTo>
                  <a:lnTo>
                    <a:pt x="3171355" y="2336"/>
                  </a:lnTo>
                  <a:lnTo>
                    <a:pt x="3169488" y="469"/>
                  </a:lnTo>
                  <a:lnTo>
                    <a:pt x="3168370" y="0"/>
                  </a:lnTo>
                  <a:lnTo>
                    <a:pt x="3165741" y="0"/>
                  </a:lnTo>
                  <a:lnTo>
                    <a:pt x="3164624" y="469"/>
                  </a:lnTo>
                  <a:lnTo>
                    <a:pt x="3162757" y="2336"/>
                  </a:lnTo>
                  <a:lnTo>
                    <a:pt x="3162287" y="3454"/>
                  </a:lnTo>
                  <a:lnTo>
                    <a:pt x="3162287" y="6083"/>
                  </a:lnTo>
                  <a:lnTo>
                    <a:pt x="3162757" y="7200"/>
                  </a:lnTo>
                  <a:lnTo>
                    <a:pt x="3164624" y="9067"/>
                  </a:lnTo>
                  <a:lnTo>
                    <a:pt x="3165741" y="9525"/>
                  </a:lnTo>
                  <a:lnTo>
                    <a:pt x="3168370" y="9525"/>
                  </a:lnTo>
                  <a:lnTo>
                    <a:pt x="3169488" y="9067"/>
                  </a:lnTo>
                  <a:lnTo>
                    <a:pt x="3171355" y="7200"/>
                  </a:lnTo>
                  <a:lnTo>
                    <a:pt x="3171812" y="6083"/>
                  </a:lnTo>
                  <a:lnTo>
                    <a:pt x="3171812" y="3454"/>
                  </a:lnTo>
                  <a:close/>
                </a:path>
                <a:path w="5695950" h="1792604">
                  <a:moveTo>
                    <a:pt x="3219437" y="1786534"/>
                  </a:moveTo>
                  <a:lnTo>
                    <a:pt x="3218980" y="1785416"/>
                  </a:lnTo>
                  <a:lnTo>
                    <a:pt x="3217113" y="1783549"/>
                  </a:lnTo>
                  <a:lnTo>
                    <a:pt x="3215995" y="1783080"/>
                  </a:lnTo>
                  <a:lnTo>
                    <a:pt x="3213366" y="1783080"/>
                  </a:lnTo>
                  <a:lnTo>
                    <a:pt x="3212249" y="1783549"/>
                  </a:lnTo>
                  <a:lnTo>
                    <a:pt x="3210382" y="1785416"/>
                  </a:lnTo>
                  <a:lnTo>
                    <a:pt x="3209912" y="1786534"/>
                  </a:lnTo>
                  <a:lnTo>
                    <a:pt x="3209912" y="1789163"/>
                  </a:lnTo>
                  <a:lnTo>
                    <a:pt x="3210382" y="1790280"/>
                  </a:lnTo>
                  <a:lnTo>
                    <a:pt x="3212249" y="1792147"/>
                  </a:lnTo>
                  <a:lnTo>
                    <a:pt x="3213366" y="1792605"/>
                  </a:lnTo>
                  <a:lnTo>
                    <a:pt x="3215995" y="1792605"/>
                  </a:lnTo>
                  <a:lnTo>
                    <a:pt x="3217113" y="1792147"/>
                  </a:lnTo>
                  <a:lnTo>
                    <a:pt x="3218980" y="1790280"/>
                  </a:lnTo>
                  <a:lnTo>
                    <a:pt x="3219437" y="1789163"/>
                  </a:lnTo>
                  <a:lnTo>
                    <a:pt x="3219437" y="1786534"/>
                  </a:lnTo>
                  <a:close/>
                </a:path>
                <a:path w="5695950" h="1792604">
                  <a:moveTo>
                    <a:pt x="3219437" y="894994"/>
                  </a:moveTo>
                  <a:lnTo>
                    <a:pt x="3218980" y="893876"/>
                  </a:lnTo>
                  <a:lnTo>
                    <a:pt x="3217113" y="892009"/>
                  </a:lnTo>
                  <a:lnTo>
                    <a:pt x="3215995" y="891540"/>
                  </a:lnTo>
                  <a:lnTo>
                    <a:pt x="3213366" y="891540"/>
                  </a:lnTo>
                  <a:lnTo>
                    <a:pt x="3212249" y="892009"/>
                  </a:lnTo>
                  <a:lnTo>
                    <a:pt x="3210382" y="893876"/>
                  </a:lnTo>
                  <a:lnTo>
                    <a:pt x="3209912" y="894994"/>
                  </a:lnTo>
                  <a:lnTo>
                    <a:pt x="3209912" y="897623"/>
                  </a:lnTo>
                  <a:lnTo>
                    <a:pt x="3210382" y="898740"/>
                  </a:lnTo>
                  <a:lnTo>
                    <a:pt x="3212249" y="900607"/>
                  </a:lnTo>
                  <a:lnTo>
                    <a:pt x="3213366" y="901065"/>
                  </a:lnTo>
                  <a:lnTo>
                    <a:pt x="3215995" y="901065"/>
                  </a:lnTo>
                  <a:lnTo>
                    <a:pt x="3217113" y="900607"/>
                  </a:lnTo>
                  <a:lnTo>
                    <a:pt x="3218980" y="898740"/>
                  </a:lnTo>
                  <a:lnTo>
                    <a:pt x="3219437" y="897623"/>
                  </a:lnTo>
                  <a:lnTo>
                    <a:pt x="3219437" y="894994"/>
                  </a:lnTo>
                  <a:close/>
                </a:path>
                <a:path w="5695950" h="1792604">
                  <a:moveTo>
                    <a:pt x="3219437" y="3454"/>
                  </a:moveTo>
                  <a:lnTo>
                    <a:pt x="3218980" y="2336"/>
                  </a:lnTo>
                  <a:lnTo>
                    <a:pt x="3217113" y="469"/>
                  </a:lnTo>
                  <a:lnTo>
                    <a:pt x="3215995" y="0"/>
                  </a:lnTo>
                  <a:lnTo>
                    <a:pt x="3213366" y="0"/>
                  </a:lnTo>
                  <a:lnTo>
                    <a:pt x="3212249" y="469"/>
                  </a:lnTo>
                  <a:lnTo>
                    <a:pt x="3210382" y="2336"/>
                  </a:lnTo>
                  <a:lnTo>
                    <a:pt x="3209912" y="3454"/>
                  </a:lnTo>
                  <a:lnTo>
                    <a:pt x="3209912" y="6083"/>
                  </a:lnTo>
                  <a:lnTo>
                    <a:pt x="3210382" y="7200"/>
                  </a:lnTo>
                  <a:lnTo>
                    <a:pt x="3212249" y="9067"/>
                  </a:lnTo>
                  <a:lnTo>
                    <a:pt x="3213366" y="9525"/>
                  </a:lnTo>
                  <a:lnTo>
                    <a:pt x="3215995" y="9525"/>
                  </a:lnTo>
                  <a:lnTo>
                    <a:pt x="3217113" y="9067"/>
                  </a:lnTo>
                  <a:lnTo>
                    <a:pt x="3218980" y="7200"/>
                  </a:lnTo>
                  <a:lnTo>
                    <a:pt x="3219437" y="6083"/>
                  </a:lnTo>
                  <a:lnTo>
                    <a:pt x="3219437" y="3454"/>
                  </a:lnTo>
                  <a:close/>
                </a:path>
                <a:path w="5695950" h="1792604">
                  <a:moveTo>
                    <a:pt x="3267062" y="1786534"/>
                  </a:moveTo>
                  <a:lnTo>
                    <a:pt x="3266605" y="1785416"/>
                  </a:lnTo>
                  <a:lnTo>
                    <a:pt x="3264738" y="1783549"/>
                  </a:lnTo>
                  <a:lnTo>
                    <a:pt x="3263620" y="1783080"/>
                  </a:lnTo>
                  <a:lnTo>
                    <a:pt x="3260991" y="1783080"/>
                  </a:lnTo>
                  <a:lnTo>
                    <a:pt x="3259861" y="1783549"/>
                  </a:lnTo>
                  <a:lnTo>
                    <a:pt x="3258007" y="1785416"/>
                  </a:lnTo>
                  <a:lnTo>
                    <a:pt x="3257537" y="1786534"/>
                  </a:lnTo>
                  <a:lnTo>
                    <a:pt x="3257537" y="1789163"/>
                  </a:lnTo>
                  <a:lnTo>
                    <a:pt x="3258007" y="1790280"/>
                  </a:lnTo>
                  <a:lnTo>
                    <a:pt x="3259861" y="1792147"/>
                  </a:lnTo>
                  <a:lnTo>
                    <a:pt x="3260991" y="1792605"/>
                  </a:lnTo>
                  <a:lnTo>
                    <a:pt x="3263620" y="1792605"/>
                  </a:lnTo>
                  <a:lnTo>
                    <a:pt x="3264738" y="1792147"/>
                  </a:lnTo>
                  <a:lnTo>
                    <a:pt x="3266605" y="1790280"/>
                  </a:lnTo>
                  <a:lnTo>
                    <a:pt x="3267062" y="1789163"/>
                  </a:lnTo>
                  <a:lnTo>
                    <a:pt x="3267062" y="1786534"/>
                  </a:lnTo>
                  <a:close/>
                </a:path>
                <a:path w="5695950" h="1792604">
                  <a:moveTo>
                    <a:pt x="3267062" y="894994"/>
                  </a:moveTo>
                  <a:lnTo>
                    <a:pt x="3266605" y="893876"/>
                  </a:lnTo>
                  <a:lnTo>
                    <a:pt x="3264738" y="892009"/>
                  </a:lnTo>
                  <a:lnTo>
                    <a:pt x="3263620" y="891540"/>
                  </a:lnTo>
                  <a:lnTo>
                    <a:pt x="3260991" y="891540"/>
                  </a:lnTo>
                  <a:lnTo>
                    <a:pt x="3259861" y="892009"/>
                  </a:lnTo>
                  <a:lnTo>
                    <a:pt x="3258007" y="893876"/>
                  </a:lnTo>
                  <a:lnTo>
                    <a:pt x="3257537" y="894994"/>
                  </a:lnTo>
                  <a:lnTo>
                    <a:pt x="3257537" y="897623"/>
                  </a:lnTo>
                  <a:lnTo>
                    <a:pt x="3258007" y="898740"/>
                  </a:lnTo>
                  <a:lnTo>
                    <a:pt x="3259861" y="900607"/>
                  </a:lnTo>
                  <a:lnTo>
                    <a:pt x="3260991" y="901065"/>
                  </a:lnTo>
                  <a:lnTo>
                    <a:pt x="3263620" y="901065"/>
                  </a:lnTo>
                  <a:lnTo>
                    <a:pt x="3264738" y="900607"/>
                  </a:lnTo>
                  <a:lnTo>
                    <a:pt x="3266605" y="898740"/>
                  </a:lnTo>
                  <a:lnTo>
                    <a:pt x="3267062" y="897623"/>
                  </a:lnTo>
                  <a:lnTo>
                    <a:pt x="3267062" y="894994"/>
                  </a:lnTo>
                  <a:close/>
                </a:path>
                <a:path w="5695950" h="1792604">
                  <a:moveTo>
                    <a:pt x="3267062" y="3454"/>
                  </a:moveTo>
                  <a:lnTo>
                    <a:pt x="3266605" y="2336"/>
                  </a:lnTo>
                  <a:lnTo>
                    <a:pt x="3264738" y="469"/>
                  </a:lnTo>
                  <a:lnTo>
                    <a:pt x="3263620" y="0"/>
                  </a:lnTo>
                  <a:lnTo>
                    <a:pt x="3260991" y="0"/>
                  </a:lnTo>
                  <a:lnTo>
                    <a:pt x="3259861" y="469"/>
                  </a:lnTo>
                  <a:lnTo>
                    <a:pt x="3258007" y="2336"/>
                  </a:lnTo>
                  <a:lnTo>
                    <a:pt x="3257537" y="3454"/>
                  </a:lnTo>
                  <a:lnTo>
                    <a:pt x="3257537" y="6083"/>
                  </a:lnTo>
                  <a:lnTo>
                    <a:pt x="3258007" y="7200"/>
                  </a:lnTo>
                  <a:lnTo>
                    <a:pt x="3259861" y="9067"/>
                  </a:lnTo>
                  <a:lnTo>
                    <a:pt x="3260991" y="9525"/>
                  </a:lnTo>
                  <a:lnTo>
                    <a:pt x="3263620" y="9525"/>
                  </a:lnTo>
                  <a:lnTo>
                    <a:pt x="3264738" y="9067"/>
                  </a:lnTo>
                  <a:lnTo>
                    <a:pt x="3266605" y="7200"/>
                  </a:lnTo>
                  <a:lnTo>
                    <a:pt x="3267062" y="6083"/>
                  </a:lnTo>
                  <a:lnTo>
                    <a:pt x="3267062" y="3454"/>
                  </a:lnTo>
                  <a:close/>
                </a:path>
                <a:path w="5695950" h="1792604">
                  <a:moveTo>
                    <a:pt x="3314687" y="1786534"/>
                  </a:moveTo>
                  <a:lnTo>
                    <a:pt x="3314230" y="1785416"/>
                  </a:lnTo>
                  <a:lnTo>
                    <a:pt x="3312363" y="1783549"/>
                  </a:lnTo>
                  <a:lnTo>
                    <a:pt x="3311245" y="1783080"/>
                  </a:lnTo>
                  <a:lnTo>
                    <a:pt x="3308616" y="1783080"/>
                  </a:lnTo>
                  <a:lnTo>
                    <a:pt x="3307499" y="1783549"/>
                  </a:lnTo>
                  <a:lnTo>
                    <a:pt x="3305632" y="1785416"/>
                  </a:lnTo>
                  <a:lnTo>
                    <a:pt x="3305162" y="1786534"/>
                  </a:lnTo>
                  <a:lnTo>
                    <a:pt x="3305162" y="1789163"/>
                  </a:lnTo>
                  <a:lnTo>
                    <a:pt x="3305632" y="1790280"/>
                  </a:lnTo>
                  <a:lnTo>
                    <a:pt x="3307499" y="1792147"/>
                  </a:lnTo>
                  <a:lnTo>
                    <a:pt x="3308616" y="1792605"/>
                  </a:lnTo>
                  <a:lnTo>
                    <a:pt x="3311245" y="1792605"/>
                  </a:lnTo>
                  <a:lnTo>
                    <a:pt x="3312363" y="1792147"/>
                  </a:lnTo>
                  <a:lnTo>
                    <a:pt x="3314230" y="1790280"/>
                  </a:lnTo>
                  <a:lnTo>
                    <a:pt x="3314687" y="1789163"/>
                  </a:lnTo>
                  <a:lnTo>
                    <a:pt x="3314687" y="1786534"/>
                  </a:lnTo>
                  <a:close/>
                </a:path>
                <a:path w="5695950" h="1792604">
                  <a:moveTo>
                    <a:pt x="3314687" y="894994"/>
                  </a:moveTo>
                  <a:lnTo>
                    <a:pt x="3314230" y="893876"/>
                  </a:lnTo>
                  <a:lnTo>
                    <a:pt x="3312363" y="892009"/>
                  </a:lnTo>
                  <a:lnTo>
                    <a:pt x="3311245" y="891540"/>
                  </a:lnTo>
                  <a:lnTo>
                    <a:pt x="3308616" y="891540"/>
                  </a:lnTo>
                  <a:lnTo>
                    <a:pt x="3307499" y="892009"/>
                  </a:lnTo>
                  <a:lnTo>
                    <a:pt x="3305632" y="893876"/>
                  </a:lnTo>
                  <a:lnTo>
                    <a:pt x="3305162" y="894994"/>
                  </a:lnTo>
                  <a:lnTo>
                    <a:pt x="3305162" y="897623"/>
                  </a:lnTo>
                  <a:lnTo>
                    <a:pt x="3305632" y="898740"/>
                  </a:lnTo>
                  <a:lnTo>
                    <a:pt x="3307499" y="900607"/>
                  </a:lnTo>
                  <a:lnTo>
                    <a:pt x="3308616" y="901065"/>
                  </a:lnTo>
                  <a:lnTo>
                    <a:pt x="3311245" y="901065"/>
                  </a:lnTo>
                  <a:lnTo>
                    <a:pt x="3312363" y="900607"/>
                  </a:lnTo>
                  <a:lnTo>
                    <a:pt x="3314230" y="898740"/>
                  </a:lnTo>
                  <a:lnTo>
                    <a:pt x="3314687" y="897623"/>
                  </a:lnTo>
                  <a:lnTo>
                    <a:pt x="3314687" y="894994"/>
                  </a:lnTo>
                  <a:close/>
                </a:path>
                <a:path w="5695950" h="1792604">
                  <a:moveTo>
                    <a:pt x="3314687" y="3454"/>
                  </a:moveTo>
                  <a:lnTo>
                    <a:pt x="3314230" y="2336"/>
                  </a:lnTo>
                  <a:lnTo>
                    <a:pt x="3312363" y="469"/>
                  </a:lnTo>
                  <a:lnTo>
                    <a:pt x="3311245" y="0"/>
                  </a:lnTo>
                  <a:lnTo>
                    <a:pt x="3308616" y="0"/>
                  </a:lnTo>
                  <a:lnTo>
                    <a:pt x="3307499" y="469"/>
                  </a:lnTo>
                  <a:lnTo>
                    <a:pt x="3305632" y="2336"/>
                  </a:lnTo>
                  <a:lnTo>
                    <a:pt x="3305162" y="3454"/>
                  </a:lnTo>
                  <a:lnTo>
                    <a:pt x="3305162" y="6083"/>
                  </a:lnTo>
                  <a:lnTo>
                    <a:pt x="3305632" y="7200"/>
                  </a:lnTo>
                  <a:lnTo>
                    <a:pt x="3307499" y="9067"/>
                  </a:lnTo>
                  <a:lnTo>
                    <a:pt x="3308616" y="9525"/>
                  </a:lnTo>
                  <a:lnTo>
                    <a:pt x="3311245" y="9525"/>
                  </a:lnTo>
                  <a:lnTo>
                    <a:pt x="3312363" y="9067"/>
                  </a:lnTo>
                  <a:lnTo>
                    <a:pt x="3314230" y="7200"/>
                  </a:lnTo>
                  <a:lnTo>
                    <a:pt x="3314687" y="6083"/>
                  </a:lnTo>
                  <a:lnTo>
                    <a:pt x="3314687" y="3454"/>
                  </a:lnTo>
                  <a:close/>
                </a:path>
                <a:path w="5695950" h="1792604">
                  <a:moveTo>
                    <a:pt x="3362312" y="1786534"/>
                  </a:moveTo>
                  <a:lnTo>
                    <a:pt x="3361855" y="1785416"/>
                  </a:lnTo>
                  <a:lnTo>
                    <a:pt x="3359988" y="1783549"/>
                  </a:lnTo>
                  <a:lnTo>
                    <a:pt x="3358870" y="1783080"/>
                  </a:lnTo>
                  <a:lnTo>
                    <a:pt x="3356241" y="1783080"/>
                  </a:lnTo>
                  <a:lnTo>
                    <a:pt x="3355124" y="1783549"/>
                  </a:lnTo>
                  <a:lnTo>
                    <a:pt x="3353257" y="1785416"/>
                  </a:lnTo>
                  <a:lnTo>
                    <a:pt x="3352787" y="1786534"/>
                  </a:lnTo>
                  <a:lnTo>
                    <a:pt x="3352787" y="1789163"/>
                  </a:lnTo>
                  <a:lnTo>
                    <a:pt x="3353257" y="1790280"/>
                  </a:lnTo>
                  <a:lnTo>
                    <a:pt x="3355124" y="1792147"/>
                  </a:lnTo>
                  <a:lnTo>
                    <a:pt x="3356241" y="1792605"/>
                  </a:lnTo>
                  <a:lnTo>
                    <a:pt x="3358870" y="1792605"/>
                  </a:lnTo>
                  <a:lnTo>
                    <a:pt x="3359988" y="1792147"/>
                  </a:lnTo>
                  <a:lnTo>
                    <a:pt x="3361855" y="1790280"/>
                  </a:lnTo>
                  <a:lnTo>
                    <a:pt x="3362312" y="1789163"/>
                  </a:lnTo>
                  <a:lnTo>
                    <a:pt x="3362312" y="1786534"/>
                  </a:lnTo>
                  <a:close/>
                </a:path>
                <a:path w="5695950" h="1792604">
                  <a:moveTo>
                    <a:pt x="3362312" y="894994"/>
                  </a:moveTo>
                  <a:lnTo>
                    <a:pt x="3361855" y="893876"/>
                  </a:lnTo>
                  <a:lnTo>
                    <a:pt x="3359988" y="892009"/>
                  </a:lnTo>
                  <a:lnTo>
                    <a:pt x="3358870" y="891540"/>
                  </a:lnTo>
                  <a:lnTo>
                    <a:pt x="3356241" y="891540"/>
                  </a:lnTo>
                  <a:lnTo>
                    <a:pt x="3355124" y="892009"/>
                  </a:lnTo>
                  <a:lnTo>
                    <a:pt x="3353257" y="893876"/>
                  </a:lnTo>
                  <a:lnTo>
                    <a:pt x="3352787" y="894994"/>
                  </a:lnTo>
                  <a:lnTo>
                    <a:pt x="3352787" y="897623"/>
                  </a:lnTo>
                  <a:lnTo>
                    <a:pt x="3353257" y="898740"/>
                  </a:lnTo>
                  <a:lnTo>
                    <a:pt x="3355124" y="900607"/>
                  </a:lnTo>
                  <a:lnTo>
                    <a:pt x="3356241" y="901065"/>
                  </a:lnTo>
                  <a:lnTo>
                    <a:pt x="3358870" y="901065"/>
                  </a:lnTo>
                  <a:lnTo>
                    <a:pt x="3359988" y="900607"/>
                  </a:lnTo>
                  <a:lnTo>
                    <a:pt x="3361855" y="898740"/>
                  </a:lnTo>
                  <a:lnTo>
                    <a:pt x="3362312" y="897623"/>
                  </a:lnTo>
                  <a:lnTo>
                    <a:pt x="3362312" y="894994"/>
                  </a:lnTo>
                  <a:close/>
                </a:path>
                <a:path w="5695950" h="1792604">
                  <a:moveTo>
                    <a:pt x="3362312" y="3454"/>
                  </a:moveTo>
                  <a:lnTo>
                    <a:pt x="3361855" y="2336"/>
                  </a:lnTo>
                  <a:lnTo>
                    <a:pt x="3359988" y="469"/>
                  </a:lnTo>
                  <a:lnTo>
                    <a:pt x="3358870" y="0"/>
                  </a:lnTo>
                  <a:lnTo>
                    <a:pt x="3356241" y="0"/>
                  </a:lnTo>
                  <a:lnTo>
                    <a:pt x="3355124" y="469"/>
                  </a:lnTo>
                  <a:lnTo>
                    <a:pt x="3353257" y="2336"/>
                  </a:lnTo>
                  <a:lnTo>
                    <a:pt x="3352787" y="3454"/>
                  </a:lnTo>
                  <a:lnTo>
                    <a:pt x="3352787" y="6083"/>
                  </a:lnTo>
                  <a:lnTo>
                    <a:pt x="3353257" y="7200"/>
                  </a:lnTo>
                  <a:lnTo>
                    <a:pt x="3355124" y="9067"/>
                  </a:lnTo>
                  <a:lnTo>
                    <a:pt x="3356241" y="9525"/>
                  </a:lnTo>
                  <a:lnTo>
                    <a:pt x="3358870" y="9525"/>
                  </a:lnTo>
                  <a:lnTo>
                    <a:pt x="3359988" y="9067"/>
                  </a:lnTo>
                  <a:lnTo>
                    <a:pt x="3361855" y="7200"/>
                  </a:lnTo>
                  <a:lnTo>
                    <a:pt x="3362312" y="6083"/>
                  </a:lnTo>
                  <a:lnTo>
                    <a:pt x="3362312" y="3454"/>
                  </a:lnTo>
                  <a:close/>
                </a:path>
                <a:path w="5695950" h="1792604">
                  <a:moveTo>
                    <a:pt x="3409937" y="1786534"/>
                  </a:moveTo>
                  <a:lnTo>
                    <a:pt x="3409480" y="1785416"/>
                  </a:lnTo>
                  <a:lnTo>
                    <a:pt x="3407613" y="1783549"/>
                  </a:lnTo>
                  <a:lnTo>
                    <a:pt x="3406495" y="1783080"/>
                  </a:lnTo>
                  <a:lnTo>
                    <a:pt x="3403866" y="1783080"/>
                  </a:lnTo>
                  <a:lnTo>
                    <a:pt x="3402749" y="1783549"/>
                  </a:lnTo>
                  <a:lnTo>
                    <a:pt x="3400882" y="1785416"/>
                  </a:lnTo>
                  <a:lnTo>
                    <a:pt x="3400412" y="1786534"/>
                  </a:lnTo>
                  <a:lnTo>
                    <a:pt x="3400412" y="1789163"/>
                  </a:lnTo>
                  <a:lnTo>
                    <a:pt x="3400882" y="1790280"/>
                  </a:lnTo>
                  <a:lnTo>
                    <a:pt x="3402749" y="1792147"/>
                  </a:lnTo>
                  <a:lnTo>
                    <a:pt x="3403866" y="1792605"/>
                  </a:lnTo>
                  <a:lnTo>
                    <a:pt x="3406495" y="1792605"/>
                  </a:lnTo>
                  <a:lnTo>
                    <a:pt x="3407613" y="1792147"/>
                  </a:lnTo>
                  <a:lnTo>
                    <a:pt x="3409480" y="1790280"/>
                  </a:lnTo>
                  <a:lnTo>
                    <a:pt x="3409937" y="1789163"/>
                  </a:lnTo>
                  <a:lnTo>
                    <a:pt x="3409937" y="1786534"/>
                  </a:lnTo>
                  <a:close/>
                </a:path>
                <a:path w="5695950" h="1792604">
                  <a:moveTo>
                    <a:pt x="3409937" y="894994"/>
                  </a:moveTo>
                  <a:lnTo>
                    <a:pt x="3409480" y="893876"/>
                  </a:lnTo>
                  <a:lnTo>
                    <a:pt x="3407613" y="892009"/>
                  </a:lnTo>
                  <a:lnTo>
                    <a:pt x="3406495" y="891540"/>
                  </a:lnTo>
                  <a:lnTo>
                    <a:pt x="3403866" y="891540"/>
                  </a:lnTo>
                  <a:lnTo>
                    <a:pt x="3402749" y="892009"/>
                  </a:lnTo>
                  <a:lnTo>
                    <a:pt x="3400882" y="893876"/>
                  </a:lnTo>
                  <a:lnTo>
                    <a:pt x="3400412" y="894994"/>
                  </a:lnTo>
                  <a:lnTo>
                    <a:pt x="3400412" y="897623"/>
                  </a:lnTo>
                  <a:lnTo>
                    <a:pt x="3400882" y="898740"/>
                  </a:lnTo>
                  <a:lnTo>
                    <a:pt x="3402749" y="900607"/>
                  </a:lnTo>
                  <a:lnTo>
                    <a:pt x="3403866" y="901065"/>
                  </a:lnTo>
                  <a:lnTo>
                    <a:pt x="3406495" y="901065"/>
                  </a:lnTo>
                  <a:lnTo>
                    <a:pt x="3407613" y="900607"/>
                  </a:lnTo>
                  <a:lnTo>
                    <a:pt x="3409480" y="898740"/>
                  </a:lnTo>
                  <a:lnTo>
                    <a:pt x="3409937" y="897623"/>
                  </a:lnTo>
                  <a:lnTo>
                    <a:pt x="3409937" y="894994"/>
                  </a:lnTo>
                  <a:close/>
                </a:path>
                <a:path w="5695950" h="1792604">
                  <a:moveTo>
                    <a:pt x="3409937" y="3454"/>
                  </a:moveTo>
                  <a:lnTo>
                    <a:pt x="3409480" y="2336"/>
                  </a:lnTo>
                  <a:lnTo>
                    <a:pt x="3407613" y="469"/>
                  </a:lnTo>
                  <a:lnTo>
                    <a:pt x="3406495" y="0"/>
                  </a:lnTo>
                  <a:lnTo>
                    <a:pt x="3403866" y="0"/>
                  </a:lnTo>
                  <a:lnTo>
                    <a:pt x="3402749" y="469"/>
                  </a:lnTo>
                  <a:lnTo>
                    <a:pt x="3400882" y="2336"/>
                  </a:lnTo>
                  <a:lnTo>
                    <a:pt x="3400412" y="3454"/>
                  </a:lnTo>
                  <a:lnTo>
                    <a:pt x="3400412" y="6083"/>
                  </a:lnTo>
                  <a:lnTo>
                    <a:pt x="3400882" y="7200"/>
                  </a:lnTo>
                  <a:lnTo>
                    <a:pt x="3402749" y="9067"/>
                  </a:lnTo>
                  <a:lnTo>
                    <a:pt x="3403866" y="9525"/>
                  </a:lnTo>
                  <a:lnTo>
                    <a:pt x="3406495" y="9525"/>
                  </a:lnTo>
                  <a:lnTo>
                    <a:pt x="3407613" y="9067"/>
                  </a:lnTo>
                  <a:lnTo>
                    <a:pt x="3409480" y="7200"/>
                  </a:lnTo>
                  <a:lnTo>
                    <a:pt x="3409937" y="6083"/>
                  </a:lnTo>
                  <a:lnTo>
                    <a:pt x="3409937" y="3454"/>
                  </a:lnTo>
                  <a:close/>
                </a:path>
                <a:path w="5695950" h="1792604">
                  <a:moveTo>
                    <a:pt x="3457562" y="1786534"/>
                  </a:moveTo>
                  <a:lnTo>
                    <a:pt x="3457105" y="1785416"/>
                  </a:lnTo>
                  <a:lnTo>
                    <a:pt x="3455238" y="1783549"/>
                  </a:lnTo>
                  <a:lnTo>
                    <a:pt x="3454120" y="1783080"/>
                  </a:lnTo>
                  <a:lnTo>
                    <a:pt x="3451491" y="1783080"/>
                  </a:lnTo>
                  <a:lnTo>
                    <a:pt x="3450361" y="1783549"/>
                  </a:lnTo>
                  <a:lnTo>
                    <a:pt x="3448507" y="1785416"/>
                  </a:lnTo>
                  <a:lnTo>
                    <a:pt x="3448037" y="1786534"/>
                  </a:lnTo>
                  <a:lnTo>
                    <a:pt x="3448037" y="1789163"/>
                  </a:lnTo>
                  <a:lnTo>
                    <a:pt x="3448507" y="1790280"/>
                  </a:lnTo>
                  <a:lnTo>
                    <a:pt x="3450361" y="1792147"/>
                  </a:lnTo>
                  <a:lnTo>
                    <a:pt x="3451491" y="1792605"/>
                  </a:lnTo>
                  <a:lnTo>
                    <a:pt x="3454120" y="1792605"/>
                  </a:lnTo>
                  <a:lnTo>
                    <a:pt x="3455238" y="1792147"/>
                  </a:lnTo>
                  <a:lnTo>
                    <a:pt x="3457105" y="1790280"/>
                  </a:lnTo>
                  <a:lnTo>
                    <a:pt x="3457562" y="1789163"/>
                  </a:lnTo>
                  <a:lnTo>
                    <a:pt x="3457562" y="1786534"/>
                  </a:lnTo>
                  <a:close/>
                </a:path>
                <a:path w="5695950" h="1792604">
                  <a:moveTo>
                    <a:pt x="3457562" y="894994"/>
                  </a:moveTo>
                  <a:lnTo>
                    <a:pt x="3457105" y="893876"/>
                  </a:lnTo>
                  <a:lnTo>
                    <a:pt x="3455238" y="892009"/>
                  </a:lnTo>
                  <a:lnTo>
                    <a:pt x="3454120" y="891540"/>
                  </a:lnTo>
                  <a:lnTo>
                    <a:pt x="3451491" y="891540"/>
                  </a:lnTo>
                  <a:lnTo>
                    <a:pt x="3450361" y="892009"/>
                  </a:lnTo>
                  <a:lnTo>
                    <a:pt x="3448507" y="893876"/>
                  </a:lnTo>
                  <a:lnTo>
                    <a:pt x="3448037" y="894994"/>
                  </a:lnTo>
                  <a:lnTo>
                    <a:pt x="3448037" y="897623"/>
                  </a:lnTo>
                  <a:lnTo>
                    <a:pt x="3448507" y="898740"/>
                  </a:lnTo>
                  <a:lnTo>
                    <a:pt x="3450361" y="900607"/>
                  </a:lnTo>
                  <a:lnTo>
                    <a:pt x="3451491" y="901065"/>
                  </a:lnTo>
                  <a:lnTo>
                    <a:pt x="3454120" y="901065"/>
                  </a:lnTo>
                  <a:lnTo>
                    <a:pt x="3455238" y="900607"/>
                  </a:lnTo>
                  <a:lnTo>
                    <a:pt x="3457105" y="898740"/>
                  </a:lnTo>
                  <a:lnTo>
                    <a:pt x="3457562" y="897623"/>
                  </a:lnTo>
                  <a:lnTo>
                    <a:pt x="3457562" y="894994"/>
                  </a:lnTo>
                  <a:close/>
                </a:path>
                <a:path w="5695950" h="1792604">
                  <a:moveTo>
                    <a:pt x="3457562" y="3454"/>
                  </a:moveTo>
                  <a:lnTo>
                    <a:pt x="3457105" y="2336"/>
                  </a:lnTo>
                  <a:lnTo>
                    <a:pt x="3455238" y="469"/>
                  </a:lnTo>
                  <a:lnTo>
                    <a:pt x="3454120" y="0"/>
                  </a:lnTo>
                  <a:lnTo>
                    <a:pt x="3451491" y="0"/>
                  </a:lnTo>
                  <a:lnTo>
                    <a:pt x="3450361" y="469"/>
                  </a:lnTo>
                  <a:lnTo>
                    <a:pt x="3448507" y="2336"/>
                  </a:lnTo>
                  <a:lnTo>
                    <a:pt x="3448037" y="3454"/>
                  </a:lnTo>
                  <a:lnTo>
                    <a:pt x="3448037" y="6083"/>
                  </a:lnTo>
                  <a:lnTo>
                    <a:pt x="3448507" y="7200"/>
                  </a:lnTo>
                  <a:lnTo>
                    <a:pt x="3450361" y="9067"/>
                  </a:lnTo>
                  <a:lnTo>
                    <a:pt x="3451491" y="9525"/>
                  </a:lnTo>
                  <a:lnTo>
                    <a:pt x="3454120" y="9525"/>
                  </a:lnTo>
                  <a:lnTo>
                    <a:pt x="3455238" y="9067"/>
                  </a:lnTo>
                  <a:lnTo>
                    <a:pt x="3457105" y="7200"/>
                  </a:lnTo>
                  <a:lnTo>
                    <a:pt x="3457562" y="6083"/>
                  </a:lnTo>
                  <a:lnTo>
                    <a:pt x="3457562" y="3454"/>
                  </a:lnTo>
                  <a:close/>
                </a:path>
                <a:path w="5695950" h="1792604">
                  <a:moveTo>
                    <a:pt x="3505187" y="1786534"/>
                  </a:moveTo>
                  <a:lnTo>
                    <a:pt x="3504730" y="1785416"/>
                  </a:lnTo>
                  <a:lnTo>
                    <a:pt x="3502863" y="1783549"/>
                  </a:lnTo>
                  <a:lnTo>
                    <a:pt x="3501745" y="1783080"/>
                  </a:lnTo>
                  <a:lnTo>
                    <a:pt x="3499116" y="1783080"/>
                  </a:lnTo>
                  <a:lnTo>
                    <a:pt x="3497986" y="1783549"/>
                  </a:lnTo>
                  <a:lnTo>
                    <a:pt x="3496132" y="1785416"/>
                  </a:lnTo>
                  <a:lnTo>
                    <a:pt x="3495662" y="1786534"/>
                  </a:lnTo>
                  <a:lnTo>
                    <a:pt x="3495662" y="1789163"/>
                  </a:lnTo>
                  <a:lnTo>
                    <a:pt x="3496132" y="1790280"/>
                  </a:lnTo>
                  <a:lnTo>
                    <a:pt x="3497986" y="1792147"/>
                  </a:lnTo>
                  <a:lnTo>
                    <a:pt x="3499116" y="1792605"/>
                  </a:lnTo>
                  <a:lnTo>
                    <a:pt x="3501745" y="1792605"/>
                  </a:lnTo>
                  <a:lnTo>
                    <a:pt x="3502863" y="1792147"/>
                  </a:lnTo>
                  <a:lnTo>
                    <a:pt x="3504730" y="1790280"/>
                  </a:lnTo>
                  <a:lnTo>
                    <a:pt x="3505187" y="1789163"/>
                  </a:lnTo>
                  <a:lnTo>
                    <a:pt x="3505187" y="1786534"/>
                  </a:lnTo>
                  <a:close/>
                </a:path>
                <a:path w="5695950" h="1792604">
                  <a:moveTo>
                    <a:pt x="3505187" y="894994"/>
                  </a:moveTo>
                  <a:lnTo>
                    <a:pt x="3504730" y="893876"/>
                  </a:lnTo>
                  <a:lnTo>
                    <a:pt x="3502863" y="892009"/>
                  </a:lnTo>
                  <a:lnTo>
                    <a:pt x="3501745" y="891540"/>
                  </a:lnTo>
                  <a:lnTo>
                    <a:pt x="3499116" y="891540"/>
                  </a:lnTo>
                  <a:lnTo>
                    <a:pt x="3497986" y="892009"/>
                  </a:lnTo>
                  <a:lnTo>
                    <a:pt x="3496132" y="893876"/>
                  </a:lnTo>
                  <a:lnTo>
                    <a:pt x="3495662" y="894994"/>
                  </a:lnTo>
                  <a:lnTo>
                    <a:pt x="3495662" y="897623"/>
                  </a:lnTo>
                  <a:lnTo>
                    <a:pt x="3496132" y="898740"/>
                  </a:lnTo>
                  <a:lnTo>
                    <a:pt x="3497986" y="900607"/>
                  </a:lnTo>
                  <a:lnTo>
                    <a:pt x="3499116" y="901065"/>
                  </a:lnTo>
                  <a:lnTo>
                    <a:pt x="3501745" y="901065"/>
                  </a:lnTo>
                  <a:lnTo>
                    <a:pt x="3502863" y="900607"/>
                  </a:lnTo>
                  <a:lnTo>
                    <a:pt x="3504730" y="898740"/>
                  </a:lnTo>
                  <a:lnTo>
                    <a:pt x="3505187" y="897623"/>
                  </a:lnTo>
                  <a:lnTo>
                    <a:pt x="3505187" y="894994"/>
                  </a:lnTo>
                  <a:close/>
                </a:path>
                <a:path w="5695950" h="1792604">
                  <a:moveTo>
                    <a:pt x="3505187" y="3454"/>
                  </a:moveTo>
                  <a:lnTo>
                    <a:pt x="3504730" y="2336"/>
                  </a:lnTo>
                  <a:lnTo>
                    <a:pt x="3502863" y="469"/>
                  </a:lnTo>
                  <a:lnTo>
                    <a:pt x="3501745" y="0"/>
                  </a:lnTo>
                  <a:lnTo>
                    <a:pt x="3499116" y="0"/>
                  </a:lnTo>
                  <a:lnTo>
                    <a:pt x="3497986" y="469"/>
                  </a:lnTo>
                  <a:lnTo>
                    <a:pt x="3496132" y="2336"/>
                  </a:lnTo>
                  <a:lnTo>
                    <a:pt x="3495662" y="3454"/>
                  </a:lnTo>
                  <a:lnTo>
                    <a:pt x="3495662" y="6083"/>
                  </a:lnTo>
                  <a:lnTo>
                    <a:pt x="3496132" y="7200"/>
                  </a:lnTo>
                  <a:lnTo>
                    <a:pt x="3497986" y="9067"/>
                  </a:lnTo>
                  <a:lnTo>
                    <a:pt x="3499116" y="9525"/>
                  </a:lnTo>
                  <a:lnTo>
                    <a:pt x="3501745" y="9525"/>
                  </a:lnTo>
                  <a:lnTo>
                    <a:pt x="3502863" y="9067"/>
                  </a:lnTo>
                  <a:lnTo>
                    <a:pt x="3504730" y="7200"/>
                  </a:lnTo>
                  <a:lnTo>
                    <a:pt x="3505187" y="6083"/>
                  </a:lnTo>
                  <a:lnTo>
                    <a:pt x="3505187" y="3454"/>
                  </a:lnTo>
                  <a:close/>
                </a:path>
                <a:path w="5695950" h="1792604">
                  <a:moveTo>
                    <a:pt x="3552812" y="1786534"/>
                  </a:moveTo>
                  <a:lnTo>
                    <a:pt x="3552355" y="1785416"/>
                  </a:lnTo>
                  <a:lnTo>
                    <a:pt x="3550488" y="1783549"/>
                  </a:lnTo>
                  <a:lnTo>
                    <a:pt x="3549370" y="1783080"/>
                  </a:lnTo>
                  <a:lnTo>
                    <a:pt x="3546741" y="1783080"/>
                  </a:lnTo>
                  <a:lnTo>
                    <a:pt x="3545624" y="1783549"/>
                  </a:lnTo>
                  <a:lnTo>
                    <a:pt x="3543757" y="1785416"/>
                  </a:lnTo>
                  <a:lnTo>
                    <a:pt x="3543287" y="1786534"/>
                  </a:lnTo>
                  <a:lnTo>
                    <a:pt x="3543287" y="1789163"/>
                  </a:lnTo>
                  <a:lnTo>
                    <a:pt x="3543757" y="1790280"/>
                  </a:lnTo>
                  <a:lnTo>
                    <a:pt x="3545624" y="1792147"/>
                  </a:lnTo>
                  <a:lnTo>
                    <a:pt x="3546741" y="1792605"/>
                  </a:lnTo>
                  <a:lnTo>
                    <a:pt x="3549370" y="1792605"/>
                  </a:lnTo>
                  <a:lnTo>
                    <a:pt x="3550488" y="1792147"/>
                  </a:lnTo>
                  <a:lnTo>
                    <a:pt x="3552355" y="1790280"/>
                  </a:lnTo>
                  <a:lnTo>
                    <a:pt x="3552812" y="1789163"/>
                  </a:lnTo>
                  <a:lnTo>
                    <a:pt x="3552812" y="1786534"/>
                  </a:lnTo>
                  <a:close/>
                </a:path>
                <a:path w="5695950" h="1792604">
                  <a:moveTo>
                    <a:pt x="3552812" y="894994"/>
                  </a:moveTo>
                  <a:lnTo>
                    <a:pt x="3552355" y="893876"/>
                  </a:lnTo>
                  <a:lnTo>
                    <a:pt x="3550488" y="892009"/>
                  </a:lnTo>
                  <a:lnTo>
                    <a:pt x="3549370" y="891540"/>
                  </a:lnTo>
                  <a:lnTo>
                    <a:pt x="3546741" y="891540"/>
                  </a:lnTo>
                  <a:lnTo>
                    <a:pt x="3545624" y="892009"/>
                  </a:lnTo>
                  <a:lnTo>
                    <a:pt x="3543757" y="893876"/>
                  </a:lnTo>
                  <a:lnTo>
                    <a:pt x="3543287" y="894994"/>
                  </a:lnTo>
                  <a:lnTo>
                    <a:pt x="3543287" y="897623"/>
                  </a:lnTo>
                  <a:lnTo>
                    <a:pt x="3543757" y="898740"/>
                  </a:lnTo>
                  <a:lnTo>
                    <a:pt x="3545624" y="900607"/>
                  </a:lnTo>
                  <a:lnTo>
                    <a:pt x="3546741" y="901065"/>
                  </a:lnTo>
                  <a:lnTo>
                    <a:pt x="3549370" y="901065"/>
                  </a:lnTo>
                  <a:lnTo>
                    <a:pt x="3550488" y="900607"/>
                  </a:lnTo>
                  <a:lnTo>
                    <a:pt x="3552355" y="898740"/>
                  </a:lnTo>
                  <a:lnTo>
                    <a:pt x="3552812" y="897623"/>
                  </a:lnTo>
                  <a:lnTo>
                    <a:pt x="3552812" y="894994"/>
                  </a:lnTo>
                  <a:close/>
                </a:path>
                <a:path w="5695950" h="1792604">
                  <a:moveTo>
                    <a:pt x="3552812" y="3454"/>
                  </a:moveTo>
                  <a:lnTo>
                    <a:pt x="3552355" y="2336"/>
                  </a:lnTo>
                  <a:lnTo>
                    <a:pt x="3550488" y="469"/>
                  </a:lnTo>
                  <a:lnTo>
                    <a:pt x="3549370" y="0"/>
                  </a:lnTo>
                  <a:lnTo>
                    <a:pt x="3546741" y="0"/>
                  </a:lnTo>
                  <a:lnTo>
                    <a:pt x="3545624" y="469"/>
                  </a:lnTo>
                  <a:lnTo>
                    <a:pt x="3543757" y="2336"/>
                  </a:lnTo>
                  <a:lnTo>
                    <a:pt x="3543287" y="3454"/>
                  </a:lnTo>
                  <a:lnTo>
                    <a:pt x="3543287" y="6083"/>
                  </a:lnTo>
                  <a:lnTo>
                    <a:pt x="3543757" y="7200"/>
                  </a:lnTo>
                  <a:lnTo>
                    <a:pt x="3545624" y="9067"/>
                  </a:lnTo>
                  <a:lnTo>
                    <a:pt x="3546741" y="9525"/>
                  </a:lnTo>
                  <a:lnTo>
                    <a:pt x="3549370" y="9525"/>
                  </a:lnTo>
                  <a:lnTo>
                    <a:pt x="3550488" y="9067"/>
                  </a:lnTo>
                  <a:lnTo>
                    <a:pt x="3552355" y="7200"/>
                  </a:lnTo>
                  <a:lnTo>
                    <a:pt x="3552812" y="6083"/>
                  </a:lnTo>
                  <a:lnTo>
                    <a:pt x="3552812" y="3454"/>
                  </a:lnTo>
                  <a:close/>
                </a:path>
                <a:path w="5695950" h="1792604">
                  <a:moveTo>
                    <a:pt x="3600437" y="1786534"/>
                  </a:moveTo>
                  <a:lnTo>
                    <a:pt x="3599980" y="1785416"/>
                  </a:lnTo>
                  <a:lnTo>
                    <a:pt x="3598113" y="1783549"/>
                  </a:lnTo>
                  <a:lnTo>
                    <a:pt x="3596995" y="1783080"/>
                  </a:lnTo>
                  <a:lnTo>
                    <a:pt x="3594366" y="1783080"/>
                  </a:lnTo>
                  <a:lnTo>
                    <a:pt x="3593249" y="1783549"/>
                  </a:lnTo>
                  <a:lnTo>
                    <a:pt x="3591382" y="1785416"/>
                  </a:lnTo>
                  <a:lnTo>
                    <a:pt x="3590912" y="1786534"/>
                  </a:lnTo>
                  <a:lnTo>
                    <a:pt x="3590912" y="1789163"/>
                  </a:lnTo>
                  <a:lnTo>
                    <a:pt x="3591382" y="1790280"/>
                  </a:lnTo>
                  <a:lnTo>
                    <a:pt x="3593249" y="1792147"/>
                  </a:lnTo>
                  <a:lnTo>
                    <a:pt x="3594366" y="1792605"/>
                  </a:lnTo>
                  <a:lnTo>
                    <a:pt x="3596995" y="1792605"/>
                  </a:lnTo>
                  <a:lnTo>
                    <a:pt x="3598113" y="1792147"/>
                  </a:lnTo>
                  <a:lnTo>
                    <a:pt x="3599980" y="1790280"/>
                  </a:lnTo>
                  <a:lnTo>
                    <a:pt x="3600437" y="1789163"/>
                  </a:lnTo>
                  <a:lnTo>
                    <a:pt x="3600437" y="1786534"/>
                  </a:lnTo>
                  <a:close/>
                </a:path>
                <a:path w="5695950" h="1792604">
                  <a:moveTo>
                    <a:pt x="3600437" y="894994"/>
                  </a:moveTo>
                  <a:lnTo>
                    <a:pt x="3599980" y="893876"/>
                  </a:lnTo>
                  <a:lnTo>
                    <a:pt x="3598113" y="892009"/>
                  </a:lnTo>
                  <a:lnTo>
                    <a:pt x="3596995" y="891540"/>
                  </a:lnTo>
                  <a:lnTo>
                    <a:pt x="3594366" y="891540"/>
                  </a:lnTo>
                  <a:lnTo>
                    <a:pt x="3593249" y="892009"/>
                  </a:lnTo>
                  <a:lnTo>
                    <a:pt x="3591382" y="893876"/>
                  </a:lnTo>
                  <a:lnTo>
                    <a:pt x="3590912" y="894994"/>
                  </a:lnTo>
                  <a:lnTo>
                    <a:pt x="3590912" y="897623"/>
                  </a:lnTo>
                  <a:lnTo>
                    <a:pt x="3591382" y="898740"/>
                  </a:lnTo>
                  <a:lnTo>
                    <a:pt x="3593249" y="900607"/>
                  </a:lnTo>
                  <a:lnTo>
                    <a:pt x="3594366" y="901065"/>
                  </a:lnTo>
                  <a:lnTo>
                    <a:pt x="3596995" y="901065"/>
                  </a:lnTo>
                  <a:lnTo>
                    <a:pt x="3598113" y="900607"/>
                  </a:lnTo>
                  <a:lnTo>
                    <a:pt x="3599980" y="898740"/>
                  </a:lnTo>
                  <a:lnTo>
                    <a:pt x="3600437" y="897623"/>
                  </a:lnTo>
                  <a:lnTo>
                    <a:pt x="3600437" y="894994"/>
                  </a:lnTo>
                  <a:close/>
                </a:path>
                <a:path w="5695950" h="1792604">
                  <a:moveTo>
                    <a:pt x="3600437" y="3454"/>
                  </a:moveTo>
                  <a:lnTo>
                    <a:pt x="3599980" y="2336"/>
                  </a:lnTo>
                  <a:lnTo>
                    <a:pt x="3598113" y="469"/>
                  </a:lnTo>
                  <a:lnTo>
                    <a:pt x="3596995" y="0"/>
                  </a:lnTo>
                  <a:lnTo>
                    <a:pt x="3594366" y="0"/>
                  </a:lnTo>
                  <a:lnTo>
                    <a:pt x="3593249" y="469"/>
                  </a:lnTo>
                  <a:lnTo>
                    <a:pt x="3591382" y="2336"/>
                  </a:lnTo>
                  <a:lnTo>
                    <a:pt x="3590912" y="3454"/>
                  </a:lnTo>
                  <a:lnTo>
                    <a:pt x="3590912" y="6083"/>
                  </a:lnTo>
                  <a:lnTo>
                    <a:pt x="3591382" y="7200"/>
                  </a:lnTo>
                  <a:lnTo>
                    <a:pt x="3593249" y="9067"/>
                  </a:lnTo>
                  <a:lnTo>
                    <a:pt x="3594366" y="9525"/>
                  </a:lnTo>
                  <a:lnTo>
                    <a:pt x="3596995" y="9525"/>
                  </a:lnTo>
                  <a:lnTo>
                    <a:pt x="3598113" y="9067"/>
                  </a:lnTo>
                  <a:lnTo>
                    <a:pt x="3599980" y="7200"/>
                  </a:lnTo>
                  <a:lnTo>
                    <a:pt x="3600437" y="6083"/>
                  </a:lnTo>
                  <a:lnTo>
                    <a:pt x="3600437" y="3454"/>
                  </a:lnTo>
                  <a:close/>
                </a:path>
                <a:path w="5695950" h="1792604">
                  <a:moveTo>
                    <a:pt x="3648062" y="1786534"/>
                  </a:moveTo>
                  <a:lnTo>
                    <a:pt x="3647605" y="1785416"/>
                  </a:lnTo>
                  <a:lnTo>
                    <a:pt x="3645738" y="1783549"/>
                  </a:lnTo>
                  <a:lnTo>
                    <a:pt x="3644620" y="1783080"/>
                  </a:lnTo>
                  <a:lnTo>
                    <a:pt x="3641991" y="1783080"/>
                  </a:lnTo>
                  <a:lnTo>
                    <a:pt x="3640874" y="1783549"/>
                  </a:lnTo>
                  <a:lnTo>
                    <a:pt x="3639007" y="1785416"/>
                  </a:lnTo>
                  <a:lnTo>
                    <a:pt x="3638537" y="1786534"/>
                  </a:lnTo>
                  <a:lnTo>
                    <a:pt x="3638537" y="1789163"/>
                  </a:lnTo>
                  <a:lnTo>
                    <a:pt x="3639007" y="1790280"/>
                  </a:lnTo>
                  <a:lnTo>
                    <a:pt x="3640874" y="1792147"/>
                  </a:lnTo>
                  <a:lnTo>
                    <a:pt x="3641991" y="1792605"/>
                  </a:lnTo>
                  <a:lnTo>
                    <a:pt x="3644620" y="1792605"/>
                  </a:lnTo>
                  <a:lnTo>
                    <a:pt x="3645738" y="1792147"/>
                  </a:lnTo>
                  <a:lnTo>
                    <a:pt x="3647605" y="1790280"/>
                  </a:lnTo>
                  <a:lnTo>
                    <a:pt x="3648062" y="1789163"/>
                  </a:lnTo>
                  <a:lnTo>
                    <a:pt x="3648062" y="1786534"/>
                  </a:lnTo>
                  <a:close/>
                </a:path>
                <a:path w="5695950" h="1792604">
                  <a:moveTo>
                    <a:pt x="3648062" y="894994"/>
                  </a:moveTo>
                  <a:lnTo>
                    <a:pt x="3647605" y="893876"/>
                  </a:lnTo>
                  <a:lnTo>
                    <a:pt x="3645738" y="892009"/>
                  </a:lnTo>
                  <a:lnTo>
                    <a:pt x="3644620" y="891540"/>
                  </a:lnTo>
                  <a:lnTo>
                    <a:pt x="3641991" y="891540"/>
                  </a:lnTo>
                  <a:lnTo>
                    <a:pt x="3640874" y="892009"/>
                  </a:lnTo>
                  <a:lnTo>
                    <a:pt x="3639007" y="893876"/>
                  </a:lnTo>
                  <a:lnTo>
                    <a:pt x="3638537" y="894994"/>
                  </a:lnTo>
                  <a:lnTo>
                    <a:pt x="3638537" y="897623"/>
                  </a:lnTo>
                  <a:lnTo>
                    <a:pt x="3639007" y="898740"/>
                  </a:lnTo>
                  <a:lnTo>
                    <a:pt x="3640874" y="900607"/>
                  </a:lnTo>
                  <a:lnTo>
                    <a:pt x="3641991" y="901065"/>
                  </a:lnTo>
                  <a:lnTo>
                    <a:pt x="3644620" y="901065"/>
                  </a:lnTo>
                  <a:lnTo>
                    <a:pt x="3645738" y="900607"/>
                  </a:lnTo>
                  <a:lnTo>
                    <a:pt x="3647605" y="898740"/>
                  </a:lnTo>
                  <a:lnTo>
                    <a:pt x="3648062" y="897623"/>
                  </a:lnTo>
                  <a:lnTo>
                    <a:pt x="3648062" y="894994"/>
                  </a:lnTo>
                  <a:close/>
                </a:path>
                <a:path w="5695950" h="1792604">
                  <a:moveTo>
                    <a:pt x="3648062" y="3454"/>
                  </a:moveTo>
                  <a:lnTo>
                    <a:pt x="3647605" y="2336"/>
                  </a:lnTo>
                  <a:lnTo>
                    <a:pt x="3645738" y="469"/>
                  </a:lnTo>
                  <a:lnTo>
                    <a:pt x="3644620" y="0"/>
                  </a:lnTo>
                  <a:lnTo>
                    <a:pt x="3641991" y="0"/>
                  </a:lnTo>
                  <a:lnTo>
                    <a:pt x="3640874" y="469"/>
                  </a:lnTo>
                  <a:lnTo>
                    <a:pt x="3639007" y="2336"/>
                  </a:lnTo>
                  <a:lnTo>
                    <a:pt x="3638537" y="3454"/>
                  </a:lnTo>
                  <a:lnTo>
                    <a:pt x="3638537" y="6083"/>
                  </a:lnTo>
                  <a:lnTo>
                    <a:pt x="3639007" y="7200"/>
                  </a:lnTo>
                  <a:lnTo>
                    <a:pt x="3640874" y="9067"/>
                  </a:lnTo>
                  <a:lnTo>
                    <a:pt x="3641991" y="9525"/>
                  </a:lnTo>
                  <a:lnTo>
                    <a:pt x="3644620" y="9525"/>
                  </a:lnTo>
                  <a:lnTo>
                    <a:pt x="3645738" y="9067"/>
                  </a:lnTo>
                  <a:lnTo>
                    <a:pt x="3647605" y="7200"/>
                  </a:lnTo>
                  <a:lnTo>
                    <a:pt x="3648062" y="6083"/>
                  </a:lnTo>
                  <a:lnTo>
                    <a:pt x="3648062" y="3454"/>
                  </a:lnTo>
                  <a:close/>
                </a:path>
                <a:path w="5695950" h="1792604">
                  <a:moveTo>
                    <a:pt x="3695687" y="1786534"/>
                  </a:moveTo>
                  <a:lnTo>
                    <a:pt x="3695230" y="1785416"/>
                  </a:lnTo>
                  <a:lnTo>
                    <a:pt x="3693363" y="1783549"/>
                  </a:lnTo>
                  <a:lnTo>
                    <a:pt x="3692245" y="1783080"/>
                  </a:lnTo>
                  <a:lnTo>
                    <a:pt x="3689616" y="1783080"/>
                  </a:lnTo>
                  <a:lnTo>
                    <a:pt x="3688499" y="1783549"/>
                  </a:lnTo>
                  <a:lnTo>
                    <a:pt x="3686632" y="1785416"/>
                  </a:lnTo>
                  <a:lnTo>
                    <a:pt x="3686162" y="1786534"/>
                  </a:lnTo>
                  <a:lnTo>
                    <a:pt x="3686162" y="1789163"/>
                  </a:lnTo>
                  <a:lnTo>
                    <a:pt x="3686632" y="1790280"/>
                  </a:lnTo>
                  <a:lnTo>
                    <a:pt x="3688499" y="1792147"/>
                  </a:lnTo>
                  <a:lnTo>
                    <a:pt x="3689616" y="1792605"/>
                  </a:lnTo>
                  <a:lnTo>
                    <a:pt x="3692245" y="1792605"/>
                  </a:lnTo>
                  <a:lnTo>
                    <a:pt x="3693363" y="1792147"/>
                  </a:lnTo>
                  <a:lnTo>
                    <a:pt x="3695230" y="1790280"/>
                  </a:lnTo>
                  <a:lnTo>
                    <a:pt x="3695687" y="1789163"/>
                  </a:lnTo>
                  <a:lnTo>
                    <a:pt x="3695687" y="1786534"/>
                  </a:lnTo>
                  <a:close/>
                </a:path>
                <a:path w="5695950" h="1792604">
                  <a:moveTo>
                    <a:pt x="3695687" y="894994"/>
                  </a:moveTo>
                  <a:lnTo>
                    <a:pt x="3695230" y="893876"/>
                  </a:lnTo>
                  <a:lnTo>
                    <a:pt x="3693363" y="892009"/>
                  </a:lnTo>
                  <a:lnTo>
                    <a:pt x="3692245" y="891540"/>
                  </a:lnTo>
                  <a:lnTo>
                    <a:pt x="3689616" y="891540"/>
                  </a:lnTo>
                  <a:lnTo>
                    <a:pt x="3688499" y="892009"/>
                  </a:lnTo>
                  <a:lnTo>
                    <a:pt x="3686632" y="893876"/>
                  </a:lnTo>
                  <a:lnTo>
                    <a:pt x="3686162" y="894994"/>
                  </a:lnTo>
                  <a:lnTo>
                    <a:pt x="3686162" y="897623"/>
                  </a:lnTo>
                  <a:lnTo>
                    <a:pt x="3686632" y="898740"/>
                  </a:lnTo>
                  <a:lnTo>
                    <a:pt x="3688499" y="900607"/>
                  </a:lnTo>
                  <a:lnTo>
                    <a:pt x="3689616" y="901065"/>
                  </a:lnTo>
                  <a:lnTo>
                    <a:pt x="3692245" y="901065"/>
                  </a:lnTo>
                  <a:lnTo>
                    <a:pt x="3693363" y="900607"/>
                  </a:lnTo>
                  <a:lnTo>
                    <a:pt x="3695230" y="898740"/>
                  </a:lnTo>
                  <a:lnTo>
                    <a:pt x="3695687" y="897623"/>
                  </a:lnTo>
                  <a:lnTo>
                    <a:pt x="3695687" y="894994"/>
                  </a:lnTo>
                  <a:close/>
                </a:path>
                <a:path w="5695950" h="1792604">
                  <a:moveTo>
                    <a:pt x="3695687" y="3454"/>
                  </a:moveTo>
                  <a:lnTo>
                    <a:pt x="3695230" y="2336"/>
                  </a:lnTo>
                  <a:lnTo>
                    <a:pt x="3693363" y="469"/>
                  </a:lnTo>
                  <a:lnTo>
                    <a:pt x="3692245" y="0"/>
                  </a:lnTo>
                  <a:lnTo>
                    <a:pt x="3689616" y="0"/>
                  </a:lnTo>
                  <a:lnTo>
                    <a:pt x="3688499" y="469"/>
                  </a:lnTo>
                  <a:lnTo>
                    <a:pt x="3686632" y="2336"/>
                  </a:lnTo>
                  <a:lnTo>
                    <a:pt x="3686162" y="3454"/>
                  </a:lnTo>
                  <a:lnTo>
                    <a:pt x="3686162" y="6083"/>
                  </a:lnTo>
                  <a:lnTo>
                    <a:pt x="3686632" y="7200"/>
                  </a:lnTo>
                  <a:lnTo>
                    <a:pt x="3688499" y="9067"/>
                  </a:lnTo>
                  <a:lnTo>
                    <a:pt x="3689616" y="9525"/>
                  </a:lnTo>
                  <a:lnTo>
                    <a:pt x="3692245" y="9525"/>
                  </a:lnTo>
                  <a:lnTo>
                    <a:pt x="3693363" y="9067"/>
                  </a:lnTo>
                  <a:lnTo>
                    <a:pt x="3695230" y="7200"/>
                  </a:lnTo>
                  <a:lnTo>
                    <a:pt x="3695687" y="6083"/>
                  </a:lnTo>
                  <a:lnTo>
                    <a:pt x="3695687" y="3454"/>
                  </a:lnTo>
                  <a:close/>
                </a:path>
                <a:path w="5695950" h="1792604">
                  <a:moveTo>
                    <a:pt x="3743312" y="1786534"/>
                  </a:moveTo>
                  <a:lnTo>
                    <a:pt x="3742855" y="1785416"/>
                  </a:lnTo>
                  <a:lnTo>
                    <a:pt x="3740988" y="1783549"/>
                  </a:lnTo>
                  <a:lnTo>
                    <a:pt x="3739870" y="1783080"/>
                  </a:lnTo>
                  <a:lnTo>
                    <a:pt x="3737241" y="1783080"/>
                  </a:lnTo>
                  <a:lnTo>
                    <a:pt x="3736124" y="1783549"/>
                  </a:lnTo>
                  <a:lnTo>
                    <a:pt x="3734257" y="1785416"/>
                  </a:lnTo>
                  <a:lnTo>
                    <a:pt x="3733787" y="1786534"/>
                  </a:lnTo>
                  <a:lnTo>
                    <a:pt x="3733787" y="1789163"/>
                  </a:lnTo>
                  <a:lnTo>
                    <a:pt x="3734257" y="1790280"/>
                  </a:lnTo>
                  <a:lnTo>
                    <a:pt x="3736124" y="1792147"/>
                  </a:lnTo>
                  <a:lnTo>
                    <a:pt x="3737241" y="1792605"/>
                  </a:lnTo>
                  <a:lnTo>
                    <a:pt x="3739870" y="1792605"/>
                  </a:lnTo>
                  <a:lnTo>
                    <a:pt x="3740988" y="1792147"/>
                  </a:lnTo>
                  <a:lnTo>
                    <a:pt x="3742855" y="1790280"/>
                  </a:lnTo>
                  <a:lnTo>
                    <a:pt x="3743312" y="1789163"/>
                  </a:lnTo>
                  <a:lnTo>
                    <a:pt x="3743312" y="1786534"/>
                  </a:lnTo>
                  <a:close/>
                </a:path>
                <a:path w="5695950" h="1792604">
                  <a:moveTo>
                    <a:pt x="3743312" y="894994"/>
                  </a:moveTo>
                  <a:lnTo>
                    <a:pt x="3742855" y="893876"/>
                  </a:lnTo>
                  <a:lnTo>
                    <a:pt x="3740988" y="892009"/>
                  </a:lnTo>
                  <a:lnTo>
                    <a:pt x="3739870" y="891540"/>
                  </a:lnTo>
                  <a:lnTo>
                    <a:pt x="3737241" y="891540"/>
                  </a:lnTo>
                  <a:lnTo>
                    <a:pt x="3736124" y="892009"/>
                  </a:lnTo>
                  <a:lnTo>
                    <a:pt x="3734257" y="893876"/>
                  </a:lnTo>
                  <a:lnTo>
                    <a:pt x="3733787" y="894994"/>
                  </a:lnTo>
                  <a:lnTo>
                    <a:pt x="3733787" y="897623"/>
                  </a:lnTo>
                  <a:lnTo>
                    <a:pt x="3734257" y="898740"/>
                  </a:lnTo>
                  <a:lnTo>
                    <a:pt x="3736124" y="900607"/>
                  </a:lnTo>
                  <a:lnTo>
                    <a:pt x="3737241" y="901065"/>
                  </a:lnTo>
                  <a:lnTo>
                    <a:pt x="3739870" y="901065"/>
                  </a:lnTo>
                  <a:lnTo>
                    <a:pt x="3740988" y="900607"/>
                  </a:lnTo>
                  <a:lnTo>
                    <a:pt x="3742855" y="898740"/>
                  </a:lnTo>
                  <a:lnTo>
                    <a:pt x="3743312" y="897623"/>
                  </a:lnTo>
                  <a:lnTo>
                    <a:pt x="3743312" y="894994"/>
                  </a:lnTo>
                  <a:close/>
                </a:path>
                <a:path w="5695950" h="1792604">
                  <a:moveTo>
                    <a:pt x="3743312" y="3454"/>
                  </a:moveTo>
                  <a:lnTo>
                    <a:pt x="3742855" y="2336"/>
                  </a:lnTo>
                  <a:lnTo>
                    <a:pt x="3740988" y="469"/>
                  </a:lnTo>
                  <a:lnTo>
                    <a:pt x="3739870" y="0"/>
                  </a:lnTo>
                  <a:lnTo>
                    <a:pt x="3737241" y="0"/>
                  </a:lnTo>
                  <a:lnTo>
                    <a:pt x="3736124" y="469"/>
                  </a:lnTo>
                  <a:lnTo>
                    <a:pt x="3734257" y="2336"/>
                  </a:lnTo>
                  <a:lnTo>
                    <a:pt x="3733787" y="3454"/>
                  </a:lnTo>
                  <a:lnTo>
                    <a:pt x="3733787" y="6083"/>
                  </a:lnTo>
                  <a:lnTo>
                    <a:pt x="3734257" y="7200"/>
                  </a:lnTo>
                  <a:lnTo>
                    <a:pt x="3736124" y="9067"/>
                  </a:lnTo>
                  <a:lnTo>
                    <a:pt x="3737241" y="9525"/>
                  </a:lnTo>
                  <a:lnTo>
                    <a:pt x="3739870" y="9525"/>
                  </a:lnTo>
                  <a:lnTo>
                    <a:pt x="3740988" y="9067"/>
                  </a:lnTo>
                  <a:lnTo>
                    <a:pt x="3742855" y="7200"/>
                  </a:lnTo>
                  <a:lnTo>
                    <a:pt x="3743312" y="6083"/>
                  </a:lnTo>
                  <a:lnTo>
                    <a:pt x="3743312" y="3454"/>
                  </a:lnTo>
                  <a:close/>
                </a:path>
                <a:path w="5695950" h="1792604">
                  <a:moveTo>
                    <a:pt x="3790937" y="1786534"/>
                  </a:moveTo>
                  <a:lnTo>
                    <a:pt x="3790480" y="1785416"/>
                  </a:lnTo>
                  <a:lnTo>
                    <a:pt x="3788613" y="1783549"/>
                  </a:lnTo>
                  <a:lnTo>
                    <a:pt x="3787495" y="1783080"/>
                  </a:lnTo>
                  <a:lnTo>
                    <a:pt x="3784866" y="1783080"/>
                  </a:lnTo>
                  <a:lnTo>
                    <a:pt x="3783749" y="1783549"/>
                  </a:lnTo>
                  <a:lnTo>
                    <a:pt x="3781882" y="1785416"/>
                  </a:lnTo>
                  <a:lnTo>
                    <a:pt x="3781412" y="1786534"/>
                  </a:lnTo>
                  <a:lnTo>
                    <a:pt x="3781412" y="1789163"/>
                  </a:lnTo>
                  <a:lnTo>
                    <a:pt x="3781882" y="1790280"/>
                  </a:lnTo>
                  <a:lnTo>
                    <a:pt x="3783749" y="1792147"/>
                  </a:lnTo>
                  <a:lnTo>
                    <a:pt x="3784866" y="1792605"/>
                  </a:lnTo>
                  <a:lnTo>
                    <a:pt x="3787495" y="1792605"/>
                  </a:lnTo>
                  <a:lnTo>
                    <a:pt x="3788613" y="1792147"/>
                  </a:lnTo>
                  <a:lnTo>
                    <a:pt x="3790480" y="1790280"/>
                  </a:lnTo>
                  <a:lnTo>
                    <a:pt x="3790937" y="1789163"/>
                  </a:lnTo>
                  <a:lnTo>
                    <a:pt x="3790937" y="1786534"/>
                  </a:lnTo>
                  <a:close/>
                </a:path>
                <a:path w="5695950" h="1792604">
                  <a:moveTo>
                    <a:pt x="3790937" y="894994"/>
                  </a:moveTo>
                  <a:lnTo>
                    <a:pt x="3790480" y="893876"/>
                  </a:lnTo>
                  <a:lnTo>
                    <a:pt x="3788613" y="892009"/>
                  </a:lnTo>
                  <a:lnTo>
                    <a:pt x="3787495" y="891540"/>
                  </a:lnTo>
                  <a:lnTo>
                    <a:pt x="3784866" y="891540"/>
                  </a:lnTo>
                  <a:lnTo>
                    <a:pt x="3783749" y="892009"/>
                  </a:lnTo>
                  <a:lnTo>
                    <a:pt x="3781882" y="893876"/>
                  </a:lnTo>
                  <a:lnTo>
                    <a:pt x="3781412" y="894994"/>
                  </a:lnTo>
                  <a:lnTo>
                    <a:pt x="3781412" y="897623"/>
                  </a:lnTo>
                  <a:lnTo>
                    <a:pt x="3781882" y="898740"/>
                  </a:lnTo>
                  <a:lnTo>
                    <a:pt x="3783749" y="900607"/>
                  </a:lnTo>
                  <a:lnTo>
                    <a:pt x="3784866" y="901065"/>
                  </a:lnTo>
                  <a:lnTo>
                    <a:pt x="3787495" y="901065"/>
                  </a:lnTo>
                  <a:lnTo>
                    <a:pt x="3788613" y="900607"/>
                  </a:lnTo>
                  <a:lnTo>
                    <a:pt x="3790480" y="898740"/>
                  </a:lnTo>
                  <a:lnTo>
                    <a:pt x="3790937" y="897623"/>
                  </a:lnTo>
                  <a:lnTo>
                    <a:pt x="3790937" y="894994"/>
                  </a:lnTo>
                  <a:close/>
                </a:path>
                <a:path w="5695950" h="1792604">
                  <a:moveTo>
                    <a:pt x="3790937" y="3454"/>
                  </a:moveTo>
                  <a:lnTo>
                    <a:pt x="3790480" y="2336"/>
                  </a:lnTo>
                  <a:lnTo>
                    <a:pt x="3788613" y="469"/>
                  </a:lnTo>
                  <a:lnTo>
                    <a:pt x="3787495" y="0"/>
                  </a:lnTo>
                  <a:lnTo>
                    <a:pt x="3784866" y="0"/>
                  </a:lnTo>
                  <a:lnTo>
                    <a:pt x="3783749" y="469"/>
                  </a:lnTo>
                  <a:lnTo>
                    <a:pt x="3781882" y="2336"/>
                  </a:lnTo>
                  <a:lnTo>
                    <a:pt x="3781412" y="3454"/>
                  </a:lnTo>
                  <a:lnTo>
                    <a:pt x="3781412" y="6083"/>
                  </a:lnTo>
                  <a:lnTo>
                    <a:pt x="3781882" y="7200"/>
                  </a:lnTo>
                  <a:lnTo>
                    <a:pt x="3783749" y="9067"/>
                  </a:lnTo>
                  <a:lnTo>
                    <a:pt x="3784866" y="9525"/>
                  </a:lnTo>
                  <a:lnTo>
                    <a:pt x="3787495" y="9525"/>
                  </a:lnTo>
                  <a:lnTo>
                    <a:pt x="3788613" y="9067"/>
                  </a:lnTo>
                  <a:lnTo>
                    <a:pt x="3790480" y="7200"/>
                  </a:lnTo>
                  <a:lnTo>
                    <a:pt x="3790937" y="6083"/>
                  </a:lnTo>
                  <a:lnTo>
                    <a:pt x="3790937" y="3454"/>
                  </a:lnTo>
                  <a:close/>
                </a:path>
                <a:path w="5695950" h="1792604">
                  <a:moveTo>
                    <a:pt x="3838562" y="1786534"/>
                  </a:moveTo>
                  <a:lnTo>
                    <a:pt x="3838105" y="1785416"/>
                  </a:lnTo>
                  <a:lnTo>
                    <a:pt x="3836238" y="1783549"/>
                  </a:lnTo>
                  <a:lnTo>
                    <a:pt x="3835120" y="1783080"/>
                  </a:lnTo>
                  <a:lnTo>
                    <a:pt x="3832491" y="1783080"/>
                  </a:lnTo>
                  <a:lnTo>
                    <a:pt x="3831374" y="1783549"/>
                  </a:lnTo>
                  <a:lnTo>
                    <a:pt x="3829507" y="1785416"/>
                  </a:lnTo>
                  <a:lnTo>
                    <a:pt x="3829037" y="1786534"/>
                  </a:lnTo>
                  <a:lnTo>
                    <a:pt x="3829037" y="1789163"/>
                  </a:lnTo>
                  <a:lnTo>
                    <a:pt x="3829507" y="1790280"/>
                  </a:lnTo>
                  <a:lnTo>
                    <a:pt x="3831374" y="1792147"/>
                  </a:lnTo>
                  <a:lnTo>
                    <a:pt x="3832491" y="1792605"/>
                  </a:lnTo>
                  <a:lnTo>
                    <a:pt x="3835120" y="1792605"/>
                  </a:lnTo>
                  <a:lnTo>
                    <a:pt x="3836238" y="1792147"/>
                  </a:lnTo>
                  <a:lnTo>
                    <a:pt x="3838105" y="1790280"/>
                  </a:lnTo>
                  <a:lnTo>
                    <a:pt x="3838562" y="1789163"/>
                  </a:lnTo>
                  <a:lnTo>
                    <a:pt x="3838562" y="1786534"/>
                  </a:lnTo>
                  <a:close/>
                </a:path>
                <a:path w="5695950" h="1792604">
                  <a:moveTo>
                    <a:pt x="3838562" y="894994"/>
                  </a:moveTo>
                  <a:lnTo>
                    <a:pt x="3838105" y="893876"/>
                  </a:lnTo>
                  <a:lnTo>
                    <a:pt x="3836238" y="892009"/>
                  </a:lnTo>
                  <a:lnTo>
                    <a:pt x="3835120" y="891540"/>
                  </a:lnTo>
                  <a:lnTo>
                    <a:pt x="3832491" y="891540"/>
                  </a:lnTo>
                  <a:lnTo>
                    <a:pt x="3831374" y="892009"/>
                  </a:lnTo>
                  <a:lnTo>
                    <a:pt x="3829507" y="893876"/>
                  </a:lnTo>
                  <a:lnTo>
                    <a:pt x="3829037" y="894994"/>
                  </a:lnTo>
                  <a:lnTo>
                    <a:pt x="3829037" y="897623"/>
                  </a:lnTo>
                  <a:lnTo>
                    <a:pt x="3829507" y="898740"/>
                  </a:lnTo>
                  <a:lnTo>
                    <a:pt x="3831374" y="900607"/>
                  </a:lnTo>
                  <a:lnTo>
                    <a:pt x="3832491" y="901065"/>
                  </a:lnTo>
                  <a:lnTo>
                    <a:pt x="3835120" y="901065"/>
                  </a:lnTo>
                  <a:lnTo>
                    <a:pt x="3836238" y="900607"/>
                  </a:lnTo>
                  <a:lnTo>
                    <a:pt x="3838105" y="898740"/>
                  </a:lnTo>
                  <a:lnTo>
                    <a:pt x="3838562" y="897623"/>
                  </a:lnTo>
                  <a:lnTo>
                    <a:pt x="3838562" y="894994"/>
                  </a:lnTo>
                  <a:close/>
                </a:path>
                <a:path w="5695950" h="1792604">
                  <a:moveTo>
                    <a:pt x="3838562" y="3454"/>
                  </a:moveTo>
                  <a:lnTo>
                    <a:pt x="3838105" y="2336"/>
                  </a:lnTo>
                  <a:lnTo>
                    <a:pt x="3836238" y="469"/>
                  </a:lnTo>
                  <a:lnTo>
                    <a:pt x="3835120" y="0"/>
                  </a:lnTo>
                  <a:lnTo>
                    <a:pt x="3832491" y="0"/>
                  </a:lnTo>
                  <a:lnTo>
                    <a:pt x="3831374" y="469"/>
                  </a:lnTo>
                  <a:lnTo>
                    <a:pt x="3829507" y="2336"/>
                  </a:lnTo>
                  <a:lnTo>
                    <a:pt x="3829037" y="3454"/>
                  </a:lnTo>
                  <a:lnTo>
                    <a:pt x="3829037" y="6083"/>
                  </a:lnTo>
                  <a:lnTo>
                    <a:pt x="3829507" y="7200"/>
                  </a:lnTo>
                  <a:lnTo>
                    <a:pt x="3831374" y="9067"/>
                  </a:lnTo>
                  <a:lnTo>
                    <a:pt x="3832491" y="9525"/>
                  </a:lnTo>
                  <a:lnTo>
                    <a:pt x="3835120" y="9525"/>
                  </a:lnTo>
                  <a:lnTo>
                    <a:pt x="3836238" y="9067"/>
                  </a:lnTo>
                  <a:lnTo>
                    <a:pt x="3838105" y="7200"/>
                  </a:lnTo>
                  <a:lnTo>
                    <a:pt x="3838562" y="6083"/>
                  </a:lnTo>
                  <a:lnTo>
                    <a:pt x="3838562" y="3454"/>
                  </a:lnTo>
                  <a:close/>
                </a:path>
                <a:path w="5695950" h="1792604">
                  <a:moveTo>
                    <a:pt x="3886187" y="1786534"/>
                  </a:moveTo>
                  <a:lnTo>
                    <a:pt x="3885730" y="1785416"/>
                  </a:lnTo>
                  <a:lnTo>
                    <a:pt x="3883863" y="1783549"/>
                  </a:lnTo>
                  <a:lnTo>
                    <a:pt x="3882745" y="1783080"/>
                  </a:lnTo>
                  <a:lnTo>
                    <a:pt x="3880116" y="1783080"/>
                  </a:lnTo>
                  <a:lnTo>
                    <a:pt x="3878999" y="1783549"/>
                  </a:lnTo>
                  <a:lnTo>
                    <a:pt x="3877132" y="1785416"/>
                  </a:lnTo>
                  <a:lnTo>
                    <a:pt x="3876662" y="1786534"/>
                  </a:lnTo>
                  <a:lnTo>
                    <a:pt x="3876662" y="1789163"/>
                  </a:lnTo>
                  <a:lnTo>
                    <a:pt x="3877132" y="1790280"/>
                  </a:lnTo>
                  <a:lnTo>
                    <a:pt x="3878999" y="1792147"/>
                  </a:lnTo>
                  <a:lnTo>
                    <a:pt x="3880116" y="1792605"/>
                  </a:lnTo>
                  <a:lnTo>
                    <a:pt x="3882745" y="1792605"/>
                  </a:lnTo>
                  <a:lnTo>
                    <a:pt x="3883863" y="1792147"/>
                  </a:lnTo>
                  <a:lnTo>
                    <a:pt x="3885730" y="1790280"/>
                  </a:lnTo>
                  <a:lnTo>
                    <a:pt x="3886187" y="1789163"/>
                  </a:lnTo>
                  <a:lnTo>
                    <a:pt x="3886187" y="1786534"/>
                  </a:lnTo>
                  <a:close/>
                </a:path>
                <a:path w="5695950" h="1792604">
                  <a:moveTo>
                    <a:pt x="3886187" y="894994"/>
                  </a:moveTo>
                  <a:lnTo>
                    <a:pt x="3885730" y="893876"/>
                  </a:lnTo>
                  <a:lnTo>
                    <a:pt x="3883863" y="892009"/>
                  </a:lnTo>
                  <a:lnTo>
                    <a:pt x="3882745" y="891540"/>
                  </a:lnTo>
                  <a:lnTo>
                    <a:pt x="3880116" y="891540"/>
                  </a:lnTo>
                  <a:lnTo>
                    <a:pt x="3878999" y="892009"/>
                  </a:lnTo>
                  <a:lnTo>
                    <a:pt x="3877132" y="893876"/>
                  </a:lnTo>
                  <a:lnTo>
                    <a:pt x="3876662" y="894994"/>
                  </a:lnTo>
                  <a:lnTo>
                    <a:pt x="3876662" y="897623"/>
                  </a:lnTo>
                  <a:lnTo>
                    <a:pt x="3877132" y="898740"/>
                  </a:lnTo>
                  <a:lnTo>
                    <a:pt x="3878999" y="900607"/>
                  </a:lnTo>
                  <a:lnTo>
                    <a:pt x="3880116" y="901065"/>
                  </a:lnTo>
                  <a:lnTo>
                    <a:pt x="3882745" y="901065"/>
                  </a:lnTo>
                  <a:lnTo>
                    <a:pt x="3883863" y="900607"/>
                  </a:lnTo>
                  <a:lnTo>
                    <a:pt x="3885730" y="898740"/>
                  </a:lnTo>
                  <a:lnTo>
                    <a:pt x="3886187" y="897623"/>
                  </a:lnTo>
                  <a:lnTo>
                    <a:pt x="3886187" y="894994"/>
                  </a:lnTo>
                  <a:close/>
                </a:path>
                <a:path w="5695950" h="1792604">
                  <a:moveTo>
                    <a:pt x="3886187" y="3454"/>
                  </a:moveTo>
                  <a:lnTo>
                    <a:pt x="3885730" y="2336"/>
                  </a:lnTo>
                  <a:lnTo>
                    <a:pt x="3883863" y="469"/>
                  </a:lnTo>
                  <a:lnTo>
                    <a:pt x="3882745" y="0"/>
                  </a:lnTo>
                  <a:lnTo>
                    <a:pt x="3880116" y="0"/>
                  </a:lnTo>
                  <a:lnTo>
                    <a:pt x="3878999" y="469"/>
                  </a:lnTo>
                  <a:lnTo>
                    <a:pt x="3877132" y="2336"/>
                  </a:lnTo>
                  <a:lnTo>
                    <a:pt x="3876662" y="3454"/>
                  </a:lnTo>
                  <a:lnTo>
                    <a:pt x="3876662" y="6083"/>
                  </a:lnTo>
                  <a:lnTo>
                    <a:pt x="3877132" y="7200"/>
                  </a:lnTo>
                  <a:lnTo>
                    <a:pt x="3878999" y="9067"/>
                  </a:lnTo>
                  <a:lnTo>
                    <a:pt x="3880116" y="9525"/>
                  </a:lnTo>
                  <a:lnTo>
                    <a:pt x="3882745" y="9525"/>
                  </a:lnTo>
                  <a:lnTo>
                    <a:pt x="3883863" y="9067"/>
                  </a:lnTo>
                  <a:lnTo>
                    <a:pt x="3885730" y="7200"/>
                  </a:lnTo>
                  <a:lnTo>
                    <a:pt x="3886187" y="6083"/>
                  </a:lnTo>
                  <a:lnTo>
                    <a:pt x="3886187" y="3454"/>
                  </a:lnTo>
                  <a:close/>
                </a:path>
                <a:path w="5695950" h="1792604">
                  <a:moveTo>
                    <a:pt x="3933812" y="1786534"/>
                  </a:moveTo>
                  <a:lnTo>
                    <a:pt x="3933355" y="1785416"/>
                  </a:lnTo>
                  <a:lnTo>
                    <a:pt x="3931488" y="1783549"/>
                  </a:lnTo>
                  <a:lnTo>
                    <a:pt x="3930370" y="1783080"/>
                  </a:lnTo>
                  <a:lnTo>
                    <a:pt x="3927741" y="1783080"/>
                  </a:lnTo>
                  <a:lnTo>
                    <a:pt x="3926624" y="1783549"/>
                  </a:lnTo>
                  <a:lnTo>
                    <a:pt x="3924757" y="1785416"/>
                  </a:lnTo>
                  <a:lnTo>
                    <a:pt x="3924287" y="1786534"/>
                  </a:lnTo>
                  <a:lnTo>
                    <a:pt x="3924287" y="1789163"/>
                  </a:lnTo>
                  <a:lnTo>
                    <a:pt x="3924757" y="1790280"/>
                  </a:lnTo>
                  <a:lnTo>
                    <a:pt x="3926624" y="1792147"/>
                  </a:lnTo>
                  <a:lnTo>
                    <a:pt x="3927741" y="1792605"/>
                  </a:lnTo>
                  <a:lnTo>
                    <a:pt x="3930370" y="1792605"/>
                  </a:lnTo>
                  <a:lnTo>
                    <a:pt x="3931488" y="1792147"/>
                  </a:lnTo>
                  <a:lnTo>
                    <a:pt x="3933355" y="1790280"/>
                  </a:lnTo>
                  <a:lnTo>
                    <a:pt x="3933812" y="1789163"/>
                  </a:lnTo>
                  <a:lnTo>
                    <a:pt x="3933812" y="1786534"/>
                  </a:lnTo>
                  <a:close/>
                </a:path>
                <a:path w="5695950" h="1792604">
                  <a:moveTo>
                    <a:pt x="3933812" y="894994"/>
                  </a:moveTo>
                  <a:lnTo>
                    <a:pt x="3933355" y="893876"/>
                  </a:lnTo>
                  <a:lnTo>
                    <a:pt x="3931488" y="892009"/>
                  </a:lnTo>
                  <a:lnTo>
                    <a:pt x="3930370" y="891540"/>
                  </a:lnTo>
                  <a:lnTo>
                    <a:pt x="3927741" y="891540"/>
                  </a:lnTo>
                  <a:lnTo>
                    <a:pt x="3926624" y="892009"/>
                  </a:lnTo>
                  <a:lnTo>
                    <a:pt x="3924757" y="893876"/>
                  </a:lnTo>
                  <a:lnTo>
                    <a:pt x="3924287" y="894994"/>
                  </a:lnTo>
                  <a:lnTo>
                    <a:pt x="3924287" y="897623"/>
                  </a:lnTo>
                  <a:lnTo>
                    <a:pt x="3924757" y="898740"/>
                  </a:lnTo>
                  <a:lnTo>
                    <a:pt x="3926624" y="900607"/>
                  </a:lnTo>
                  <a:lnTo>
                    <a:pt x="3927741" y="901065"/>
                  </a:lnTo>
                  <a:lnTo>
                    <a:pt x="3930370" y="901065"/>
                  </a:lnTo>
                  <a:lnTo>
                    <a:pt x="3931488" y="900607"/>
                  </a:lnTo>
                  <a:lnTo>
                    <a:pt x="3933355" y="898740"/>
                  </a:lnTo>
                  <a:lnTo>
                    <a:pt x="3933812" y="897623"/>
                  </a:lnTo>
                  <a:lnTo>
                    <a:pt x="3933812" y="894994"/>
                  </a:lnTo>
                  <a:close/>
                </a:path>
                <a:path w="5695950" h="1792604">
                  <a:moveTo>
                    <a:pt x="3933812" y="3454"/>
                  </a:moveTo>
                  <a:lnTo>
                    <a:pt x="3933355" y="2336"/>
                  </a:lnTo>
                  <a:lnTo>
                    <a:pt x="3931488" y="469"/>
                  </a:lnTo>
                  <a:lnTo>
                    <a:pt x="3930370" y="0"/>
                  </a:lnTo>
                  <a:lnTo>
                    <a:pt x="3927741" y="0"/>
                  </a:lnTo>
                  <a:lnTo>
                    <a:pt x="3926624" y="469"/>
                  </a:lnTo>
                  <a:lnTo>
                    <a:pt x="3924757" y="2336"/>
                  </a:lnTo>
                  <a:lnTo>
                    <a:pt x="3924287" y="3454"/>
                  </a:lnTo>
                  <a:lnTo>
                    <a:pt x="3924287" y="6083"/>
                  </a:lnTo>
                  <a:lnTo>
                    <a:pt x="3924757" y="7200"/>
                  </a:lnTo>
                  <a:lnTo>
                    <a:pt x="3926624" y="9067"/>
                  </a:lnTo>
                  <a:lnTo>
                    <a:pt x="3927741" y="9525"/>
                  </a:lnTo>
                  <a:lnTo>
                    <a:pt x="3930370" y="9525"/>
                  </a:lnTo>
                  <a:lnTo>
                    <a:pt x="3931488" y="9067"/>
                  </a:lnTo>
                  <a:lnTo>
                    <a:pt x="3933355" y="7200"/>
                  </a:lnTo>
                  <a:lnTo>
                    <a:pt x="3933812" y="6083"/>
                  </a:lnTo>
                  <a:lnTo>
                    <a:pt x="3933812" y="3454"/>
                  </a:lnTo>
                  <a:close/>
                </a:path>
                <a:path w="5695950" h="1792604">
                  <a:moveTo>
                    <a:pt x="3981437" y="1786534"/>
                  </a:moveTo>
                  <a:lnTo>
                    <a:pt x="3980980" y="1785416"/>
                  </a:lnTo>
                  <a:lnTo>
                    <a:pt x="3979113" y="1783549"/>
                  </a:lnTo>
                  <a:lnTo>
                    <a:pt x="3977995" y="1783080"/>
                  </a:lnTo>
                  <a:lnTo>
                    <a:pt x="3975366" y="1783080"/>
                  </a:lnTo>
                  <a:lnTo>
                    <a:pt x="3974249" y="1783549"/>
                  </a:lnTo>
                  <a:lnTo>
                    <a:pt x="3972382" y="1785416"/>
                  </a:lnTo>
                  <a:lnTo>
                    <a:pt x="3971912" y="1786534"/>
                  </a:lnTo>
                  <a:lnTo>
                    <a:pt x="3971912" y="1789163"/>
                  </a:lnTo>
                  <a:lnTo>
                    <a:pt x="3972382" y="1790280"/>
                  </a:lnTo>
                  <a:lnTo>
                    <a:pt x="3974249" y="1792147"/>
                  </a:lnTo>
                  <a:lnTo>
                    <a:pt x="3975366" y="1792605"/>
                  </a:lnTo>
                  <a:lnTo>
                    <a:pt x="3977995" y="1792605"/>
                  </a:lnTo>
                  <a:lnTo>
                    <a:pt x="3979113" y="1792147"/>
                  </a:lnTo>
                  <a:lnTo>
                    <a:pt x="3980980" y="1790280"/>
                  </a:lnTo>
                  <a:lnTo>
                    <a:pt x="3981437" y="1789163"/>
                  </a:lnTo>
                  <a:lnTo>
                    <a:pt x="3981437" y="1786534"/>
                  </a:lnTo>
                  <a:close/>
                </a:path>
                <a:path w="5695950" h="1792604">
                  <a:moveTo>
                    <a:pt x="3981437" y="894994"/>
                  </a:moveTo>
                  <a:lnTo>
                    <a:pt x="3980980" y="893876"/>
                  </a:lnTo>
                  <a:lnTo>
                    <a:pt x="3979113" y="892009"/>
                  </a:lnTo>
                  <a:lnTo>
                    <a:pt x="3977995" y="891540"/>
                  </a:lnTo>
                  <a:lnTo>
                    <a:pt x="3975366" y="891540"/>
                  </a:lnTo>
                  <a:lnTo>
                    <a:pt x="3974249" y="892009"/>
                  </a:lnTo>
                  <a:lnTo>
                    <a:pt x="3972382" y="893876"/>
                  </a:lnTo>
                  <a:lnTo>
                    <a:pt x="3971912" y="894994"/>
                  </a:lnTo>
                  <a:lnTo>
                    <a:pt x="3971912" y="897623"/>
                  </a:lnTo>
                  <a:lnTo>
                    <a:pt x="3972382" y="898740"/>
                  </a:lnTo>
                  <a:lnTo>
                    <a:pt x="3974249" y="900607"/>
                  </a:lnTo>
                  <a:lnTo>
                    <a:pt x="3975366" y="901065"/>
                  </a:lnTo>
                  <a:lnTo>
                    <a:pt x="3977995" y="901065"/>
                  </a:lnTo>
                  <a:lnTo>
                    <a:pt x="3979113" y="900607"/>
                  </a:lnTo>
                  <a:lnTo>
                    <a:pt x="3980980" y="898740"/>
                  </a:lnTo>
                  <a:lnTo>
                    <a:pt x="3981437" y="897623"/>
                  </a:lnTo>
                  <a:lnTo>
                    <a:pt x="3981437" y="894994"/>
                  </a:lnTo>
                  <a:close/>
                </a:path>
                <a:path w="5695950" h="1792604">
                  <a:moveTo>
                    <a:pt x="3981437" y="3454"/>
                  </a:moveTo>
                  <a:lnTo>
                    <a:pt x="3980980" y="2336"/>
                  </a:lnTo>
                  <a:lnTo>
                    <a:pt x="3979113" y="469"/>
                  </a:lnTo>
                  <a:lnTo>
                    <a:pt x="3977995" y="0"/>
                  </a:lnTo>
                  <a:lnTo>
                    <a:pt x="3975366" y="0"/>
                  </a:lnTo>
                  <a:lnTo>
                    <a:pt x="3974249" y="469"/>
                  </a:lnTo>
                  <a:lnTo>
                    <a:pt x="3972382" y="2336"/>
                  </a:lnTo>
                  <a:lnTo>
                    <a:pt x="3971912" y="3454"/>
                  </a:lnTo>
                  <a:lnTo>
                    <a:pt x="3971912" y="6083"/>
                  </a:lnTo>
                  <a:lnTo>
                    <a:pt x="3972382" y="7200"/>
                  </a:lnTo>
                  <a:lnTo>
                    <a:pt x="3974249" y="9067"/>
                  </a:lnTo>
                  <a:lnTo>
                    <a:pt x="3975366" y="9525"/>
                  </a:lnTo>
                  <a:lnTo>
                    <a:pt x="3977995" y="9525"/>
                  </a:lnTo>
                  <a:lnTo>
                    <a:pt x="3979113" y="9067"/>
                  </a:lnTo>
                  <a:lnTo>
                    <a:pt x="3980980" y="7200"/>
                  </a:lnTo>
                  <a:lnTo>
                    <a:pt x="3981437" y="6083"/>
                  </a:lnTo>
                  <a:lnTo>
                    <a:pt x="3981437" y="3454"/>
                  </a:lnTo>
                  <a:close/>
                </a:path>
                <a:path w="5695950" h="1792604">
                  <a:moveTo>
                    <a:pt x="4029062" y="1786534"/>
                  </a:moveTo>
                  <a:lnTo>
                    <a:pt x="4028605" y="1785416"/>
                  </a:lnTo>
                  <a:lnTo>
                    <a:pt x="4026738" y="1783549"/>
                  </a:lnTo>
                  <a:lnTo>
                    <a:pt x="4025620" y="1783080"/>
                  </a:lnTo>
                  <a:lnTo>
                    <a:pt x="4022991" y="1783080"/>
                  </a:lnTo>
                  <a:lnTo>
                    <a:pt x="4021861" y="1783549"/>
                  </a:lnTo>
                  <a:lnTo>
                    <a:pt x="4020007" y="1785416"/>
                  </a:lnTo>
                  <a:lnTo>
                    <a:pt x="4019537" y="1786534"/>
                  </a:lnTo>
                  <a:lnTo>
                    <a:pt x="4019537" y="1789163"/>
                  </a:lnTo>
                  <a:lnTo>
                    <a:pt x="4020007" y="1790280"/>
                  </a:lnTo>
                  <a:lnTo>
                    <a:pt x="4021861" y="1792147"/>
                  </a:lnTo>
                  <a:lnTo>
                    <a:pt x="4022991" y="1792605"/>
                  </a:lnTo>
                  <a:lnTo>
                    <a:pt x="4025620" y="1792605"/>
                  </a:lnTo>
                  <a:lnTo>
                    <a:pt x="4026738" y="1792147"/>
                  </a:lnTo>
                  <a:lnTo>
                    <a:pt x="4028605" y="1790280"/>
                  </a:lnTo>
                  <a:lnTo>
                    <a:pt x="4029062" y="1789163"/>
                  </a:lnTo>
                  <a:lnTo>
                    <a:pt x="4029062" y="1786534"/>
                  </a:lnTo>
                  <a:close/>
                </a:path>
                <a:path w="5695950" h="1792604">
                  <a:moveTo>
                    <a:pt x="4029062" y="894994"/>
                  </a:moveTo>
                  <a:lnTo>
                    <a:pt x="4028605" y="893876"/>
                  </a:lnTo>
                  <a:lnTo>
                    <a:pt x="4026738" y="892009"/>
                  </a:lnTo>
                  <a:lnTo>
                    <a:pt x="4025620" y="891540"/>
                  </a:lnTo>
                  <a:lnTo>
                    <a:pt x="4022991" y="891540"/>
                  </a:lnTo>
                  <a:lnTo>
                    <a:pt x="4021861" y="892009"/>
                  </a:lnTo>
                  <a:lnTo>
                    <a:pt x="4020007" y="893876"/>
                  </a:lnTo>
                  <a:lnTo>
                    <a:pt x="4019537" y="894994"/>
                  </a:lnTo>
                  <a:lnTo>
                    <a:pt x="4019537" y="897623"/>
                  </a:lnTo>
                  <a:lnTo>
                    <a:pt x="4020007" y="898740"/>
                  </a:lnTo>
                  <a:lnTo>
                    <a:pt x="4021861" y="900607"/>
                  </a:lnTo>
                  <a:lnTo>
                    <a:pt x="4022991" y="901065"/>
                  </a:lnTo>
                  <a:lnTo>
                    <a:pt x="4025620" y="901065"/>
                  </a:lnTo>
                  <a:lnTo>
                    <a:pt x="4026738" y="900607"/>
                  </a:lnTo>
                  <a:lnTo>
                    <a:pt x="4028605" y="898740"/>
                  </a:lnTo>
                  <a:lnTo>
                    <a:pt x="4029062" y="897623"/>
                  </a:lnTo>
                  <a:lnTo>
                    <a:pt x="4029062" y="894994"/>
                  </a:lnTo>
                  <a:close/>
                </a:path>
                <a:path w="5695950" h="1792604">
                  <a:moveTo>
                    <a:pt x="4029062" y="3454"/>
                  </a:moveTo>
                  <a:lnTo>
                    <a:pt x="4028605" y="2336"/>
                  </a:lnTo>
                  <a:lnTo>
                    <a:pt x="4026738" y="469"/>
                  </a:lnTo>
                  <a:lnTo>
                    <a:pt x="4025620" y="0"/>
                  </a:lnTo>
                  <a:lnTo>
                    <a:pt x="4022991" y="0"/>
                  </a:lnTo>
                  <a:lnTo>
                    <a:pt x="4021861" y="469"/>
                  </a:lnTo>
                  <a:lnTo>
                    <a:pt x="4020007" y="2336"/>
                  </a:lnTo>
                  <a:lnTo>
                    <a:pt x="4019537" y="3454"/>
                  </a:lnTo>
                  <a:lnTo>
                    <a:pt x="4019537" y="6083"/>
                  </a:lnTo>
                  <a:lnTo>
                    <a:pt x="4020007" y="7200"/>
                  </a:lnTo>
                  <a:lnTo>
                    <a:pt x="4021861" y="9067"/>
                  </a:lnTo>
                  <a:lnTo>
                    <a:pt x="4022991" y="9525"/>
                  </a:lnTo>
                  <a:lnTo>
                    <a:pt x="4025620" y="9525"/>
                  </a:lnTo>
                  <a:lnTo>
                    <a:pt x="4026738" y="9067"/>
                  </a:lnTo>
                  <a:lnTo>
                    <a:pt x="4028605" y="7200"/>
                  </a:lnTo>
                  <a:lnTo>
                    <a:pt x="4029062" y="6083"/>
                  </a:lnTo>
                  <a:lnTo>
                    <a:pt x="4029062" y="3454"/>
                  </a:lnTo>
                  <a:close/>
                </a:path>
                <a:path w="5695950" h="1792604">
                  <a:moveTo>
                    <a:pt x="4076687" y="1786534"/>
                  </a:moveTo>
                  <a:lnTo>
                    <a:pt x="4076230" y="1785416"/>
                  </a:lnTo>
                  <a:lnTo>
                    <a:pt x="4074363" y="1783549"/>
                  </a:lnTo>
                  <a:lnTo>
                    <a:pt x="4073245" y="1783080"/>
                  </a:lnTo>
                  <a:lnTo>
                    <a:pt x="4070616" y="1783080"/>
                  </a:lnTo>
                  <a:lnTo>
                    <a:pt x="4069499" y="1783549"/>
                  </a:lnTo>
                  <a:lnTo>
                    <a:pt x="4067632" y="1785416"/>
                  </a:lnTo>
                  <a:lnTo>
                    <a:pt x="4067162" y="1786534"/>
                  </a:lnTo>
                  <a:lnTo>
                    <a:pt x="4067162" y="1789163"/>
                  </a:lnTo>
                  <a:lnTo>
                    <a:pt x="4067632" y="1790280"/>
                  </a:lnTo>
                  <a:lnTo>
                    <a:pt x="4069499" y="1792147"/>
                  </a:lnTo>
                  <a:lnTo>
                    <a:pt x="4070616" y="1792605"/>
                  </a:lnTo>
                  <a:lnTo>
                    <a:pt x="4073245" y="1792605"/>
                  </a:lnTo>
                  <a:lnTo>
                    <a:pt x="4074363" y="1792147"/>
                  </a:lnTo>
                  <a:lnTo>
                    <a:pt x="4076230" y="1790280"/>
                  </a:lnTo>
                  <a:lnTo>
                    <a:pt x="4076687" y="1789163"/>
                  </a:lnTo>
                  <a:lnTo>
                    <a:pt x="4076687" y="1786534"/>
                  </a:lnTo>
                  <a:close/>
                </a:path>
                <a:path w="5695950" h="1792604">
                  <a:moveTo>
                    <a:pt x="4076687" y="894994"/>
                  </a:moveTo>
                  <a:lnTo>
                    <a:pt x="4076230" y="893876"/>
                  </a:lnTo>
                  <a:lnTo>
                    <a:pt x="4074363" y="892009"/>
                  </a:lnTo>
                  <a:lnTo>
                    <a:pt x="4073245" y="891540"/>
                  </a:lnTo>
                  <a:lnTo>
                    <a:pt x="4070616" y="891540"/>
                  </a:lnTo>
                  <a:lnTo>
                    <a:pt x="4069499" y="892009"/>
                  </a:lnTo>
                  <a:lnTo>
                    <a:pt x="4067632" y="893876"/>
                  </a:lnTo>
                  <a:lnTo>
                    <a:pt x="4067162" y="894994"/>
                  </a:lnTo>
                  <a:lnTo>
                    <a:pt x="4067162" y="897623"/>
                  </a:lnTo>
                  <a:lnTo>
                    <a:pt x="4067632" y="898740"/>
                  </a:lnTo>
                  <a:lnTo>
                    <a:pt x="4069499" y="900607"/>
                  </a:lnTo>
                  <a:lnTo>
                    <a:pt x="4070616" y="901065"/>
                  </a:lnTo>
                  <a:lnTo>
                    <a:pt x="4073245" y="901065"/>
                  </a:lnTo>
                  <a:lnTo>
                    <a:pt x="4074363" y="900607"/>
                  </a:lnTo>
                  <a:lnTo>
                    <a:pt x="4076230" y="898740"/>
                  </a:lnTo>
                  <a:lnTo>
                    <a:pt x="4076687" y="897623"/>
                  </a:lnTo>
                  <a:lnTo>
                    <a:pt x="4076687" y="894994"/>
                  </a:lnTo>
                  <a:close/>
                </a:path>
                <a:path w="5695950" h="1792604">
                  <a:moveTo>
                    <a:pt x="4076687" y="3454"/>
                  </a:moveTo>
                  <a:lnTo>
                    <a:pt x="4076230" y="2336"/>
                  </a:lnTo>
                  <a:lnTo>
                    <a:pt x="4074363" y="469"/>
                  </a:lnTo>
                  <a:lnTo>
                    <a:pt x="4073245" y="0"/>
                  </a:lnTo>
                  <a:lnTo>
                    <a:pt x="4070616" y="0"/>
                  </a:lnTo>
                  <a:lnTo>
                    <a:pt x="4069499" y="469"/>
                  </a:lnTo>
                  <a:lnTo>
                    <a:pt x="4067632" y="2336"/>
                  </a:lnTo>
                  <a:lnTo>
                    <a:pt x="4067162" y="3454"/>
                  </a:lnTo>
                  <a:lnTo>
                    <a:pt x="4067162" y="6083"/>
                  </a:lnTo>
                  <a:lnTo>
                    <a:pt x="4067632" y="7200"/>
                  </a:lnTo>
                  <a:lnTo>
                    <a:pt x="4069499" y="9067"/>
                  </a:lnTo>
                  <a:lnTo>
                    <a:pt x="4070616" y="9525"/>
                  </a:lnTo>
                  <a:lnTo>
                    <a:pt x="4073245" y="9525"/>
                  </a:lnTo>
                  <a:lnTo>
                    <a:pt x="4074363" y="9067"/>
                  </a:lnTo>
                  <a:lnTo>
                    <a:pt x="4076230" y="7200"/>
                  </a:lnTo>
                  <a:lnTo>
                    <a:pt x="4076687" y="6083"/>
                  </a:lnTo>
                  <a:lnTo>
                    <a:pt x="4076687" y="3454"/>
                  </a:lnTo>
                  <a:close/>
                </a:path>
                <a:path w="5695950" h="1792604">
                  <a:moveTo>
                    <a:pt x="4124312" y="1786534"/>
                  </a:moveTo>
                  <a:lnTo>
                    <a:pt x="4123855" y="1785416"/>
                  </a:lnTo>
                  <a:lnTo>
                    <a:pt x="4121988" y="1783549"/>
                  </a:lnTo>
                  <a:lnTo>
                    <a:pt x="4120870" y="1783080"/>
                  </a:lnTo>
                  <a:lnTo>
                    <a:pt x="4118241" y="1783080"/>
                  </a:lnTo>
                  <a:lnTo>
                    <a:pt x="4117124" y="1783549"/>
                  </a:lnTo>
                  <a:lnTo>
                    <a:pt x="4115257" y="1785416"/>
                  </a:lnTo>
                  <a:lnTo>
                    <a:pt x="4114787" y="1786534"/>
                  </a:lnTo>
                  <a:lnTo>
                    <a:pt x="4114787" y="1789163"/>
                  </a:lnTo>
                  <a:lnTo>
                    <a:pt x="4115257" y="1790280"/>
                  </a:lnTo>
                  <a:lnTo>
                    <a:pt x="4117124" y="1792147"/>
                  </a:lnTo>
                  <a:lnTo>
                    <a:pt x="4118241" y="1792605"/>
                  </a:lnTo>
                  <a:lnTo>
                    <a:pt x="4120870" y="1792605"/>
                  </a:lnTo>
                  <a:lnTo>
                    <a:pt x="4121988" y="1792147"/>
                  </a:lnTo>
                  <a:lnTo>
                    <a:pt x="4123855" y="1790280"/>
                  </a:lnTo>
                  <a:lnTo>
                    <a:pt x="4124312" y="1789163"/>
                  </a:lnTo>
                  <a:lnTo>
                    <a:pt x="4124312" y="1786534"/>
                  </a:lnTo>
                  <a:close/>
                </a:path>
                <a:path w="5695950" h="1792604">
                  <a:moveTo>
                    <a:pt x="4124312" y="894994"/>
                  </a:moveTo>
                  <a:lnTo>
                    <a:pt x="4123855" y="893876"/>
                  </a:lnTo>
                  <a:lnTo>
                    <a:pt x="4121988" y="892009"/>
                  </a:lnTo>
                  <a:lnTo>
                    <a:pt x="4120870" y="891540"/>
                  </a:lnTo>
                  <a:lnTo>
                    <a:pt x="4118241" y="891540"/>
                  </a:lnTo>
                  <a:lnTo>
                    <a:pt x="4117124" y="892009"/>
                  </a:lnTo>
                  <a:lnTo>
                    <a:pt x="4115257" y="893876"/>
                  </a:lnTo>
                  <a:lnTo>
                    <a:pt x="4114787" y="894994"/>
                  </a:lnTo>
                  <a:lnTo>
                    <a:pt x="4114787" y="897623"/>
                  </a:lnTo>
                  <a:lnTo>
                    <a:pt x="4115257" y="898740"/>
                  </a:lnTo>
                  <a:lnTo>
                    <a:pt x="4117124" y="900607"/>
                  </a:lnTo>
                  <a:lnTo>
                    <a:pt x="4118241" y="901065"/>
                  </a:lnTo>
                  <a:lnTo>
                    <a:pt x="4120870" y="901065"/>
                  </a:lnTo>
                  <a:lnTo>
                    <a:pt x="4121988" y="900607"/>
                  </a:lnTo>
                  <a:lnTo>
                    <a:pt x="4123855" y="898740"/>
                  </a:lnTo>
                  <a:lnTo>
                    <a:pt x="4124312" y="897623"/>
                  </a:lnTo>
                  <a:lnTo>
                    <a:pt x="4124312" y="894994"/>
                  </a:lnTo>
                  <a:close/>
                </a:path>
                <a:path w="5695950" h="1792604">
                  <a:moveTo>
                    <a:pt x="4124312" y="3454"/>
                  </a:moveTo>
                  <a:lnTo>
                    <a:pt x="4123855" y="2336"/>
                  </a:lnTo>
                  <a:lnTo>
                    <a:pt x="4121988" y="469"/>
                  </a:lnTo>
                  <a:lnTo>
                    <a:pt x="4120870" y="0"/>
                  </a:lnTo>
                  <a:lnTo>
                    <a:pt x="4118241" y="0"/>
                  </a:lnTo>
                  <a:lnTo>
                    <a:pt x="4117124" y="469"/>
                  </a:lnTo>
                  <a:lnTo>
                    <a:pt x="4115257" y="2336"/>
                  </a:lnTo>
                  <a:lnTo>
                    <a:pt x="4114787" y="3454"/>
                  </a:lnTo>
                  <a:lnTo>
                    <a:pt x="4114787" y="6083"/>
                  </a:lnTo>
                  <a:lnTo>
                    <a:pt x="4115257" y="7200"/>
                  </a:lnTo>
                  <a:lnTo>
                    <a:pt x="4117124" y="9067"/>
                  </a:lnTo>
                  <a:lnTo>
                    <a:pt x="4118241" y="9525"/>
                  </a:lnTo>
                  <a:lnTo>
                    <a:pt x="4120870" y="9525"/>
                  </a:lnTo>
                  <a:lnTo>
                    <a:pt x="4121988" y="9067"/>
                  </a:lnTo>
                  <a:lnTo>
                    <a:pt x="4123855" y="7200"/>
                  </a:lnTo>
                  <a:lnTo>
                    <a:pt x="4124312" y="6083"/>
                  </a:lnTo>
                  <a:lnTo>
                    <a:pt x="4124312" y="3454"/>
                  </a:lnTo>
                  <a:close/>
                </a:path>
                <a:path w="5695950" h="1792604">
                  <a:moveTo>
                    <a:pt x="4171937" y="1786534"/>
                  </a:moveTo>
                  <a:lnTo>
                    <a:pt x="4171480" y="1785416"/>
                  </a:lnTo>
                  <a:lnTo>
                    <a:pt x="4169613" y="1783549"/>
                  </a:lnTo>
                  <a:lnTo>
                    <a:pt x="4168495" y="1783080"/>
                  </a:lnTo>
                  <a:lnTo>
                    <a:pt x="4165866" y="1783080"/>
                  </a:lnTo>
                  <a:lnTo>
                    <a:pt x="4164749" y="1783549"/>
                  </a:lnTo>
                  <a:lnTo>
                    <a:pt x="4162882" y="1785416"/>
                  </a:lnTo>
                  <a:lnTo>
                    <a:pt x="4162412" y="1786534"/>
                  </a:lnTo>
                  <a:lnTo>
                    <a:pt x="4162412" y="1789163"/>
                  </a:lnTo>
                  <a:lnTo>
                    <a:pt x="4162882" y="1790280"/>
                  </a:lnTo>
                  <a:lnTo>
                    <a:pt x="4164749" y="1792147"/>
                  </a:lnTo>
                  <a:lnTo>
                    <a:pt x="4165866" y="1792605"/>
                  </a:lnTo>
                  <a:lnTo>
                    <a:pt x="4168495" y="1792605"/>
                  </a:lnTo>
                  <a:lnTo>
                    <a:pt x="4169613" y="1792147"/>
                  </a:lnTo>
                  <a:lnTo>
                    <a:pt x="4171480" y="1790280"/>
                  </a:lnTo>
                  <a:lnTo>
                    <a:pt x="4171937" y="1789163"/>
                  </a:lnTo>
                  <a:lnTo>
                    <a:pt x="4171937" y="1786534"/>
                  </a:lnTo>
                  <a:close/>
                </a:path>
                <a:path w="5695950" h="1792604">
                  <a:moveTo>
                    <a:pt x="4171937" y="894994"/>
                  </a:moveTo>
                  <a:lnTo>
                    <a:pt x="4171480" y="893876"/>
                  </a:lnTo>
                  <a:lnTo>
                    <a:pt x="4169613" y="892009"/>
                  </a:lnTo>
                  <a:lnTo>
                    <a:pt x="4168495" y="891540"/>
                  </a:lnTo>
                  <a:lnTo>
                    <a:pt x="4165866" y="891540"/>
                  </a:lnTo>
                  <a:lnTo>
                    <a:pt x="4164749" y="892009"/>
                  </a:lnTo>
                  <a:lnTo>
                    <a:pt x="4162882" y="893876"/>
                  </a:lnTo>
                  <a:lnTo>
                    <a:pt x="4162412" y="894994"/>
                  </a:lnTo>
                  <a:lnTo>
                    <a:pt x="4162412" y="897623"/>
                  </a:lnTo>
                  <a:lnTo>
                    <a:pt x="4162882" y="898740"/>
                  </a:lnTo>
                  <a:lnTo>
                    <a:pt x="4164749" y="900607"/>
                  </a:lnTo>
                  <a:lnTo>
                    <a:pt x="4165866" y="901065"/>
                  </a:lnTo>
                  <a:lnTo>
                    <a:pt x="4168495" y="901065"/>
                  </a:lnTo>
                  <a:lnTo>
                    <a:pt x="4169613" y="900607"/>
                  </a:lnTo>
                  <a:lnTo>
                    <a:pt x="4171480" y="898740"/>
                  </a:lnTo>
                  <a:lnTo>
                    <a:pt x="4171937" y="897623"/>
                  </a:lnTo>
                  <a:lnTo>
                    <a:pt x="4171937" y="894994"/>
                  </a:lnTo>
                  <a:close/>
                </a:path>
                <a:path w="5695950" h="1792604">
                  <a:moveTo>
                    <a:pt x="4171937" y="3454"/>
                  </a:moveTo>
                  <a:lnTo>
                    <a:pt x="4171480" y="2336"/>
                  </a:lnTo>
                  <a:lnTo>
                    <a:pt x="4169613" y="469"/>
                  </a:lnTo>
                  <a:lnTo>
                    <a:pt x="4168495" y="0"/>
                  </a:lnTo>
                  <a:lnTo>
                    <a:pt x="4165866" y="0"/>
                  </a:lnTo>
                  <a:lnTo>
                    <a:pt x="4164749" y="469"/>
                  </a:lnTo>
                  <a:lnTo>
                    <a:pt x="4162882" y="2336"/>
                  </a:lnTo>
                  <a:lnTo>
                    <a:pt x="4162412" y="3454"/>
                  </a:lnTo>
                  <a:lnTo>
                    <a:pt x="4162412" y="6083"/>
                  </a:lnTo>
                  <a:lnTo>
                    <a:pt x="4162882" y="7200"/>
                  </a:lnTo>
                  <a:lnTo>
                    <a:pt x="4164749" y="9067"/>
                  </a:lnTo>
                  <a:lnTo>
                    <a:pt x="4165866" y="9525"/>
                  </a:lnTo>
                  <a:lnTo>
                    <a:pt x="4168495" y="9525"/>
                  </a:lnTo>
                  <a:lnTo>
                    <a:pt x="4169613" y="9067"/>
                  </a:lnTo>
                  <a:lnTo>
                    <a:pt x="4171480" y="7200"/>
                  </a:lnTo>
                  <a:lnTo>
                    <a:pt x="4171937" y="6083"/>
                  </a:lnTo>
                  <a:lnTo>
                    <a:pt x="4171937" y="3454"/>
                  </a:lnTo>
                  <a:close/>
                </a:path>
                <a:path w="5695950" h="1792604">
                  <a:moveTo>
                    <a:pt x="4219562" y="1786534"/>
                  </a:moveTo>
                  <a:lnTo>
                    <a:pt x="4219105" y="1785416"/>
                  </a:lnTo>
                  <a:lnTo>
                    <a:pt x="4217238" y="1783549"/>
                  </a:lnTo>
                  <a:lnTo>
                    <a:pt x="4216120" y="1783080"/>
                  </a:lnTo>
                  <a:lnTo>
                    <a:pt x="4213491" y="1783080"/>
                  </a:lnTo>
                  <a:lnTo>
                    <a:pt x="4212374" y="1783549"/>
                  </a:lnTo>
                  <a:lnTo>
                    <a:pt x="4210507" y="1785416"/>
                  </a:lnTo>
                  <a:lnTo>
                    <a:pt x="4210037" y="1786534"/>
                  </a:lnTo>
                  <a:lnTo>
                    <a:pt x="4210037" y="1789163"/>
                  </a:lnTo>
                  <a:lnTo>
                    <a:pt x="4210507" y="1790280"/>
                  </a:lnTo>
                  <a:lnTo>
                    <a:pt x="4212374" y="1792147"/>
                  </a:lnTo>
                  <a:lnTo>
                    <a:pt x="4213491" y="1792605"/>
                  </a:lnTo>
                  <a:lnTo>
                    <a:pt x="4216120" y="1792605"/>
                  </a:lnTo>
                  <a:lnTo>
                    <a:pt x="4217238" y="1792147"/>
                  </a:lnTo>
                  <a:lnTo>
                    <a:pt x="4219105" y="1790280"/>
                  </a:lnTo>
                  <a:lnTo>
                    <a:pt x="4219562" y="1789163"/>
                  </a:lnTo>
                  <a:lnTo>
                    <a:pt x="4219562" y="1786534"/>
                  </a:lnTo>
                  <a:close/>
                </a:path>
                <a:path w="5695950" h="1792604">
                  <a:moveTo>
                    <a:pt x="4219562" y="894994"/>
                  </a:moveTo>
                  <a:lnTo>
                    <a:pt x="4219105" y="893876"/>
                  </a:lnTo>
                  <a:lnTo>
                    <a:pt x="4217238" y="892009"/>
                  </a:lnTo>
                  <a:lnTo>
                    <a:pt x="4216120" y="891540"/>
                  </a:lnTo>
                  <a:lnTo>
                    <a:pt x="4213491" y="891540"/>
                  </a:lnTo>
                  <a:lnTo>
                    <a:pt x="4212374" y="892009"/>
                  </a:lnTo>
                  <a:lnTo>
                    <a:pt x="4210507" y="893876"/>
                  </a:lnTo>
                  <a:lnTo>
                    <a:pt x="4210037" y="894994"/>
                  </a:lnTo>
                  <a:lnTo>
                    <a:pt x="4210037" y="897623"/>
                  </a:lnTo>
                  <a:lnTo>
                    <a:pt x="4210507" y="898740"/>
                  </a:lnTo>
                  <a:lnTo>
                    <a:pt x="4212374" y="900607"/>
                  </a:lnTo>
                  <a:lnTo>
                    <a:pt x="4213491" y="901065"/>
                  </a:lnTo>
                  <a:lnTo>
                    <a:pt x="4216120" y="901065"/>
                  </a:lnTo>
                  <a:lnTo>
                    <a:pt x="4217238" y="900607"/>
                  </a:lnTo>
                  <a:lnTo>
                    <a:pt x="4219105" y="898740"/>
                  </a:lnTo>
                  <a:lnTo>
                    <a:pt x="4219562" y="897623"/>
                  </a:lnTo>
                  <a:lnTo>
                    <a:pt x="4219562" y="894994"/>
                  </a:lnTo>
                  <a:close/>
                </a:path>
                <a:path w="5695950" h="1792604">
                  <a:moveTo>
                    <a:pt x="4219562" y="3454"/>
                  </a:moveTo>
                  <a:lnTo>
                    <a:pt x="4219105" y="2336"/>
                  </a:lnTo>
                  <a:lnTo>
                    <a:pt x="4217238" y="469"/>
                  </a:lnTo>
                  <a:lnTo>
                    <a:pt x="4216120" y="0"/>
                  </a:lnTo>
                  <a:lnTo>
                    <a:pt x="4213491" y="0"/>
                  </a:lnTo>
                  <a:lnTo>
                    <a:pt x="4212374" y="469"/>
                  </a:lnTo>
                  <a:lnTo>
                    <a:pt x="4210507" y="2336"/>
                  </a:lnTo>
                  <a:lnTo>
                    <a:pt x="4210037" y="3454"/>
                  </a:lnTo>
                  <a:lnTo>
                    <a:pt x="4210037" y="6083"/>
                  </a:lnTo>
                  <a:lnTo>
                    <a:pt x="4210507" y="7200"/>
                  </a:lnTo>
                  <a:lnTo>
                    <a:pt x="4212374" y="9067"/>
                  </a:lnTo>
                  <a:lnTo>
                    <a:pt x="4213491" y="9525"/>
                  </a:lnTo>
                  <a:lnTo>
                    <a:pt x="4216120" y="9525"/>
                  </a:lnTo>
                  <a:lnTo>
                    <a:pt x="4217238" y="9067"/>
                  </a:lnTo>
                  <a:lnTo>
                    <a:pt x="4219105" y="7200"/>
                  </a:lnTo>
                  <a:lnTo>
                    <a:pt x="4219562" y="6083"/>
                  </a:lnTo>
                  <a:lnTo>
                    <a:pt x="4219562" y="3454"/>
                  </a:lnTo>
                  <a:close/>
                </a:path>
                <a:path w="5695950" h="1792604">
                  <a:moveTo>
                    <a:pt x="4267187" y="1786534"/>
                  </a:moveTo>
                  <a:lnTo>
                    <a:pt x="4266730" y="1785416"/>
                  </a:lnTo>
                  <a:lnTo>
                    <a:pt x="4264863" y="1783549"/>
                  </a:lnTo>
                  <a:lnTo>
                    <a:pt x="4263745" y="1783080"/>
                  </a:lnTo>
                  <a:lnTo>
                    <a:pt x="4261116" y="1783080"/>
                  </a:lnTo>
                  <a:lnTo>
                    <a:pt x="4259999" y="1783549"/>
                  </a:lnTo>
                  <a:lnTo>
                    <a:pt x="4258132" y="1785416"/>
                  </a:lnTo>
                  <a:lnTo>
                    <a:pt x="4257662" y="1786534"/>
                  </a:lnTo>
                  <a:lnTo>
                    <a:pt x="4257662" y="1789163"/>
                  </a:lnTo>
                  <a:lnTo>
                    <a:pt x="4258132" y="1790280"/>
                  </a:lnTo>
                  <a:lnTo>
                    <a:pt x="4259999" y="1792147"/>
                  </a:lnTo>
                  <a:lnTo>
                    <a:pt x="4261116" y="1792605"/>
                  </a:lnTo>
                  <a:lnTo>
                    <a:pt x="4263745" y="1792605"/>
                  </a:lnTo>
                  <a:lnTo>
                    <a:pt x="4264863" y="1792147"/>
                  </a:lnTo>
                  <a:lnTo>
                    <a:pt x="4266730" y="1790280"/>
                  </a:lnTo>
                  <a:lnTo>
                    <a:pt x="4267187" y="1789163"/>
                  </a:lnTo>
                  <a:lnTo>
                    <a:pt x="4267187" y="1786534"/>
                  </a:lnTo>
                  <a:close/>
                </a:path>
                <a:path w="5695950" h="1792604">
                  <a:moveTo>
                    <a:pt x="4267187" y="894994"/>
                  </a:moveTo>
                  <a:lnTo>
                    <a:pt x="4266730" y="893876"/>
                  </a:lnTo>
                  <a:lnTo>
                    <a:pt x="4264863" y="892009"/>
                  </a:lnTo>
                  <a:lnTo>
                    <a:pt x="4263745" y="891540"/>
                  </a:lnTo>
                  <a:lnTo>
                    <a:pt x="4261116" y="891540"/>
                  </a:lnTo>
                  <a:lnTo>
                    <a:pt x="4259999" y="892009"/>
                  </a:lnTo>
                  <a:lnTo>
                    <a:pt x="4258132" y="893876"/>
                  </a:lnTo>
                  <a:lnTo>
                    <a:pt x="4257662" y="894994"/>
                  </a:lnTo>
                  <a:lnTo>
                    <a:pt x="4257662" y="897623"/>
                  </a:lnTo>
                  <a:lnTo>
                    <a:pt x="4258132" y="898740"/>
                  </a:lnTo>
                  <a:lnTo>
                    <a:pt x="4259999" y="900607"/>
                  </a:lnTo>
                  <a:lnTo>
                    <a:pt x="4261116" y="901065"/>
                  </a:lnTo>
                  <a:lnTo>
                    <a:pt x="4263745" y="901065"/>
                  </a:lnTo>
                  <a:lnTo>
                    <a:pt x="4264863" y="900607"/>
                  </a:lnTo>
                  <a:lnTo>
                    <a:pt x="4266730" y="898740"/>
                  </a:lnTo>
                  <a:lnTo>
                    <a:pt x="4267187" y="897623"/>
                  </a:lnTo>
                  <a:lnTo>
                    <a:pt x="4267187" y="894994"/>
                  </a:lnTo>
                  <a:close/>
                </a:path>
                <a:path w="5695950" h="1792604">
                  <a:moveTo>
                    <a:pt x="4267187" y="3454"/>
                  </a:moveTo>
                  <a:lnTo>
                    <a:pt x="4266730" y="2336"/>
                  </a:lnTo>
                  <a:lnTo>
                    <a:pt x="4264863" y="469"/>
                  </a:lnTo>
                  <a:lnTo>
                    <a:pt x="4263745" y="0"/>
                  </a:lnTo>
                  <a:lnTo>
                    <a:pt x="4261116" y="0"/>
                  </a:lnTo>
                  <a:lnTo>
                    <a:pt x="4259999" y="469"/>
                  </a:lnTo>
                  <a:lnTo>
                    <a:pt x="4258132" y="2336"/>
                  </a:lnTo>
                  <a:lnTo>
                    <a:pt x="4257662" y="3454"/>
                  </a:lnTo>
                  <a:lnTo>
                    <a:pt x="4257662" y="6083"/>
                  </a:lnTo>
                  <a:lnTo>
                    <a:pt x="4258132" y="7200"/>
                  </a:lnTo>
                  <a:lnTo>
                    <a:pt x="4259999" y="9067"/>
                  </a:lnTo>
                  <a:lnTo>
                    <a:pt x="4261116" y="9525"/>
                  </a:lnTo>
                  <a:lnTo>
                    <a:pt x="4263745" y="9525"/>
                  </a:lnTo>
                  <a:lnTo>
                    <a:pt x="4264863" y="9067"/>
                  </a:lnTo>
                  <a:lnTo>
                    <a:pt x="4266730" y="7200"/>
                  </a:lnTo>
                  <a:lnTo>
                    <a:pt x="4267187" y="6083"/>
                  </a:lnTo>
                  <a:lnTo>
                    <a:pt x="4267187" y="3454"/>
                  </a:lnTo>
                  <a:close/>
                </a:path>
                <a:path w="5695950" h="1792604">
                  <a:moveTo>
                    <a:pt x="4314812" y="1786534"/>
                  </a:moveTo>
                  <a:lnTo>
                    <a:pt x="4314355" y="1785416"/>
                  </a:lnTo>
                  <a:lnTo>
                    <a:pt x="4312488" y="1783549"/>
                  </a:lnTo>
                  <a:lnTo>
                    <a:pt x="4311370" y="1783080"/>
                  </a:lnTo>
                  <a:lnTo>
                    <a:pt x="4308741" y="1783080"/>
                  </a:lnTo>
                  <a:lnTo>
                    <a:pt x="4307624" y="1783549"/>
                  </a:lnTo>
                  <a:lnTo>
                    <a:pt x="4305757" y="1785416"/>
                  </a:lnTo>
                  <a:lnTo>
                    <a:pt x="4305287" y="1786534"/>
                  </a:lnTo>
                  <a:lnTo>
                    <a:pt x="4305287" y="1789163"/>
                  </a:lnTo>
                  <a:lnTo>
                    <a:pt x="4305757" y="1790280"/>
                  </a:lnTo>
                  <a:lnTo>
                    <a:pt x="4307624" y="1792147"/>
                  </a:lnTo>
                  <a:lnTo>
                    <a:pt x="4308741" y="1792605"/>
                  </a:lnTo>
                  <a:lnTo>
                    <a:pt x="4311370" y="1792605"/>
                  </a:lnTo>
                  <a:lnTo>
                    <a:pt x="4312488" y="1792147"/>
                  </a:lnTo>
                  <a:lnTo>
                    <a:pt x="4314355" y="1790280"/>
                  </a:lnTo>
                  <a:lnTo>
                    <a:pt x="4314812" y="1789163"/>
                  </a:lnTo>
                  <a:lnTo>
                    <a:pt x="4314812" y="1786534"/>
                  </a:lnTo>
                  <a:close/>
                </a:path>
                <a:path w="5695950" h="1792604">
                  <a:moveTo>
                    <a:pt x="4314812" y="894994"/>
                  </a:moveTo>
                  <a:lnTo>
                    <a:pt x="4314355" y="893876"/>
                  </a:lnTo>
                  <a:lnTo>
                    <a:pt x="4312488" y="892009"/>
                  </a:lnTo>
                  <a:lnTo>
                    <a:pt x="4311370" y="891540"/>
                  </a:lnTo>
                  <a:lnTo>
                    <a:pt x="4308741" y="891540"/>
                  </a:lnTo>
                  <a:lnTo>
                    <a:pt x="4307624" y="892009"/>
                  </a:lnTo>
                  <a:lnTo>
                    <a:pt x="4305757" y="893876"/>
                  </a:lnTo>
                  <a:lnTo>
                    <a:pt x="4305287" y="894994"/>
                  </a:lnTo>
                  <a:lnTo>
                    <a:pt x="4305287" y="897623"/>
                  </a:lnTo>
                  <a:lnTo>
                    <a:pt x="4305757" y="898740"/>
                  </a:lnTo>
                  <a:lnTo>
                    <a:pt x="4307624" y="900607"/>
                  </a:lnTo>
                  <a:lnTo>
                    <a:pt x="4308741" y="901065"/>
                  </a:lnTo>
                  <a:lnTo>
                    <a:pt x="4311370" y="901065"/>
                  </a:lnTo>
                  <a:lnTo>
                    <a:pt x="4312488" y="900607"/>
                  </a:lnTo>
                  <a:lnTo>
                    <a:pt x="4314355" y="898740"/>
                  </a:lnTo>
                  <a:lnTo>
                    <a:pt x="4314812" y="897623"/>
                  </a:lnTo>
                  <a:lnTo>
                    <a:pt x="4314812" y="894994"/>
                  </a:lnTo>
                  <a:close/>
                </a:path>
                <a:path w="5695950" h="1792604">
                  <a:moveTo>
                    <a:pt x="4314812" y="3454"/>
                  </a:moveTo>
                  <a:lnTo>
                    <a:pt x="4314355" y="2336"/>
                  </a:lnTo>
                  <a:lnTo>
                    <a:pt x="4312488" y="469"/>
                  </a:lnTo>
                  <a:lnTo>
                    <a:pt x="4311370" y="0"/>
                  </a:lnTo>
                  <a:lnTo>
                    <a:pt x="4308741" y="0"/>
                  </a:lnTo>
                  <a:lnTo>
                    <a:pt x="4307624" y="469"/>
                  </a:lnTo>
                  <a:lnTo>
                    <a:pt x="4305757" y="2336"/>
                  </a:lnTo>
                  <a:lnTo>
                    <a:pt x="4305287" y="3454"/>
                  </a:lnTo>
                  <a:lnTo>
                    <a:pt x="4305287" y="6083"/>
                  </a:lnTo>
                  <a:lnTo>
                    <a:pt x="4305757" y="7200"/>
                  </a:lnTo>
                  <a:lnTo>
                    <a:pt x="4307624" y="9067"/>
                  </a:lnTo>
                  <a:lnTo>
                    <a:pt x="4308741" y="9525"/>
                  </a:lnTo>
                  <a:lnTo>
                    <a:pt x="4311370" y="9525"/>
                  </a:lnTo>
                  <a:lnTo>
                    <a:pt x="4312488" y="9067"/>
                  </a:lnTo>
                  <a:lnTo>
                    <a:pt x="4314355" y="7200"/>
                  </a:lnTo>
                  <a:lnTo>
                    <a:pt x="4314812" y="6083"/>
                  </a:lnTo>
                  <a:lnTo>
                    <a:pt x="4314812" y="3454"/>
                  </a:lnTo>
                  <a:close/>
                </a:path>
                <a:path w="5695950" h="1792604">
                  <a:moveTo>
                    <a:pt x="4362437" y="1786534"/>
                  </a:moveTo>
                  <a:lnTo>
                    <a:pt x="4361980" y="1785416"/>
                  </a:lnTo>
                  <a:lnTo>
                    <a:pt x="4360113" y="1783549"/>
                  </a:lnTo>
                  <a:lnTo>
                    <a:pt x="4358995" y="1783080"/>
                  </a:lnTo>
                  <a:lnTo>
                    <a:pt x="4356366" y="1783080"/>
                  </a:lnTo>
                  <a:lnTo>
                    <a:pt x="4355249" y="1783549"/>
                  </a:lnTo>
                  <a:lnTo>
                    <a:pt x="4353382" y="1785416"/>
                  </a:lnTo>
                  <a:lnTo>
                    <a:pt x="4352912" y="1786534"/>
                  </a:lnTo>
                  <a:lnTo>
                    <a:pt x="4352912" y="1789163"/>
                  </a:lnTo>
                  <a:lnTo>
                    <a:pt x="4353382" y="1790280"/>
                  </a:lnTo>
                  <a:lnTo>
                    <a:pt x="4355249" y="1792147"/>
                  </a:lnTo>
                  <a:lnTo>
                    <a:pt x="4356366" y="1792605"/>
                  </a:lnTo>
                  <a:lnTo>
                    <a:pt x="4358995" y="1792605"/>
                  </a:lnTo>
                  <a:lnTo>
                    <a:pt x="4360113" y="1792147"/>
                  </a:lnTo>
                  <a:lnTo>
                    <a:pt x="4361980" y="1790280"/>
                  </a:lnTo>
                  <a:lnTo>
                    <a:pt x="4362437" y="1789163"/>
                  </a:lnTo>
                  <a:lnTo>
                    <a:pt x="4362437" y="1786534"/>
                  </a:lnTo>
                  <a:close/>
                </a:path>
                <a:path w="5695950" h="1792604">
                  <a:moveTo>
                    <a:pt x="4362437" y="894994"/>
                  </a:moveTo>
                  <a:lnTo>
                    <a:pt x="4361980" y="893876"/>
                  </a:lnTo>
                  <a:lnTo>
                    <a:pt x="4360113" y="892009"/>
                  </a:lnTo>
                  <a:lnTo>
                    <a:pt x="4358995" y="891540"/>
                  </a:lnTo>
                  <a:lnTo>
                    <a:pt x="4356366" y="891540"/>
                  </a:lnTo>
                  <a:lnTo>
                    <a:pt x="4355249" y="892009"/>
                  </a:lnTo>
                  <a:lnTo>
                    <a:pt x="4353382" y="893876"/>
                  </a:lnTo>
                  <a:lnTo>
                    <a:pt x="4352912" y="894994"/>
                  </a:lnTo>
                  <a:lnTo>
                    <a:pt x="4352912" y="897623"/>
                  </a:lnTo>
                  <a:lnTo>
                    <a:pt x="4353382" y="898740"/>
                  </a:lnTo>
                  <a:lnTo>
                    <a:pt x="4355249" y="900607"/>
                  </a:lnTo>
                  <a:lnTo>
                    <a:pt x="4356366" y="901065"/>
                  </a:lnTo>
                  <a:lnTo>
                    <a:pt x="4358995" y="901065"/>
                  </a:lnTo>
                  <a:lnTo>
                    <a:pt x="4360113" y="900607"/>
                  </a:lnTo>
                  <a:lnTo>
                    <a:pt x="4361980" y="898740"/>
                  </a:lnTo>
                  <a:lnTo>
                    <a:pt x="4362437" y="897623"/>
                  </a:lnTo>
                  <a:lnTo>
                    <a:pt x="4362437" y="894994"/>
                  </a:lnTo>
                  <a:close/>
                </a:path>
                <a:path w="5695950" h="1792604">
                  <a:moveTo>
                    <a:pt x="4362437" y="3454"/>
                  </a:moveTo>
                  <a:lnTo>
                    <a:pt x="4361980" y="2336"/>
                  </a:lnTo>
                  <a:lnTo>
                    <a:pt x="4360113" y="469"/>
                  </a:lnTo>
                  <a:lnTo>
                    <a:pt x="4358995" y="0"/>
                  </a:lnTo>
                  <a:lnTo>
                    <a:pt x="4356366" y="0"/>
                  </a:lnTo>
                  <a:lnTo>
                    <a:pt x="4355249" y="469"/>
                  </a:lnTo>
                  <a:lnTo>
                    <a:pt x="4353382" y="2336"/>
                  </a:lnTo>
                  <a:lnTo>
                    <a:pt x="4352912" y="3454"/>
                  </a:lnTo>
                  <a:lnTo>
                    <a:pt x="4352912" y="6083"/>
                  </a:lnTo>
                  <a:lnTo>
                    <a:pt x="4353382" y="7200"/>
                  </a:lnTo>
                  <a:lnTo>
                    <a:pt x="4355249" y="9067"/>
                  </a:lnTo>
                  <a:lnTo>
                    <a:pt x="4356366" y="9525"/>
                  </a:lnTo>
                  <a:lnTo>
                    <a:pt x="4358995" y="9525"/>
                  </a:lnTo>
                  <a:lnTo>
                    <a:pt x="4360113" y="9067"/>
                  </a:lnTo>
                  <a:lnTo>
                    <a:pt x="4361980" y="7200"/>
                  </a:lnTo>
                  <a:lnTo>
                    <a:pt x="4362437" y="6083"/>
                  </a:lnTo>
                  <a:lnTo>
                    <a:pt x="4362437" y="3454"/>
                  </a:lnTo>
                  <a:close/>
                </a:path>
                <a:path w="5695950" h="1792604">
                  <a:moveTo>
                    <a:pt x="4410062" y="1786534"/>
                  </a:moveTo>
                  <a:lnTo>
                    <a:pt x="4409605" y="1785416"/>
                  </a:lnTo>
                  <a:lnTo>
                    <a:pt x="4407738" y="1783549"/>
                  </a:lnTo>
                  <a:lnTo>
                    <a:pt x="4406620" y="1783080"/>
                  </a:lnTo>
                  <a:lnTo>
                    <a:pt x="4403991" y="1783080"/>
                  </a:lnTo>
                  <a:lnTo>
                    <a:pt x="4402874" y="1783549"/>
                  </a:lnTo>
                  <a:lnTo>
                    <a:pt x="4401007" y="1785416"/>
                  </a:lnTo>
                  <a:lnTo>
                    <a:pt x="4400537" y="1786534"/>
                  </a:lnTo>
                  <a:lnTo>
                    <a:pt x="4400537" y="1789163"/>
                  </a:lnTo>
                  <a:lnTo>
                    <a:pt x="4401007" y="1790280"/>
                  </a:lnTo>
                  <a:lnTo>
                    <a:pt x="4402874" y="1792147"/>
                  </a:lnTo>
                  <a:lnTo>
                    <a:pt x="4403991" y="1792605"/>
                  </a:lnTo>
                  <a:lnTo>
                    <a:pt x="4406620" y="1792605"/>
                  </a:lnTo>
                  <a:lnTo>
                    <a:pt x="4407738" y="1792147"/>
                  </a:lnTo>
                  <a:lnTo>
                    <a:pt x="4409605" y="1790280"/>
                  </a:lnTo>
                  <a:lnTo>
                    <a:pt x="4410062" y="1789163"/>
                  </a:lnTo>
                  <a:lnTo>
                    <a:pt x="4410062" y="1786534"/>
                  </a:lnTo>
                  <a:close/>
                </a:path>
                <a:path w="5695950" h="1792604">
                  <a:moveTo>
                    <a:pt x="4410062" y="894994"/>
                  </a:moveTo>
                  <a:lnTo>
                    <a:pt x="4409605" y="893876"/>
                  </a:lnTo>
                  <a:lnTo>
                    <a:pt x="4407738" y="892009"/>
                  </a:lnTo>
                  <a:lnTo>
                    <a:pt x="4406620" y="891540"/>
                  </a:lnTo>
                  <a:lnTo>
                    <a:pt x="4403991" y="891540"/>
                  </a:lnTo>
                  <a:lnTo>
                    <a:pt x="4402874" y="892009"/>
                  </a:lnTo>
                  <a:lnTo>
                    <a:pt x="4401007" y="893876"/>
                  </a:lnTo>
                  <a:lnTo>
                    <a:pt x="4400537" y="894994"/>
                  </a:lnTo>
                  <a:lnTo>
                    <a:pt x="4400537" y="897623"/>
                  </a:lnTo>
                  <a:lnTo>
                    <a:pt x="4401007" y="898740"/>
                  </a:lnTo>
                  <a:lnTo>
                    <a:pt x="4402874" y="900607"/>
                  </a:lnTo>
                  <a:lnTo>
                    <a:pt x="4403991" y="901065"/>
                  </a:lnTo>
                  <a:lnTo>
                    <a:pt x="4406620" y="901065"/>
                  </a:lnTo>
                  <a:lnTo>
                    <a:pt x="4407738" y="900607"/>
                  </a:lnTo>
                  <a:lnTo>
                    <a:pt x="4409605" y="898740"/>
                  </a:lnTo>
                  <a:lnTo>
                    <a:pt x="4410062" y="897623"/>
                  </a:lnTo>
                  <a:lnTo>
                    <a:pt x="4410062" y="894994"/>
                  </a:lnTo>
                  <a:close/>
                </a:path>
                <a:path w="5695950" h="1792604">
                  <a:moveTo>
                    <a:pt x="4410062" y="3454"/>
                  </a:moveTo>
                  <a:lnTo>
                    <a:pt x="4409605" y="2336"/>
                  </a:lnTo>
                  <a:lnTo>
                    <a:pt x="4407738" y="469"/>
                  </a:lnTo>
                  <a:lnTo>
                    <a:pt x="4406620" y="0"/>
                  </a:lnTo>
                  <a:lnTo>
                    <a:pt x="4403991" y="0"/>
                  </a:lnTo>
                  <a:lnTo>
                    <a:pt x="4402874" y="469"/>
                  </a:lnTo>
                  <a:lnTo>
                    <a:pt x="4401007" y="2336"/>
                  </a:lnTo>
                  <a:lnTo>
                    <a:pt x="4400537" y="3454"/>
                  </a:lnTo>
                  <a:lnTo>
                    <a:pt x="4400537" y="6083"/>
                  </a:lnTo>
                  <a:lnTo>
                    <a:pt x="4401007" y="7200"/>
                  </a:lnTo>
                  <a:lnTo>
                    <a:pt x="4402874" y="9067"/>
                  </a:lnTo>
                  <a:lnTo>
                    <a:pt x="4403991" y="9525"/>
                  </a:lnTo>
                  <a:lnTo>
                    <a:pt x="4406620" y="9525"/>
                  </a:lnTo>
                  <a:lnTo>
                    <a:pt x="4407738" y="9067"/>
                  </a:lnTo>
                  <a:lnTo>
                    <a:pt x="4409605" y="7200"/>
                  </a:lnTo>
                  <a:lnTo>
                    <a:pt x="4410062" y="6083"/>
                  </a:lnTo>
                  <a:lnTo>
                    <a:pt x="4410062" y="3454"/>
                  </a:lnTo>
                  <a:close/>
                </a:path>
                <a:path w="5695950" h="1792604">
                  <a:moveTo>
                    <a:pt x="4457687" y="1786534"/>
                  </a:moveTo>
                  <a:lnTo>
                    <a:pt x="4457230" y="1785416"/>
                  </a:lnTo>
                  <a:lnTo>
                    <a:pt x="4455363" y="1783549"/>
                  </a:lnTo>
                  <a:lnTo>
                    <a:pt x="4454245" y="1783080"/>
                  </a:lnTo>
                  <a:lnTo>
                    <a:pt x="4451616" y="1783080"/>
                  </a:lnTo>
                  <a:lnTo>
                    <a:pt x="4450499" y="1783549"/>
                  </a:lnTo>
                  <a:lnTo>
                    <a:pt x="4448632" y="1785416"/>
                  </a:lnTo>
                  <a:lnTo>
                    <a:pt x="4448162" y="1786534"/>
                  </a:lnTo>
                  <a:lnTo>
                    <a:pt x="4448162" y="1789163"/>
                  </a:lnTo>
                  <a:lnTo>
                    <a:pt x="4448632" y="1790280"/>
                  </a:lnTo>
                  <a:lnTo>
                    <a:pt x="4450499" y="1792147"/>
                  </a:lnTo>
                  <a:lnTo>
                    <a:pt x="4451616" y="1792605"/>
                  </a:lnTo>
                  <a:lnTo>
                    <a:pt x="4454245" y="1792605"/>
                  </a:lnTo>
                  <a:lnTo>
                    <a:pt x="4455363" y="1792147"/>
                  </a:lnTo>
                  <a:lnTo>
                    <a:pt x="4457230" y="1790280"/>
                  </a:lnTo>
                  <a:lnTo>
                    <a:pt x="4457687" y="1789163"/>
                  </a:lnTo>
                  <a:lnTo>
                    <a:pt x="4457687" y="1786534"/>
                  </a:lnTo>
                  <a:close/>
                </a:path>
                <a:path w="5695950" h="1792604">
                  <a:moveTo>
                    <a:pt x="4457687" y="894994"/>
                  </a:moveTo>
                  <a:lnTo>
                    <a:pt x="4457230" y="893876"/>
                  </a:lnTo>
                  <a:lnTo>
                    <a:pt x="4455363" y="892009"/>
                  </a:lnTo>
                  <a:lnTo>
                    <a:pt x="4454245" y="891540"/>
                  </a:lnTo>
                  <a:lnTo>
                    <a:pt x="4451616" y="891540"/>
                  </a:lnTo>
                  <a:lnTo>
                    <a:pt x="4450499" y="892009"/>
                  </a:lnTo>
                  <a:lnTo>
                    <a:pt x="4448632" y="893876"/>
                  </a:lnTo>
                  <a:lnTo>
                    <a:pt x="4448162" y="894994"/>
                  </a:lnTo>
                  <a:lnTo>
                    <a:pt x="4448162" y="897623"/>
                  </a:lnTo>
                  <a:lnTo>
                    <a:pt x="4448632" y="898740"/>
                  </a:lnTo>
                  <a:lnTo>
                    <a:pt x="4450499" y="900607"/>
                  </a:lnTo>
                  <a:lnTo>
                    <a:pt x="4451616" y="901065"/>
                  </a:lnTo>
                  <a:lnTo>
                    <a:pt x="4454245" y="901065"/>
                  </a:lnTo>
                  <a:lnTo>
                    <a:pt x="4455363" y="900607"/>
                  </a:lnTo>
                  <a:lnTo>
                    <a:pt x="4457230" y="898740"/>
                  </a:lnTo>
                  <a:lnTo>
                    <a:pt x="4457687" y="897623"/>
                  </a:lnTo>
                  <a:lnTo>
                    <a:pt x="4457687" y="894994"/>
                  </a:lnTo>
                  <a:close/>
                </a:path>
                <a:path w="5695950" h="1792604">
                  <a:moveTo>
                    <a:pt x="4457687" y="3454"/>
                  </a:moveTo>
                  <a:lnTo>
                    <a:pt x="4457230" y="2336"/>
                  </a:lnTo>
                  <a:lnTo>
                    <a:pt x="4455363" y="469"/>
                  </a:lnTo>
                  <a:lnTo>
                    <a:pt x="4454245" y="0"/>
                  </a:lnTo>
                  <a:lnTo>
                    <a:pt x="4451616" y="0"/>
                  </a:lnTo>
                  <a:lnTo>
                    <a:pt x="4450499" y="469"/>
                  </a:lnTo>
                  <a:lnTo>
                    <a:pt x="4448632" y="2336"/>
                  </a:lnTo>
                  <a:lnTo>
                    <a:pt x="4448162" y="3454"/>
                  </a:lnTo>
                  <a:lnTo>
                    <a:pt x="4448162" y="6083"/>
                  </a:lnTo>
                  <a:lnTo>
                    <a:pt x="4448632" y="7200"/>
                  </a:lnTo>
                  <a:lnTo>
                    <a:pt x="4450499" y="9067"/>
                  </a:lnTo>
                  <a:lnTo>
                    <a:pt x="4451616" y="9525"/>
                  </a:lnTo>
                  <a:lnTo>
                    <a:pt x="4454245" y="9525"/>
                  </a:lnTo>
                  <a:lnTo>
                    <a:pt x="4455363" y="9067"/>
                  </a:lnTo>
                  <a:lnTo>
                    <a:pt x="4457230" y="7200"/>
                  </a:lnTo>
                  <a:lnTo>
                    <a:pt x="4457687" y="6083"/>
                  </a:lnTo>
                  <a:lnTo>
                    <a:pt x="4457687" y="3454"/>
                  </a:lnTo>
                  <a:close/>
                </a:path>
                <a:path w="5695950" h="1792604">
                  <a:moveTo>
                    <a:pt x="4505312" y="1786534"/>
                  </a:moveTo>
                  <a:lnTo>
                    <a:pt x="4504855" y="1785416"/>
                  </a:lnTo>
                  <a:lnTo>
                    <a:pt x="4502988" y="1783549"/>
                  </a:lnTo>
                  <a:lnTo>
                    <a:pt x="4501870" y="1783080"/>
                  </a:lnTo>
                  <a:lnTo>
                    <a:pt x="4499241" y="1783080"/>
                  </a:lnTo>
                  <a:lnTo>
                    <a:pt x="4498111" y="1783549"/>
                  </a:lnTo>
                  <a:lnTo>
                    <a:pt x="4496257" y="1785416"/>
                  </a:lnTo>
                  <a:lnTo>
                    <a:pt x="4495787" y="1786534"/>
                  </a:lnTo>
                  <a:lnTo>
                    <a:pt x="4495787" y="1789163"/>
                  </a:lnTo>
                  <a:lnTo>
                    <a:pt x="4496257" y="1790280"/>
                  </a:lnTo>
                  <a:lnTo>
                    <a:pt x="4498111" y="1792147"/>
                  </a:lnTo>
                  <a:lnTo>
                    <a:pt x="4499241" y="1792605"/>
                  </a:lnTo>
                  <a:lnTo>
                    <a:pt x="4501870" y="1792605"/>
                  </a:lnTo>
                  <a:lnTo>
                    <a:pt x="4502988" y="1792147"/>
                  </a:lnTo>
                  <a:lnTo>
                    <a:pt x="4504855" y="1790280"/>
                  </a:lnTo>
                  <a:lnTo>
                    <a:pt x="4505312" y="1789163"/>
                  </a:lnTo>
                  <a:lnTo>
                    <a:pt x="4505312" y="1786534"/>
                  </a:lnTo>
                  <a:close/>
                </a:path>
                <a:path w="5695950" h="1792604">
                  <a:moveTo>
                    <a:pt x="4505312" y="894994"/>
                  </a:moveTo>
                  <a:lnTo>
                    <a:pt x="4504855" y="893876"/>
                  </a:lnTo>
                  <a:lnTo>
                    <a:pt x="4502988" y="892009"/>
                  </a:lnTo>
                  <a:lnTo>
                    <a:pt x="4501870" y="891540"/>
                  </a:lnTo>
                  <a:lnTo>
                    <a:pt x="4499241" y="891540"/>
                  </a:lnTo>
                  <a:lnTo>
                    <a:pt x="4498111" y="892009"/>
                  </a:lnTo>
                  <a:lnTo>
                    <a:pt x="4496257" y="893876"/>
                  </a:lnTo>
                  <a:lnTo>
                    <a:pt x="4495787" y="894994"/>
                  </a:lnTo>
                  <a:lnTo>
                    <a:pt x="4495787" y="897623"/>
                  </a:lnTo>
                  <a:lnTo>
                    <a:pt x="4496257" y="898740"/>
                  </a:lnTo>
                  <a:lnTo>
                    <a:pt x="4498111" y="900607"/>
                  </a:lnTo>
                  <a:lnTo>
                    <a:pt x="4499241" y="901065"/>
                  </a:lnTo>
                  <a:lnTo>
                    <a:pt x="4501870" y="901065"/>
                  </a:lnTo>
                  <a:lnTo>
                    <a:pt x="4502988" y="900607"/>
                  </a:lnTo>
                  <a:lnTo>
                    <a:pt x="4504855" y="898740"/>
                  </a:lnTo>
                  <a:lnTo>
                    <a:pt x="4505312" y="897623"/>
                  </a:lnTo>
                  <a:lnTo>
                    <a:pt x="4505312" y="894994"/>
                  </a:lnTo>
                  <a:close/>
                </a:path>
                <a:path w="5695950" h="1792604">
                  <a:moveTo>
                    <a:pt x="4505312" y="3454"/>
                  </a:moveTo>
                  <a:lnTo>
                    <a:pt x="4504855" y="2336"/>
                  </a:lnTo>
                  <a:lnTo>
                    <a:pt x="4502988" y="469"/>
                  </a:lnTo>
                  <a:lnTo>
                    <a:pt x="4501870" y="0"/>
                  </a:lnTo>
                  <a:lnTo>
                    <a:pt x="4499241" y="0"/>
                  </a:lnTo>
                  <a:lnTo>
                    <a:pt x="4498111" y="469"/>
                  </a:lnTo>
                  <a:lnTo>
                    <a:pt x="4496257" y="2336"/>
                  </a:lnTo>
                  <a:lnTo>
                    <a:pt x="4495787" y="3454"/>
                  </a:lnTo>
                  <a:lnTo>
                    <a:pt x="4495787" y="6083"/>
                  </a:lnTo>
                  <a:lnTo>
                    <a:pt x="4496257" y="7200"/>
                  </a:lnTo>
                  <a:lnTo>
                    <a:pt x="4498111" y="9067"/>
                  </a:lnTo>
                  <a:lnTo>
                    <a:pt x="4499241" y="9525"/>
                  </a:lnTo>
                  <a:lnTo>
                    <a:pt x="4501870" y="9525"/>
                  </a:lnTo>
                  <a:lnTo>
                    <a:pt x="4502988" y="9067"/>
                  </a:lnTo>
                  <a:lnTo>
                    <a:pt x="4504855" y="7200"/>
                  </a:lnTo>
                  <a:lnTo>
                    <a:pt x="4505312" y="6083"/>
                  </a:lnTo>
                  <a:lnTo>
                    <a:pt x="4505312" y="3454"/>
                  </a:lnTo>
                  <a:close/>
                </a:path>
                <a:path w="5695950" h="1792604">
                  <a:moveTo>
                    <a:pt x="4552937" y="1786534"/>
                  </a:moveTo>
                  <a:lnTo>
                    <a:pt x="4552480" y="1785416"/>
                  </a:lnTo>
                  <a:lnTo>
                    <a:pt x="4550613" y="1783549"/>
                  </a:lnTo>
                  <a:lnTo>
                    <a:pt x="4549495" y="1783080"/>
                  </a:lnTo>
                  <a:lnTo>
                    <a:pt x="4546866" y="1783080"/>
                  </a:lnTo>
                  <a:lnTo>
                    <a:pt x="4545736" y="1783549"/>
                  </a:lnTo>
                  <a:lnTo>
                    <a:pt x="4543882" y="1785416"/>
                  </a:lnTo>
                  <a:lnTo>
                    <a:pt x="4543412" y="1786534"/>
                  </a:lnTo>
                  <a:lnTo>
                    <a:pt x="4543412" y="1789163"/>
                  </a:lnTo>
                  <a:lnTo>
                    <a:pt x="4543882" y="1790280"/>
                  </a:lnTo>
                  <a:lnTo>
                    <a:pt x="4545736" y="1792147"/>
                  </a:lnTo>
                  <a:lnTo>
                    <a:pt x="4546866" y="1792605"/>
                  </a:lnTo>
                  <a:lnTo>
                    <a:pt x="4549495" y="1792605"/>
                  </a:lnTo>
                  <a:lnTo>
                    <a:pt x="4550613" y="1792147"/>
                  </a:lnTo>
                  <a:lnTo>
                    <a:pt x="4552480" y="1790280"/>
                  </a:lnTo>
                  <a:lnTo>
                    <a:pt x="4552937" y="1789163"/>
                  </a:lnTo>
                  <a:lnTo>
                    <a:pt x="4552937" y="1786534"/>
                  </a:lnTo>
                  <a:close/>
                </a:path>
                <a:path w="5695950" h="1792604">
                  <a:moveTo>
                    <a:pt x="4552937" y="894994"/>
                  </a:moveTo>
                  <a:lnTo>
                    <a:pt x="4552480" y="893876"/>
                  </a:lnTo>
                  <a:lnTo>
                    <a:pt x="4550613" y="892009"/>
                  </a:lnTo>
                  <a:lnTo>
                    <a:pt x="4549495" y="891540"/>
                  </a:lnTo>
                  <a:lnTo>
                    <a:pt x="4546866" y="891540"/>
                  </a:lnTo>
                  <a:lnTo>
                    <a:pt x="4545736" y="892009"/>
                  </a:lnTo>
                  <a:lnTo>
                    <a:pt x="4543882" y="893876"/>
                  </a:lnTo>
                  <a:lnTo>
                    <a:pt x="4543412" y="894994"/>
                  </a:lnTo>
                  <a:lnTo>
                    <a:pt x="4543412" y="897623"/>
                  </a:lnTo>
                  <a:lnTo>
                    <a:pt x="4543882" y="898740"/>
                  </a:lnTo>
                  <a:lnTo>
                    <a:pt x="4545736" y="900607"/>
                  </a:lnTo>
                  <a:lnTo>
                    <a:pt x="4546866" y="901065"/>
                  </a:lnTo>
                  <a:lnTo>
                    <a:pt x="4549495" y="901065"/>
                  </a:lnTo>
                  <a:lnTo>
                    <a:pt x="4550613" y="900607"/>
                  </a:lnTo>
                  <a:lnTo>
                    <a:pt x="4552480" y="898740"/>
                  </a:lnTo>
                  <a:lnTo>
                    <a:pt x="4552937" y="897623"/>
                  </a:lnTo>
                  <a:lnTo>
                    <a:pt x="4552937" y="894994"/>
                  </a:lnTo>
                  <a:close/>
                </a:path>
                <a:path w="5695950" h="1792604">
                  <a:moveTo>
                    <a:pt x="4552937" y="3454"/>
                  </a:moveTo>
                  <a:lnTo>
                    <a:pt x="4552480" y="2336"/>
                  </a:lnTo>
                  <a:lnTo>
                    <a:pt x="4550613" y="469"/>
                  </a:lnTo>
                  <a:lnTo>
                    <a:pt x="4549495" y="0"/>
                  </a:lnTo>
                  <a:lnTo>
                    <a:pt x="4546866" y="0"/>
                  </a:lnTo>
                  <a:lnTo>
                    <a:pt x="4545736" y="469"/>
                  </a:lnTo>
                  <a:lnTo>
                    <a:pt x="4543882" y="2336"/>
                  </a:lnTo>
                  <a:lnTo>
                    <a:pt x="4543412" y="3454"/>
                  </a:lnTo>
                  <a:lnTo>
                    <a:pt x="4543412" y="6083"/>
                  </a:lnTo>
                  <a:lnTo>
                    <a:pt x="4543882" y="7200"/>
                  </a:lnTo>
                  <a:lnTo>
                    <a:pt x="4545736" y="9067"/>
                  </a:lnTo>
                  <a:lnTo>
                    <a:pt x="4546866" y="9525"/>
                  </a:lnTo>
                  <a:lnTo>
                    <a:pt x="4549495" y="9525"/>
                  </a:lnTo>
                  <a:lnTo>
                    <a:pt x="4550613" y="9067"/>
                  </a:lnTo>
                  <a:lnTo>
                    <a:pt x="4552480" y="7200"/>
                  </a:lnTo>
                  <a:lnTo>
                    <a:pt x="4552937" y="6083"/>
                  </a:lnTo>
                  <a:lnTo>
                    <a:pt x="4552937" y="3454"/>
                  </a:lnTo>
                  <a:close/>
                </a:path>
                <a:path w="5695950" h="1792604">
                  <a:moveTo>
                    <a:pt x="4600562" y="1786534"/>
                  </a:moveTo>
                  <a:lnTo>
                    <a:pt x="4600105" y="1785416"/>
                  </a:lnTo>
                  <a:lnTo>
                    <a:pt x="4598238" y="1783549"/>
                  </a:lnTo>
                  <a:lnTo>
                    <a:pt x="4597120" y="1783080"/>
                  </a:lnTo>
                  <a:lnTo>
                    <a:pt x="4594491" y="1783080"/>
                  </a:lnTo>
                  <a:lnTo>
                    <a:pt x="4593374" y="1783549"/>
                  </a:lnTo>
                  <a:lnTo>
                    <a:pt x="4591507" y="1785416"/>
                  </a:lnTo>
                  <a:lnTo>
                    <a:pt x="4591037" y="1786534"/>
                  </a:lnTo>
                  <a:lnTo>
                    <a:pt x="4591037" y="1789163"/>
                  </a:lnTo>
                  <a:lnTo>
                    <a:pt x="4591507" y="1790280"/>
                  </a:lnTo>
                  <a:lnTo>
                    <a:pt x="4593374" y="1792147"/>
                  </a:lnTo>
                  <a:lnTo>
                    <a:pt x="4594491" y="1792605"/>
                  </a:lnTo>
                  <a:lnTo>
                    <a:pt x="4597120" y="1792605"/>
                  </a:lnTo>
                  <a:lnTo>
                    <a:pt x="4598238" y="1792147"/>
                  </a:lnTo>
                  <a:lnTo>
                    <a:pt x="4600105" y="1790280"/>
                  </a:lnTo>
                  <a:lnTo>
                    <a:pt x="4600562" y="1789163"/>
                  </a:lnTo>
                  <a:lnTo>
                    <a:pt x="4600562" y="1786534"/>
                  </a:lnTo>
                  <a:close/>
                </a:path>
                <a:path w="5695950" h="1792604">
                  <a:moveTo>
                    <a:pt x="4600562" y="894994"/>
                  </a:moveTo>
                  <a:lnTo>
                    <a:pt x="4600105" y="893876"/>
                  </a:lnTo>
                  <a:lnTo>
                    <a:pt x="4598238" y="892009"/>
                  </a:lnTo>
                  <a:lnTo>
                    <a:pt x="4597120" y="891540"/>
                  </a:lnTo>
                  <a:lnTo>
                    <a:pt x="4594491" y="891540"/>
                  </a:lnTo>
                  <a:lnTo>
                    <a:pt x="4593374" y="892009"/>
                  </a:lnTo>
                  <a:lnTo>
                    <a:pt x="4591507" y="893876"/>
                  </a:lnTo>
                  <a:lnTo>
                    <a:pt x="4591037" y="894994"/>
                  </a:lnTo>
                  <a:lnTo>
                    <a:pt x="4591037" y="897623"/>
                  </a:lnTo>
                  <a:lnTo>
                    <a:pt x="4591507" y="898740"/>
                  </a:lnTo>
                  <a:lnTo>
                    <a:pt x="4593374" y="900607"/>
                  </a:lnTo>
                  <a:lnTo>
                    <a:pt x="4594491" y="901065"/>
                  </a:lnTo>
                  <a:lnTo>
                    <a:pt x="4597120" y="901065"/>
                  </a:lnTo>
                  <a:lnTo>
                    <a:pt x="4598238" y="900607"/>
                  </a:lnTo>
                  <a:lnTo>
                    <a:pt x="4600105" y="898740"/>
                  </a:lnTo>
                  <a:lnTo>
                    <a:pt x="4600562" y="897623"/>
                  </a:lnTo>
                  <a:lnTo>
                    <a:pt x="4600562" y="894994"/>
                  </a:lnTo>
                  <a:close/>
                </a:path>
                <a:path w="5695950" h="1792604">
                  <a:moveTo>
                    <a:pt x="4600562" y="3454"/>
                  </a:moveTo>
                  <a:lnTo>
                    <a:pt x="4600105" y="2336"/>
                  </a:lnTo>
                  <a:lnTo>
                    <a:pt x="4598238" y="469"/>
                  </a:lnTo>
                  <a:lnTo>
                    <a:pt x="4597120" y="0"/>
                  </a:lnTo>
                  <a:lnTo>
                    <a:pt x="4594491" y="0"/>
                  </a:lnTo>
                  <a:lnTo>
                    <a:pt x="4593374" y="469"/>
                  </a:lnTo>
                  <a:lnTo>
                    <a:pt x="4591507" y="2336"/>
                  </a:lnTo>
                  <a:lnTo>
                    <a:pt x="4591037" y="3454"/>
                  </a:lnTo>
                  <a:lnTo>
                    <a:pt x="4591037" y="6083"/>
                  </a:lnTo>
                  <a:lnTo>
                    <a:pt x="4591507" y="7200"/>
                  </a:lnTo>
                  <a:lnTo>
                    <a:pt x="4593374" y="9067"/>
                  </a:lnTo>
                  <a:lnTo>
                    <a:pt x="4594491" y="9525"/>
                  </a:lnTo>
                  <a:lnTo>
                    <a:pt x="4597120" y="9525"/>
                  </a:lnTo>
                  <a:lnTo>
                    <a:pt x="4598238" y="9067"/>
                  </a:lnTo>
                  <a:lnTo>
                    <a:pt x="4600105" y="7200"/>
                  </a:lnTo>
                  <a:lnTo>
                    <a:pt x="4600562" y="6083"/>
                  </a:lnTo>
                  <a:lnTo>
                    <a:pt x="4600562" y="3454"/>
                  </a:lnTo>
                  <a:close/>
                </a:path>
                <a:path w="5695950" h="1792604">
                  <a:moveTo>
                    <a:pt x="4648187" y="1786534"/>
                  </a:moveTo>
                  <a:lnTo>
                    <a:pt x="4647730" y="1785416"/>
                  </a:lnTo>
                  <a:lnTo>
                    <a:pt x="4645863" y="1783549"/>
                  </a:lnTo>
                  <a:lnTo>
                    <a:pt x="4644745" y="1783080"/>
                  </a:lnTo>
                  <a:lnTo>
                    <a:pt x="4642116" y="1783080"/>
                  </a:lnTo>
                  <a:lnTo>
                    <a:pt x="4640999" y="1783549"/>
                  </a:lnTo>
                  <a:lnTo>
                    <a:pt x="4639132" y="1785416"/>
                  </a:lnTo>
                  <a:lnTo>
                    <a:pt x="4638662" y="1786534"/>
                  </a:lnTo>
                  <a:lnTo>
                    <a:pt x="4638662" y="1789163"/>
                  </a:lnTo>
                  <a:lnTo>
                    <a:pt x="4639132" y="1790280"/>
                  </a:lnTo>
                  <a:lnTo>
                    <a:pt x="4640999" y="1792147"/>
                  </a:lnTo>
                  <a:lnTo>
                    <a:pt x="4642116" y="1792605"/>
                  </a:lnTo>
                  <a:lnTo>
                    <a:pt x="4644745" y="1792605"/>
                  </a:lnTo>
                  <a:lnTo>
                    <a:pt x="4645863" y="1792147"/>
                  </a:lnTo>
                  <a:lnTo>
                    <a:pt x="4647730" y="1790280"/>
                  </a:lnTo>
                  <a:lnTo>
                    <a:pt x="4648187" y="1789163"/>
                  </a:lnTo>
                  <a:lnTo>
                    <a:pt x="4648187" y="1786534"/>
                  </a:lnTo>
                  <a:close/>
                </a:path>
                <a:path w="5695950" h="1792604">
                  <a:moveTo>
                    <a:pt x="4648187" y="894994"/>
                  </a:moveTo>
                  <a:lnTo>
                    <a:pt x="4647730" y="893876"/>
                  </a:lnTo>
                  <a:lnTo>
                    <a:pt x="4645863" y="892009"/>
                  </a:lnTo>
                  <a:lnTo>
                    <a:pt x="4644745" y="891540"/>
                  </a:lnTo>
                  <a:lnTo>
                    <a:pt x="4642116" y="891540"/>
                  </a:lnTo>
                  <a:lnTo>
                    <a:pt x="4640999" y="892009"/>
                  </a:lnTo>
                  <a:lnTo>
                    <a:pt x="4639132" y="893876"/>
                  </a:lnTo>
                  <a:lnTo>
                    <a:pt x="4638662" y="894994"/>
                  </a:lnTo>
                  <a:lnTo>
                    <a:pt x="4638662" y="897623"/>
                  </a:lnTo>
                  <a:lnTo>
                    <a:pt x="4639132" y="898740"/>
                  </a:lnTo>
                  <a:lnTo>
                    <a:pt x="4640999" y="900607"/>
                  </a:lnTo>
                  <a:lnTo>
                    <a:pt x="4642116" y="901065"/>
                  </a:lnTo>
                  <a:lnTo>
                    <a:pt x="4644745" y="901065"/>
                  </a:lnTo>
                  <a:lnTo>
                    <a:pt x="4645863" y="900607"/>
                  </a:lnTo>
                  <a:lnTo>
                    <a:pt x="4647730" y="898740"/>
                  </a:lnTo>
                  <a:lnTo>
                    <a:pt x="4648187" y="897623"/>
                  </a:lnTo>
                  <a:lnTo>
                    <a:pt x="4648187" y="894994"/>
                  </a:lnTo>
                  <a:close/>
                </a:path>
                <a:path w="5695950" h="1792604">
                  <a:moveTo>
                    <a:pt x="4648187" y="3454"/>
                  </a:moveTo>
                  <a:lnTo>
                    <a:pt x="4647730" y="2336"/>
                  </a:lnTo>
                  <a:lnTo>
                    <a:pt x="4645863" y="469"/>
                  </a:lnTo>
                  <a:lnTo>
                    <a:pt x="4644745" y="0"/>
                  </a:lnTo>
                  <a:lnTo>
                    <a:pt x="4642116" y="0"/>
                  </a:lnTo>
                  <a:lnTo>
                    <a:pt x="4640999" y="469"/>
                  </a:lnTo>
                  <a:lnTo>
                    <a:pt x="4639132" y="2336"/>
                  </a:lnTo>
                  <a:lnTo>
                    <a:pt x="4638662" y="3454"/>
                  </a:lnTo>
                  <a:lnTo>
                    <a:pt x="4638662" y="6083"/>
                  </a:lnTo>
                  <a:lnTo>
                    <a:pt x="4639132" y="7200"/>
                  </a:lnTo>
                  <a:lnTo>
                    <a:pt x="4640999" y="9067"/>
                  </a:lnTo>
                  <a:lnTo>
                    <a:pt x="4642116" y="9525"/>
                  </a:lnTo>
                  <a:lnTo>
                    <a:pt x="4644745" y="9525"/>
                  </a:lnTo>
                  <a:lnTo>
                    <a:pt x="4645863" y="9067"/>
                  </a:lnTo>
                  <a:lnTo>
                    <a:pt x="4647730" y="7200"/>
                  </a:lnTo>
                  <a:lnTo>
                    <a:pt x="4648187" y="6083"/>
                  </a:lnTo>
                  <a:lnTo>
                    <a:pt x="4648187" y="3454"/>
                  </a:lnTo>
                  <a:close/>
                </a:path>
                <a:path w="5695950" h="1792604">
                  <a:moveTo>
                    <a:pt x="4695812" y="1786534"/>
                  </a:moveTo>
                  <a:lnTo>
                    <a:pt x="4695355" y="1785416"/>
                  </a:lnTo>
                  <a:lnTo>
                    <a:pt x="4693488" y="1783549"/>
                  </a:lnTo>
                  <a:lnTo>
                    <a:pt x="4692370" y="1783080"/>
                  </a:lnTo>
                  <a:lnTo>
                    <a:pt x="4689741" y="1783080"/>
                  </a:lnTo>
                  <a:lnTo>
                    <a:pt x="4688624" y="1783549"/>
                  </a:lnTo>
                  <a:lnTo>
                    <a:pt x="4686757" y="1785416"/>
                  </a:lnTo>
                  <a:lnTo>
                    <a:pt x="4686287" y="1786534"/>
                  </a:lnTo>
                  <a:lnTo>
                    <a:pt x="4686287" y="1789163"/>
                  </a:lnTo>
                  <a:lnTo>
                    <a:pt x="4686757" y="1790280"/>
                  </a:lnTo>
                  <a:lnTo>
                    <a:pt x="4688624" y="1792147"/>
                  </a:lnTo>
                  <a:lnTo>
                    <a:pt x="4689741" y="1792605"/>
                  </a:lnTo>
                  <a:lnTo>
                    <a:pt x="4692370" y="1792605"/>
                  </a:lnTo>
                  <a:lnTo>
                    <a:pt x="4693488" y="1792147"/>
                  </a:lnTo>
                  <a:lnTo>
                    <a:pt x="4695355" y="1790280"/>
                  </a:lnTo>
                  <a:lnTo>
                    <a:pt x="4695812" y="1789163"/>
                  </a:lnTo>
                  <a:lnTo>
                    <a:pt x="4695812" y="1786534"/>
                  </a:lnTo>
                  <a:close/>
                </a:path>
                <a:path w="5695950" h="1792604">
                  <a:moveTo>
                    <a:pt x="4695812" y="894994"/>
                  </a:moveTo>
                  <a:lnTo>
                    <a:pt x="4695355" y="893876"/>
                  </a:lnTo>
                  <a:lnTo>
                    <a:pt x="4693488" y="892009"/>
                  </a:lnTo>
                  <a:lnTo>
                    <a:pt x="4692370" y="891540"/>
                  </a:lnTo>
                  <a:lnTo>
                    <a:pt x="4689741" y="891540"/>
                  </a:lnTo>
                  <a:lnTo>
                    <a:pt x="4688624" y="892009"/>
                  </a:lnTo>
                  <a:lnTo>
                    <a:pt x="4686757" y="893876"/>
                  </a:lnTo>
                  <a:lnTo>
                    <a:pt x="4686287" y="894994"/>
                  </a:lnTo>
                  <a:lnTo>
                    <a:pt x="4686287" y="897623"/>
                  </a:lnTo>
                  <a:lnTo>
                    <a:pt x="4686757" y="898740"/>
                  </a:lnTo>
                  <a:lnTo>
                    <a:pt x="4688624" y="900607"/>
                  </a:lnTo>
                  <a:lnTo>
                    <a:pt x="4689741" y="901065"/>
                  </a:lnTo>
                  <a:lnTo>
                    <a:pt x="4692370" y="901065"/>
                  </a:lnTo>
                  <a:lnTo>
                    <a:pt x="4693488" y="900607"/>
                  </a:lnTo>
                  <a:lnTo>
                    <a:pt x="4695355" y="898740"/>
                  </a:lnTo>
                  <a:lnTo>
                    <a:pt x="4695812" y="897623"/>
                  </a:lnTo>
                  <a:lnTo>
                    <a:pt x="4695812" y="894994"/>
                  </a:lnTo>
                  <a:close/>
                </a:path>
                <a:path w="5695950" h="1792604">
                  <a:moveTo>
                    <a:pt x="4695812" y="3454"/>
                  </a:moveTo>
                  <a:lnTo>
                    <a:pt x="4695355" y="2336"/>
                  </a:lnTo>
                  <a:lnTo>
                    <a:pt x="4693488" y="469"/>
                  </a:lnTo>
                  <a:lnTo>
                    <a:pt x="4692370" y="0"/>
                  </a:lnTo>
                  <a:lnTo>
                    <a:pt x="4689741" y="0"/>
                  </a:lnTo>
                  <a:lnTo>
                    <a:pt x="4688624" y="469"/>
                  </a:lnTo>
                  <a:lnTo>
                    <a:pt x="4686757" y="2336"/>
                  </a:lnTo>
                  <a:lnTo>
                    <a:pt x="4686287" y="3454"/>
                  </a:lnTo>
                  <a:lnTo>
                    <a:pt x="4686287" y="6083"/>
                  </a:lnTo>
                  <a:lnTo>
                    <a:pt x="4686757" y="7200"/>
                  </a:lnTo>
                  <a:lnTo>
                    <a:pt x="4688624" y="9067"/>
                  </a:lnTo>
                  <a:lnTo>
                    <a:pt x="4689741" y="9525"/>
                  </a:lnTo>
                  <a:lnTo>
                    <a:pt x="4692370" y="9525"/>
                  </a:lnTo>
                  <a:lnTo>
                    <a:pt x="4693488" y="9067"/>
                  </a:lnTo>
                  <a:lnTo>
                    <a:pt x="4695355" y="7200"/>
                  </a:lnTo>
                  <a:lnTo>
                    <a:pt x="4695812" y="6083"/>
                  </a:lnTo>
                  <a:lnTo>
                    <a:pt x="4695812" y="3454"/>
                  </a:lnTo>
                  <a:close/>
                </a:path>
                <a:path w="5695950" h="1792604">
                  <a:moveTo>
                    <a:pt x="4743437" y="1786534"/>
                  </a:moveTo>
                  <a:lnTo>
                    <a:pt x="4742980" y="1785416"/>
                  </a:lnTo>
                  <a:lnTo>
                    <a:pt x="4741113" y="1783549"/>
                  </a:lnTo>
                  <a:lnTo>
                    <a:pt x="4739995" y="1783080"/>
                  </a:lnTo>
                  <a:lnTo>
                    <a:pt x="4737366" y="1783080"/>
                  </a:lnTo>
                  <a:lnTo>
                    <a:pt x="4736249" y="1783549"/>
                  </a:lnTo>
                  <a:lnTo>
                    <a:pt x="4734382" y="1785416"/>
                  </a:lnTo>
                  <a:lnTo>
                    <a:pt x="4733912" y="1786534"/>
                  </a:lnTo>
                  <a:lnTo>
                    <a:pt x="4733912" y="1789163"/>
                  </a:lnTo>
                  <a:lnTo>
                    <a:pt x="4734382" y="1790280"/>
                  </a:lnTo>
                  <a:lnTo>
                    <a:pt x="4736249" y="1792147"/>
                  </a:lnTo>
                  <a:lnTo>
                    <a:pt x="4737366" y="1792605"/>
                  </a:lnTo>
                  <a:lnTo>
                    <a:pt x="4739995" y="1792605"/>
                  </a:lnTo>
                  <a:lnTo>
                    <a:pt x="4741113" y="1792147"/>
                  </a:lnTo>
                  <a:lnTo>
                    <a:pt x="4742980" y="1790280"/>
                  </a:lnTo>
                  <a:lnTo>
                    <a:pt x="4743437" y="1789163"/>
                  </a:lnTo>
                  <a:lnTo>
                    <a:pt x="4743437" y="1786534"/>
                  </a:lnTo>
                  <a:close/>
                </a:path>
                <a:path w="5695950" h="1792604">
                  <a:moveTo>
                    <a:pt x="4743437" y="894994"/>
                  </a:moveTo>
                  <a:lnTo>
                    <a:pt x="4742980" y="893876"/>
                  </a:lnTo>
                  <a:lnTo>
                    <a:pt x="4741113" y="892009"/>
                  </a:lnTo>
                  <a:lnTo>
                    <a:pt x="4739995" y="891540"/>
                  </a:lnTo>
                  <a:lnTo>
                    <a:pt x="4737366" y="891540"/>
                  </a:lnTo>
                  <a:lnTo>
                    <a:pt x="4736249" y="892009"/>
                  </a:lnTo>
                  <a:lnTo>
                    <a:pt x="4734382" y="893876"/>
                  </a:lnTo>
                  <a:lnTo>
                    <a:pt x="4733912" y="894994"/>
                  </a:lnTo>
                  <a:lnTo>
                    <a:pt x="4733912" y="897623"/>
                  </a:lnTo>
                  <a:lnTo>
                    <a:pt x="4734382" y="898740"/>
                  </a:lnTo>
                  <a:lnTo>
                    <a:pt x="4736249" y="900607"/>
                  </a:lnTo>
                  <a:lnTo>
                    <a:pt x="4737366" y="901065"/>
                  </a:lnTo>
                  <a:lnTo>
                    <a:pt x="4739995" y="901065"/>
                  </a:lnTo>
                  <a:lnTo>
                    <a:pt x="4741113" y="900607"/>
                  </a:lnTo>
                  <a:lnTo>
                    <a:pt x="4742980" y="898740"/>
                  </a:lnTo>
                  <a:lnTo>
                    <a:pt x="4743437" y="897623"/>
                  </a:lnTo>
                  <a:lnTo>
                    <a:pt x="4743437" y="894994"/>
                  </a:lnTo>
                  <a:close/>
                </a:path>
                <a:path w="5695950" h="1792604">
                  <a:moveTo>
                    <a:pt x="4743437" y="3454"/>
                  </a:moveTo>
                  <a:lnTo>
                    <a:pt x="4742980" y="2336"/>
                  </a:lnTo>
                  <a:lnTo>
                    <a:pt x="4741113" y="469"/>
                  </a:lnTo>
                  <a:lnTo>
                    <a:pt x="4739995" y="0"/>
                  </a:lnTo>
                  <a:lnTo>
                    <a:pt x="4737366" y="0"/>
                  </a:lnTo>
                  <a:lnTo>
                    <a:pt x="4736249" y="469"/>
                  </a:lnTo>
                  <a:lnTo>
                    <a:pt x="4734382" y="2336"/>
                  </a:lnTo>
                  <a:lnTo>
                    <a:pt x="4733912" y="3454"/>
                  </a:lnTo>
                  <a:lnTo>
                    <a:pt x="4733912" y="6083"/>
                  </a:lnTo>
                  <a:lnTo>
                    <a:pt x="4734382" y="7200"/>
                  </a:lnTo>
                  <a:lnTo>
                    <a:pt x="4736249" y="9067"/>
                  </a:lnTo>
                  <a:lnTo>
                    <a:pt x="4737366" y="9525"/>
                  </a:lnTo>
                  <a:lnTo>
                    <a:pt x="4739995" y="9525"/>
                  </a:lnTo>
                  <a:lnTo>
                    <a:pt x="4741113" y="9067"/>
                  </a:lnTo>
                  <a:lnTo>
                    <a:pt x="4742980" y="7200"/>
                  </a:lnTo>
                  <a:lnTo>
                    <a:pt x="4743437" y="6083"/>
                  </a:lnTo>
                  <a:lnTo>
                    <a:pt x="4743437" y="3454"/>
                  </a:lnTo>
                  <a:close/>
                </a:path>
                <a:path w="5695950" h="1792604">
                  <a:moveTo>
                    <a:pt x="4791062" y="1786534"/>
                  </a:moveTo>
                  <a:lnTo>
                    <a:pt x="4790605" y="1785416"/>
                  </a:lnTo>
                  <a:lnTo>
                    <a:pt x="4788738" y="1783549"/>
                  </a:lnTo>
                  <a:lnTo>
                    <a:pt x="4787620" y="1783080"/>
                  </a:lnTo>
                  <a:lnTo>
                    <a:pt x="4784991" y="1783080"/>
                  </a:lnTo>
                  <a:lnTo>
                    <a:pt x="4783874" y="1783549"/>
                  </a:lnTo>
                  <a:lnTo>
                    <a:pt x="4782007" y="1785416"/>
                  </a:lnTo>
                  <a:lnTo>
                    <a:pt x="4781537" y="1786534"/>
                  </a:lnTo>
                  <a:lnTo>
                    <a:pt x="4781537" y="1789163"/>
                  </a:lnTo>
                  <a:lnTo>
                    <a:pt x="4782007" y="1790280"/>
                  </a:lnTo>
                  <a:lnTo>
                    <a:pt x="4783874" y="1792147"/>
                  </a:lnTo>
                  <a:lnTo>
                    <a:pt x="4784991" y="1792605"/>
                  </a:lnTo>
                  <a:lnTo>
                    <a:pt x="4787620" y="1792605"/>
                  </a:lnTo>
                  <a:lnTo>
                    <a:pt x="4788738" y="1792147"/>
                  </a:lnTo>
                  <a:lnTo>
                    <a:pt x="4790605" y="1790280"/>
                  </a:lnTo>
                  <a:lnTo>
                    <a:pt x="4791062" y="1789163"/>
                  </a:lnTo>
                  <a:lnTo>
                    <a:pt x="4791062" y="1786534"/>
                  </a:lnTo>
                  <a:close/>
                </a:path>
                <a:path w="5695950" h="1792604">
                  <a:moveTo>
                    <a:pt x="4791062" y="894994"/>
                  </a:moveTo>
                  <a:lnTo>
                    <a:pt x="4790605" y="893876"/>
                  </a:lnTo>
                  <a:lnTo>
                    <a:pt x="4788738" y="892009"/>
                  </a:lnTo>
                  <a:lnTo>
                    <a:pt x="4787620" y="891540"/>
                  </a:lnTo>
                  <a:lnTo>
                    <a:pt x="4784991" y="891540"/>
                  </a:lnTo>
                  <a:lnTo>
                    <a:pt x="4783874" y="892009"/>
                  </a:lnTo>
                  <a:lnTo>
                    <a:pt x="4782007" y="893876"/>
                  </a:lnTo>
                  <a:lnTo>
                    <a:pt x="4781537" y="894994"/>
                  </a:lnTo>
                  <a:lnTo>
                    <a:pt x="4781537" y="897623"/>
                  </a:lnTo>
                  <a:lnTo>
                    <a:pt x="4782007" y="898740"/>
                  </a:lnTo>
                  <a:lnTo>
                    <a:pt x="4783874" y="900607"/>
                  </a:lnTo>
                  <a:lnTo>
                    <a:pt x="4784991" y="901065"/>
                  </a:lnTo>
                  <a:lnTo>
                    <a:pt x="4787620" y="901065"/>
                  </a:lnTo>
                  <a:lnTo>
                    <a:pt x="4788738" y="900607"/>
                  </a:lnTo>
                  <a:lnTo>
                    <a:pt x="4790605" y="898740"/>
                  </a:lnTo>
                  <a:lnTo>
                    <a:pt x="4791062" y="897623"/>
                  </a:lnTo>
                  <a:lnTo>
                    <a:pt x="4791062" y="894994"/>
                  </a:lnTo>
                  <a:close/>
                </a:path>
                <a:path w="5695950" h="1792604">
                  <a:moveTo>
                    <a:pt x="4791062" y="3454"/>
                  </a:moveTo>
                  <a:lnTo>
                    <a:pt x="4790605" y="2336"/>
                  </a:lnTo>
                  <a:lnTo>
                    <a:pt x="4788738" y="469"/>
                  </a:lnTo>
                  <a:lnTo>
                    <a:pt x="4787620" y="0"/>
                  </a:lnTo>
                  <a:lnTo>
                    <a:pt x="4784991" y="0"/>
                  </a:lnTo>
                  <a:lnTo>
                    <a:pt x="4783874" y="469"/>
                  </a:lnTo>
                  <a:lnTo>
                    <a:pt x="4782007" y="2336"/>
                  </a:lnTo>
                  <a:lnTo>
                    <a:pt x="4781537" y="3454"/>
                  </a:lnTo>
                  <a:lnTo>
                    <a:pt x="4781537" y="6083"/>
                  </a:lnTo>
                  <a:lnTo>
                    <a:pt x="4782007" y="7200"/>
                  </a:lnTo>
                  <a:lnTo>
                    <a:pt x="4783874" y="9067"/>
                  </a:lnTo>
                  <a:lnTo>
                    <a:pt x="4784991" y="9525"/>
                  </a:lnTo>
                  <a:lnTo>
                    <a:pt x="4787620" y="9525"/>
                  </a:lnTo>
                  <a:lnTo>
                    <a:pt x="4788738" y="9067"/>
                  </a:lnTo>
                  <a:lnTo>
                    <a:pt x="4790605" y="7200"/>
                  </a:lnTo>
                  <a:lnTo>
                    <a:pt x="4791062" y="6083"/>
                  </a:lnTo>
                  <a:lnTo>
                    <a:pt x="4791062" y="3454"/>
                  </a:lnTo>
                  <a:close/>
                </a:path>
                <a:path w="5695950" h="1792604">
                  <a:moveTo>
                    <a:pt x="4838687" y="1786534"/>
                  </a:moveTo>
                  <a:lnTo>
                    <a:pt x="4838230" y="1785416"/>
                  </a:lnTo>
                  <a:lnTo>
                    <a:pt x="4836363" y="1783549"/>
                  </a:lnTo>
                  <a:lnTo>
                    <a:pt x="4835245" y="1783080"/>
                  </a:lnTo>
                  <a:lnTo>
                    <a:pt x="4832616" y="1783080"/>
                  </a:lnTo>
                  <a:lnTo>
                    <a:pt x="4831499" y="1783549"/>
                  </a:lnTo>
                  <a:lnTo>
                    <a:pt x="4829632" y="1785416"/>
                  </a:lnTo>
                  <a:lnTo>
                    <a:pt x="4829162" y="1786534"/>
                  </a:lnTo>
                  <a:lnTo>
                    <a:pt x="4829162" y="1789163"/>
                  </a:lnTo>
                  <a:lnTo>
                    <a:pt x="4829632" y="1790280"/>
                  </a:lnTo>
                  <a:lnTo>
                    <a:pt x="4831499" y="1792147"/>
                  </a:lnTo>
                  <a:lnTo>
                    <a:pt x="4832616" y="1792605"/>
                  </a:lnTo>
                  <a:lnTo>
                    <a:pt x="4835245" y="1792605"/>
                  </a:lnTo>
                  <a:lnTo>
                    <a:pt x="4836363" y="1792147"/>
                  </a:lnTo>
                  <a:lnTo>
                    <a:pt x="4838230" y="1790280"/>
                  </a:lnTo>
                  <a:lnTo>
                    <a:pt x="4838687" y="1789163"/>
                  </a:lnTo>
                  <a:lnTo>
                    <a:pt x="4838687" y="1786534"/>
                  </a:lnTo>
                  <a:close/>
                </a:path>
                <a:path w="5695950" h="1792604">
                  <a:moveTo>
                    <a:pt x="4838687" y="894994"/>
                  </a:moveTo>
                  <a:lnTo>
                    <a:pt x="4838230" y="893876"/>
                  </a:lnTo>
                  <a:lnTo>
                    <a:pt x="4836363" y="892009"/>
                  </a:lnTo>
                  <a:lnTo>
                    <a:pt x="4835245" y="891540"/>
                  </a:lnTo>
                  <a:lnTo>
                    <a:pt x="4832616" y="891540"/>
                  </a:lnTo>
                  <a:lnTo>
                    <a:pt x="4831499" y="892009"/>
                  </a:lnTo>
                  <a:lnTo>
                    <a:pt x="4829632" y="893876"/>
                  </a:lnTo>
                  <a:lnTo>
                    <a:pt x="4829162" y="894994"/>
                  </a:lnTo>
                  <a:lnTo>
                    <a:pt x="4829162" y="897623"/>
                  </a:lnTo>
                  <a:lnTo>
                    <a:pt x="4829632" y="898740"/>
                  </a:lnTo>
                  <a:lnTo>
                    <a:pt x="4831499" y="900607"/>
                  </a:lnTo>
                  <a:lnTo>
                    <a:pt x="4832616" y="901065"/>
                  </a:lnTo>
                  <a:lnTo>
                    <a:pt x="4835245" y="901065"/>
                  </a:lnTo>
                  <a:lnTo>
                    <a:pt x="4836363" y="900607"/>
                  </a:lnTo>
                  <a:lnTo>
                    <a:pt x="4838230" y="898740"/>
                  </a:lnTo>
                  <a:lnTo>
                    <a:pt x="4838687" y="897623"/>
                  </a:lnTo>
                  <a:lnTo>
                    <a:pt x="4838687" y="894994"/>
                  </a:lnTo>
                  <a:close/>
                </a:path>
                <a:path w="5695950" h="1792604">
                  <a:moveTo>
                    <a:pt x="4838687" y="3454"/>
                  </a:moveTo>
                  <a:lnTo>
                    <a:pt x="4838230" y="2336"/>
                  </a:lnTo>
                  <a:lnTo>
                    <a:pt x="4836363" y="469"/>
                  </a:lnTo>
                  <a:lnTo>
                    <a:pt x="4835245" y="0"/>
                  </a:lnTo>
                  <a:lnTo>
                    <a:pt x="4832616" y="0"/>
                  </a:lnTo>
                  <a:lnTo>
                    <a:pt x="4831499" y="469"/>
                  </a:lnTo>
                  <a:lnTo>
                    <a:pt x="4829632" y="2336"/>
                  </a:lnTo>
                  <a:lnTo>
                    <a:pt x="4829162" y="3454"/>
                  </a:lnTo>
                  <a:lnTo>
                    <a:pt x="4829162" y="6083"/>
                  </a:lnTo>
                  <a:lnTo>
                    <a:pt x="4829632" y="7200"/>
                  </a:lnTo>
                  <a:lnTo>
                    <a:pt x="4831499" y="9067"/>
                  </a:lnTo>
                  <a:lnTo>
                    <a:pt x="4832616" y="9525"/>
                  </a:lnTo>
                  <a:lnTo>
                    <a:pt x="4835245" y="9525"/>
                  </a:lnTo>
                  <a:lnTo>
                    <a:pt x="4836363" y="9067"/>
                  </a:lnTo>
                  <a:lnTo>
                    <a:pt x="4838230" y="7200"/>
                  </a:lnTo>
                  <a:lnTo>
                    <a:pt x="4838687" y="6083"/>
                  </a:lnTo>
                  <a:lnTo>
                    <a:pt x="4838687" y="3454"/>
                  </a:lnTo>
                  <a:close/>
                </a:path>
                <a:path w="5695950" h="1792604">
                  <a:moveTo>
                    <a:pt x="4886312" y="1786534"/>
                  </a:moveTo>
                  <a:lnTo>
                    <a:pt x="4885855" y="1785416"/>
                  </a:lnTo>
                  <a:lnTo>
                    <a:pt x="4883988" y="1783549"/>
                  </a:lnTo>
                  <a:lnTo>
                    <a:pt x="4882870" y="1783080"/>
                  </a:lnTo>
                  <a:lnTo>
                    <a:pt x="4880241" y="1783080"/>
                  </a:lnTo>
                  <a:lnTo>
                    <a:pt x="4879124" y="1783549"/>
                  </a:lnTo>
                  <a:lnTo>
                    <a:pt x="4877257" y="1785416"/>
                  </a:lnTo>
                  <a:lnTo>
                    <a:pt x="4876787" y="1786534"/>
                  </a:lnTo>
                  <a:lnTo>
                    <a:pt x="4876787" y="1789163"/>
                  </a:lnTo>
                  <a:lnTo>
                    <a:pt x="4877257" y="1790280"/>
                  </a:lnTo>
                  <a:lnTo>
                    <a:pt x="4879124" y="1792147"/>
                  </a:lnTo>
                  <a:lnTo>
                    <a:pt x="4880241" y="1792605"/>
                  </a:lnTo>
                  <a:lnTo>
                    <a:pt x="4882870" y="1792605"/>
                  </a:lnTo>
                  <a:lnTo>
                    <a:pt x="4883988" y="1792147"/>
                  </a:lnTo>
                  <a:lnTo>
                    <a:pt x="4885855" y="1790280"/>
                  </a:lnTo>
                  <a:lnTo>
                    <a:pt x="4886312" y="1789163"/>
                  </a:lnTo>
                  <a:lnTo>
                    <a:pt x="4886312" y="1786534"/>
                  </a:lnTo>
                  <a:close/>
                </a:path>
                <a:path w="5695950" h="1792604">
                  <a:moveTo>
                    <a:pt x="4886312" y="894994"/>
                  </a:moveTo>
                  <a:lnTo>
                    <a:pt x="4885855" y="893876"/>
                  </a:lnTo>
                  <a:lnTo>
                    <a:pt x="4883988" y="892009"/>
                  </a:lnTo>
                  <a:lnTo>
                    <a:pt x="4882870" y="891540"/>
                  </a:lnTo>
                  <a:lnTo>
                    <a:pt x="4880241" y="891540"/>
                  </a:lnTo>
                  <a:lnTo>
                    <a:pt x="4879124" y="892009"/>
                  </a:lnTo>
                  <a:lnTo>
                    <a:pt x="4877257" y="893876"/>
                  </a:lnTo>
                  <a:lnTo>
                    <a:pt x="4876787" y="894994"/>
                  </a:lnTo>
                  <a:lnTo>
                    <a:pt x="4876787" y="897623"/>
                  </a:lnTo>
                  <a:lnTo>
                    <a:pt x="4877257" y="898740"/>
                  </a:lnTo>
                  <a:lnTo>
                    <a:pt x="4879124" y="900607"/>
                  </a:lnTo>
                  <a:lnTo>
                    <a:pt x="4880241" y="901065"/>
                  </a:lnTo>
                  <a:lnTo>
                    <a:pt x="4882870" y="901065"/>
                  </a:lnTo>
                  <a:lnTo>
                    <a:pt x="4883988" y="900607"/>
                  </a:lnTo>
                  <a:lnTo>
                    <a:pt x="4885855" y="898740"/>
                  </a:lnTo>
                  <a:lnTo>
                    <a:pt x="4886312" y="897623"/>
                  </a:lnTo>
                  <a:lnTo>
                    <a:pt x="4886312" y="894994"/>
                  </a:lnTo>
                  <a:close/>
                </a:path>
                <a:path w="5695950" h="1792604">
                  <a:moveTo>
                    <a:pt x="4886312" y="3454"/>
                  </a:moveTo>
                  <a:lnTo>
                    <a:pt x="4885855" y="2336"/>
                  </a:lnTo>
                  <a:lnTo>
                    <a:pt x="4883988" y="469"/>
                  </a:lnTo>
                  <a:lnTo>
                    <a:pt x="4882870" y="0"/>
                  </a:lnTo>
                  <a:lnTo>
                    <a:pt x="4880241" y="0"/>
                  </a:lnTo>
                  <a:lnTo>
                    <a:pt x="4879124" y="469"/>
                  </a:lnTo>
                  <a:lnTo>
                    <a:pt x="4877257" y="2336"/>
                  </a:lnTo>
                  <a:lnTo>
                    <a:pt x="4876787" y="3454"/>
                  </a:lnTo>
                  <a:lnTo>
                    <a:pt x="4876787" y="6083"/>
                  </a:lnTo>
                  <a:lnTo>
                    <a:pt x="4877257" y="7200"/>
                  </a:lnTo>
                  <a:lnTo>
                    <a:pt x="4879124" y="9067"/>
                  </a:lnTo>
                  <a:lnTo>
                    <a:pt x="4880241" y="9525"/>
                  </a:lnTo>
                  <a:lnTo>
                    <a:pt x="4882870" y="9525"/>
                  </a:lnTo>
                  <a:lnTo>
                    <a:pt x="4883988" y="9067"/>
                  </a:lnTo>
                  <a:lnTo>
                    <a:pt x="4885855" y="7200"/>
                  </a:lnTo>
                  <a:lnTo>
                    <a:pt x="4886312" y="6083"/>
                  </a:lnTo>
                  <a:lnTo>
                    <a:pt x="4886312" y="3454"/>
                  </a:lnTo>
                  <a:close/>
                </a:path>
                <a:path w="5695950" h="1792604">
                  <a:moveTo>
                    <a:pt x="4933937" y="1786534"/>
                  </a:moveTo>
                  <a:lnTo>
                    <a:pt x="4933480" y="1785416"/>
                  </a:lnTo>
                  <a:lnTo>
                    <a:pt x="4931613" y="1783549"/>
                  </a:lnTo>
                  <a:lnTo>
                    <a:pt x="4930495" y="1783080"/>
                  </a:lnTo>
                  <a:lnTo>
                    <a:pt x="4927866" y="1783080"/>
                  </a:lnTo>
                  <a:lnTo>
                    <a:pt x="4926749" y="1783549"/>
                  </a:lnTo>
                  <a:lnTo>
                    <a:pt x="4924882" y="1785416"/>
                  </a:lnTo>
                  <a:lnTo>
                    <a:pt x="4924412" y="1786534"/>
                  </a:lnTo>
                  <a:lnTo>
                    <a:pt x="4924412" y="1789163"/>
                  </a:lnTo>
                  <a:lnTo>
                    <a:pt x="4924882" y="1790280"/>
                  </a:lnTo>
                  <a:lnTo>
                    <a:pt x="4926749" y="1792147"/>
                  </a:lnTo>
                  <a:lnTo>
                    <a:pt x="4927866" y="1792605"/>
                  </a:lnTo>
                  <a:lnTo>
                    <a:pt x="4930495" y="1792605"/>
                  </a:lnTo>
                  <a:lnTo>
                    <a:pt x="4931613" y="1792147"/>
                  </a:lnTo>
                  <a:lnTo>
                    <a:pt x="4933480" y="1790280"/>
                  </a:lnTo>
                  <a:lnTo>
                    <a:pt x="4933937" y="1789163"/>
                  </a:lnTo>
                  <a:lnTo>
                    <a:pt x="4933937" y="1786534"/>
                  </a:lnTo>
                  <a:close/>
                </a:path>
                <a:path w="5695950" h="1792604">
                  <a:moveTo>
                    <a:pt x="4933937" y="894994"/>
                  </a:moveTo>
                  <a:lnTo>
                    <a:pt x="4933480" y="893876"/>
                  </a:lnTo>
                  <a:lnTo>
                    <a:pt x="4931613" y="892009"/>
                  </a:lnTo>
                  <a:lnTo>
                    <a:pt x="4930495" y="891540"/>
                  </a:lnTo>
                  <a:lnTo>
                    <a:pt x="4927866" y="891540"/>
                  </a:lnTo>
                  <a:lnTo>
                    <a:pt x="4926749" y="892009"/>
                  </a:lnTo>
                  <a:lnTo>
                    <a:pt x="4924882" y="893876"/>
                  </a:lnTo>
                  <a:lnTo>
                    <a:pt x="4924412" y="894994"/>
                  </a:lnTo>
                  <a:lnTo>
                    <a:pt x="4924412" y="897623"/>
                  </a:lnTo>
                  <a:lnTo>
                    <a:pt x="4924882" y="898740"/>
                  </a:lnTo>
                  <a:lnTo>
                    <a:pt x="4926749" y="900607"/>
                  </a:lnTo>
                  <a:lnTo>
                    <a:pt x="4927866" y="901065"/>
                  </a:lnTo>
                  <a:lnTo>
                    <a:pt x="4930495" y="901065"/>
                  </a:lnTo>
                  <a:lnTo>
                    <a:pt x="4931613" y="900607"/>
                  </a:lnTo>
                  <a:lnTo>
                    <a:pt x="4933480" y="898740"/>
                  </a:lnTo>
                  <a:lnTo>
                    <a:pt x="4933937" y="897623"/>
                  </a:lnTo>
                  <a:lnTo>
                    <a:pt x="4933937" y="894994"/>
                  </a:lnTo>
                  <a:close/>
                </a:path>
                <a:path w="5695950" h="1792604">
                  <a:moveTo>
                    <a:pt x="4933937" y="3454"/>
                  </a:moveTo>
                  <a:lnTo>
                    <a:pt x="4933480" y="2336"/>
                  </a:lnTo>
                  <a:lnTo>
                    <a:pt x="4931613" y="469"/>
                  </a:lnTo>
                  <a:lnTo>
                    <a:pt x="4930495" y="0"/>
                  </a:lnTo>
                  <a:lnTo>
                    <a:pt x="4927866" y="0"/>
                  </a:lnTo>
                  <a:lnTo>
                    <a:pt x="4926749" y="469"/>
                  </a:lnTo>
                  <a:lnTo>
                    <a:pt x="4924882" y="2336"/>
                  </a:lnTo>
                  <a:lnTo>
                    <a:pt x="4924412" y="3454"/>
                  </a:lnTo>
                  <a:lnTo>
                    <a:pt x="4924412" y="6083"/>
                  </a:lnTo>
                  <a:lnTo>
                    <a:pt x="4924882" y="7200"/>
                  </a:lnTo>
                  <a:lnTo>
                    <a:pt x="4926749" y="9067"/>
                  </a:lnTo>
                  <a:lnTo>
                    <a:pt x="4927866" y="9525"/>
                  </a:lnTo>
                  <a:lnTo>
                    <a:pt x="4930495" y="9525"/>
                  </a:lnTo>
                  <a:lnTo>
                    <a:pt x="4931613" y="9067"/>
                  </a:lnTo>
                  <a:lnTo>
                    <a:pt x="4933480" y="7200"/>
                  </a:lnTo>
                  <a:lnTo>
                    <a:pt x="4933937" y="6083"/>
                  </a:lnTo>
                  <a:lnTo>
                    <a:pt x="4933937" y="3454"/>
                  </a:lnTo>
                  <a:close/>
                </a:path>
                <a:path w="5695950" h="1792604">
                  <a:moveTo>
                    <a:pt x="4981562" y="1786534"/>
                  </a:moveTo>
                  <a:lnTo>
                    <a:pt x="4981105" y="1785416"/>
                  </a:lnTo>
                  <a:lnTo>
                    <a:pt x="4979238" y="1783549"/>
                  </a:lnTo>
                  <a:lnTo>
                    <a:pt x="4978120" y="1783080"/>
                  </a:lnTo>
                  <a:lnTo>
                    <a:pt x="4975491" y="1783080"/>
                  </a:lnTo>
                  <a:lnTo>
                    <a:pt x="4974361" y="1783549"/>
                  </a:lnTo>
                  <a:lnTo>
                    <a:pt x="4972507" y="1785416"/>
                  </a:lnTo>
                  <a:lnTo>
                    <a:pt x="4972037" y="1786534"/>
                  </a:lnTo>
                  <a:lnTo>
                    <a:pt x="4972037" y="1789163"/>
                  </a:lnTo>
                  <a:lnTo>
                    <a:pt x="4972507" y="1790280"/>
                  </a:lnTo>
                  <a:lnTo>
                    <a:pt x="4974361" y="1792147"/>
                  </a:lnTo>
                  <a:lnTo>
                    <a:pt x="4975491" y="1792605"/>
                  </a:lnTo>
                  <a:lnTo>
                    <a:pt x="4978120" y="1792605"/>
                  </a:lnTo>
                  <a:lnTo>
                    <a:pt x="4979238" y="1792147"/>
                  </a:lnTo>
                  <a:lnTo>
                    <a:pt x="4981105" y="1790280"/>
                  </a:lnTo>
                  <a:lnTo>
                    <a:pt x="4981562" y="1789163"/>
                  </a:lnTo>
                  <a:lnTo>
                    <a:pt x="4981562" y="1786534"/>
                  </a:lnTo>
                  <a:close/>
                </a:path>
                <a:path w="5695950" h="1792604">
                  <a:moveTo>
                    <a:pt x="4981562" y="894994"/>
                  </a:moveTo>
                  <a:lnTo>
                    <a:pt x="4981105" y="893876"/>
                  </a:lnTo>
                  <a:lnTo>
                    <a:pt x="4979238" y="892009"/>
                  </a:lnTo>
                  <a:lnTo>
                    <a:pt x="4978120" y="891540"/>
                  </a:lnTo>
                  <a:lnTo>
                    <a:pt x="4975491" y="891540"/>
                  </a:lnTo>
                  <a:lnTo>
                    <a:pt x="4974361" y="892009"/>
                  </a:lnTo>
                  <a:lnTo>
                    <a:pt x="4972507" y="893876"/>
                  </a:lnTo>
                  <a:lnTo>
                    <a:pt x="4972037" y="894994"/>
                  </a:lnTo>
                  <a:lnTo>
                    <a:pt x="4972037" y="897623"/>
                  </a:lnTo>
                  <a:lnTo>
                    <a:pt x="4972507" y="898740"/>
                  </a:lnTo>
                  <a:lnTo>
                    <a:pt x="4974361" y="900607"/>
                  </a:lnTo>
                  <a:lnTo>
                    <a:pt x="4975491" y="901065"/>
                  </a:lnTo>
                  <a:lnTo>
                    <a:pt x="4978120" y="901065"/>
                  </a:lnTo>
                  <a:lnTo>
                    <a:pt x="4979238" y="900607"/>
                  </a:lnTo>
                  <a:lnTo>
                    <a:pt x="4981105" y="898740"/>
                  </a:lnTo>
                  <a:lnTo>
                    <a:pt x="4981562" y="897623"/>
                  </a:lnTo>
                  <a:lnTo>
                    <a:pt x="4981562" y="894994"/>
                  </a:lnTo>
                  <a:close/>
                </a:path>
                <a:path w="5695950" h="1792604">
                  <a:moveTo>
                    <a:pt x="4981562" y="3454"/>
                  </a:moveTo>
                  <a:lnTo>
                    <a:pt x="4981105" y="2336"/>
                  </a:lnTo>
                  <a:lnTo>
                    <a:pt x="4979238" y="469"/>
                  </a:lnTo>
                  <a:lnTo>
                    <a:pt x="4978120" y="0"/>
                  </a:lnTo>
                  <a:lnTo>
                    <a:pt x="4975491" y="0"/>
                  </a:lnTo>
                  <a:lnTo>
                    <a:pt x="4974361" y="469"/>
                  </a:lnTo>
                  <a:lnTo>
                    <a:pt x="4972507" y="2336"/>
                  </a:lnTo>
                  <a:lnTo>
                    <a:pt x="4972037" y="3454"/>
                  </a:lnTo>
                  <a:lnTo>
                    <a:pt x="4972037" y="6083"/>
                  </a:lnTo>
                  <a:lnTo>
                    <a:pt x="4972507" y="7200"/>
                  </a:lnTo>
                  <a:lnTo>
                    <a:pt x="4974361" y="9067"/>
                  </a:lnTo>
                  <a:lnTo>
                    <a:pt x="4975491" y="9525"/>
                  </a:lnTo>
                  <a:lnTo>
                    <a:pt x="4978120" y="9525"/>
                  </a:lnTo>
                  <a:lnTo>
                    <a:pt x="4979238" y="9067"/>
                  </a:lnTo>
                  <a:lnTo>
                    <a:pt x="4981105" y="7200"/>
                  </a:lnTo>
                  <a:lnTo>
                    <a:pt x="4981562" y="6083"/>
                  </a:lnTo>
                  <a:lnTo>
                    <a:pt x="4981562" y="3454"/>
                  </a:lnTo>
                  <a:close/>
                </a:path>
                <a:path w="5695950" h="1792604">
                  <a:moveTo>
                    <a:pt x="5029187" y="1786534"/>
                  </a:moveTo>
                  <a:lnTo>
                    <a:pt x="5028730" y="1785416"/>
                  </a:lnTo>
                  <a:lnTo>
                    <a:pt x="5026863" y="1783549"/>
                  </a:lnTo>
                  <a:lnTo>
                    <a:pt x="5025745" y="1783080"/>
                  </a:lnTo>
                  <a:lnTo>
                    <a:pt x="5023116" y="1783080"/>
                  </a:lnTo>
                  <a:lnTo>
                    <a:pt x="5021986" y="1783549"/>
                  </a:lnTo>
                  <a:lnTo>
                    <a:pt x="5020132" y="1785416"/>
                  </a:lnTo>
                  <a:lnTo>
                    <a:pt x="5019662" y="1786534"/>
                  </a:lnTo>
                  <a:lnTo>
                    <a:pt x="5019662" y="1789163"/>
                  </a:lnTo>
                  <a:lnTo>
                    <a:pt x="5020132" y="1790280"/>
                  </a:lnTo>
                  <a:lnTo>
                    <a:pt x="5021986" y="1792147"/>
                  </a:lnTo>
                  <a:lnTo>
                    <a:pt x="5023116" y="1792605"/>
                  </a:lnTo>
                  <a:lnTo>
                    <a:pt x="5025745" y="1792605"/>
                  </a:lnTo>
                  <a:lnTo>
                    <a:pt x="5026863" y="1792147"/>
                  </a:lnTo>
                  <a:lnTo>
                    <a:pt x="5028730" y="1790280"/>
                  </a:lnTo>
                  <a:lnTo>
                    <a:pt x="5029187" y="1789163"/>
                  </a:lnTo>
                  <a:lnTo>
                    <a:pt x="5029187" y="1786534"/>
                  </a:lnTo>
                  <a:close/>
                </a:path>
                <a:path w="5695950" h="1792604">
                  <a:moveTo>
                    <a:pt x="5029187" y="894994"/>
                  </a:moveTo>
                  <a:lnTo>
                    <a:pt x="5028730" y="893876"/>
                  </a:lnTo>
                  <a:lnTo>
                    <a:pt x="5026863" y="892009"/>
                  </a:lnTo>
                  <a:lnTo>
                    <a:pt x="5025745" y="891540"/>
                  </a:lnTo>
                  <a:lnTo>
                    <a:pt x="5023116" y="891540"/>
                  </a:lnTo>
                  <a:lnTo>
                    <a:pt x="5021986" y="892009"/>
                  </a:lnTo>
                  <a:lnTo>
                    <a:pt x="5020132" y="893876"/>
                  </a:lnTo>
                  <a:lnTo>
                    <a:pt x="5019662" y="894994"/>
                  </a:lnTo>
                  <a:lnTo>
                    <a:pt x="5019662" y="897623"/>
                  </a:lnTo>
                  <a:lnTo>
                    <a:pt x="5020132" y="898740"/>
                  </a:lnTo>
                  <a:lnTo>
                    <a:pt x="5021986" y="900607"/>
                  </a:lnTo>
                  <a:lnTo>
                    <a:pt x="5023116" y="901065"/>
                  </a:lnTo>
                  <a:lnTo>
                    <a:pt x="5025745" y="901065"/>
                  </a:lnTo>
                  <a:lnTo>
                    <a:pt x="5026863" y="900607"/>
                  </a:lnTo>
                  <a:lnTo>
                    <a:pt x="5028730" y="898740"/>
                  </a:lnTo>
                  <a:lnTo>
                    <a:pt x="5029187" y="897623"/>
                  </a:lnTo>
                  <a:lnTo>
                    <a:pt x="5029187" y="894994"/>
                  </a:lnTo>
                  <a:close/>
                </a:path>
                <a:path w="5695950" h="1792604">
                  <a:moveTo>
                    <a:pt x="5029187" y="3454"/>
                  </a:moveTo>
                  <a:lnTo>
                    <a:pt x="5028730" y="2336"/>
                  </a:lnTo>
                  <a:lnTo>
                    <a:pt x="5026863" y="469"/>
                  </a:lnTo>
                  <a:lnTo>
                    <a:pt x="5025745" y="0"/>
                  </a:lnTo>
                  <a:lnTo>
                    <a:pt x="5023116" y="0"/>
                  </a:lnTo>
                  <a:lnTo>
                    <a:pt x="5021986" y="469"/>
                  </a:lnTo>
                  <a:lnTo>
                    <a:pt x="5020132" y="2336"/>
                  </a:lnTo>
                  <a:lnTo>
                    <a:pt x="5019662" y="3454"/>
                  </a:lnTo>
                  <a:lnTo>
                    <a:pt x="5019662" y="6083"/>
                  </a:lnTo>
                  <a:lnTo>
                    <a:pt x="5020132" y="7200"/>
                  </a:lnTo>
                  <a:lnTo>
                    <a:pt x="5021986" y="9067"/>
                  </a:lnTo>
                  <a:lnTo>
                    <a:pt x="5023116" y="9525"/>
                  </a:lnTo>
                  <a:lnTo>
                    <a:pt x="5025745" y="9525"/>
                  </a:lnTo>
                  <a:lnTo>
                    <a:pt x="5026863" y="9067"/>
                  </a:lnTo>
                  <a:lnTo>
                    <a:pt x="5028730" y="7200"/>
                  </a:lnTo>
                  <a:lnTo>
                    <a:pt x="5029187" y="6083"/>
                  </a:lnTo>
                  <a:lnTo>
                    <a:pt x="5029187" y="3454"/>
                  </a:lnTo>
                  <a:close/>
                </a:path>
                <a:path w="5695950" h="1792604">
                  <a:moveTo>
                    <a:pt x="5076812" y="1786534"/>
                  </a:moveTo>
                  <a:lnTo>
                    <a:pt x="5076355" y="1785416"/>
                  </a:lnTo>
                  <a:lnTo>
                    <a:pt x="5074488" y="1783549"/>
                  </a:lnTo>
                  <a:lnTo>
                    <a:pt x="5073370" y="1783080"/>
                  </a:lnTo>
                  <a:lnTo>
                    <a:pt x="5070741" y="1783080"/>
                  </a:lnTo>
                  <a:lnTo>
                    <a:pt x="5069611" y="1783549"/>
                  </a:lnTo>
                  <a:lnTo>
                    <a:pt x="5067757" y="1785416"/>
                  </a:lnTo>
                  <a:lnTo>
                    <a:pt x="5067287" y="1786534"/>
                  </a:lnTo>
                  <a:lnTo>
                    <a:pt x="5067287" y="1789163"/>
                  </a:lnTo>
                  <a:lnTo>
                    <a:pt x="5067757" y="1790280"/>
                  </a:lnTo>
                  <a:lnTo>
                    <a:pt x="5069611" y="1792147"/>
                  </a:lnTo>
                  <a:lnTo>
                    <a:pt x="5070741" y="1792605"/>
                  </a:lnTo>
                  <a:lnTo>
                    <a:pt x="5073370" y="1792605"/>
                  </a:lnTo>
                  <a:lnTo>
                    <a:pt x="5074488" y="1792147"/>
                  </a:lnTo>
                  <a:lnTo>
                    <a:pt x="5076355" y="1790280"/>
                  </a:lnTo>
                  <a:lnTo>
                    <a:pt x="5076812" y="1789163"/>
                  </a:lnTo>
                  <a:lnTo>
                    <a:pt x="5076812" y="1786534"/>
                  </a:lnTo>
                  <a:close/>
                </a:path>
                <a:path w="5695950" h="1792604">
                  <a:moveTo>
                    <a:pt x="5076812" y="894994"/>
                  </a:moveTo>
                  <a:lnTo>
                    <a:pt x="5076355" y="893876"/>
                  </a:lnTo>
                  <a:lnTo>
                    <a:pt x="5074488" y="892009"/>
                  </a:lnTo>
                  <a:lnTo>
                    <a:pt x="5073370" y="891540"/>
                  </a:lnTo>
                  <a:lnTo>
                    <a:pt x="5070741" y="891540"/>
                  </a:lnTo>
                  <a:lnTo>
                    <a:pt x="5069611" y="892009"/>
                  </a:lnTo>
                  <a:lnTo>
                    <a:pt x="5067757" y="893876"/>
                  </a:lnTo>
                  <a:lnTo>
                    <a:pt x="5067287" y="894994"/>
                  </a:lnTo>
                  <a:lnTo>
                    <a:pt x="5067287" y="897623"/>
                  </a:lnTo>
                  <a:lnTo>
                    <a:pt x="5067757" y="898740"/>
                  </a:lnTo>
                  <a:lnTo>
                    <a:pt x="5069611" y="900607"/>
                  </a:lnTo>
                  <a:lnTo>
                    <a:pt x="5070741" y="901065"/>
                  </a:lnTo>
                  <a:lnTo>
                    <a:pt x="5073370" y="901065"/>
                  </a:lnTo>
                  <a:lnTo>
                    <a:pt x="5074488" y="900607"/>
                  </a:lnTo>
                  <a:lnTo>
                    <a:pt x="5076355" y="898740"/>
                  </a:lnTo>
                  <a:lnTo>
                    <a:pt x="5076812" y="897623"/>
                  </a:lnTo>
                  <a:lnTo>
                    <a:pt x="5076812" y="894994"/>
                  </a:lnTo>
                  <a:close/>
                </a:path>
                <a:path w="5695950" h="1792604">
                  <a:moveTo>
                    <a:pt x="5076812" y="3454"/>
                  </a:moveTo>
                  <a:lnTo>
                    <a:pt x="5076355" y="2336"/>
                  </a:lnTo>
                  <a:lnTo>
                    <a:pt x="5074488" y="469"/>
                  </a:lnTo>
                  <a:lnTo>
                    <a:pt x="5073370" y="0"/>
                  </a:lnTo>
                  <a:lnTo>
                    <a:pt x="5070741" y="0"/>
                  </a:lnTo>
                  <a:lnTo>
                    <a:pt x="5069611" y="469"/>
                  </a:lnTo>
                  <a:lnTo>
                    <a:pt x="5067757" y="2336"/>
                  </a:lnTo>
                  <a:lnTo>
                    <a:pt x="5067287" y="3454"/>
                  </a:lnTo>
                  <a:lnTo>
                    <a:pt x="5067287" y="6083"/>
                  </a:lnTo>
                  <a:lnTo>
                    <a:pt x="5067757" y="7200"/>
                  </a:lnTo>
                  <a:lnTo>
                    <a:pt x="5069611" y="9067"/>
                  </a:lnTo>
                  <a:lnTo>
                    <a:pt x="5070741" y="9525"/>
                  </a:lnTo>
                  <a:lnTo>
                    <a:pt x="5073370" y="9525"/>
                  </a:lnTo>
                  <a:lnTo>
                    <a:pt x="5074488" y="9067"/>
                  </a:lnTo>
                  <a:lnTo>
                    <a:pt x="5076355" y="7200"/>
                  </a:lnTo>
                  <a:lnTo>
                    <a:pt x="5076812" y="6083"/>
                  </a:lnTo>
                  <a:lnTo>
                    <a:pt x="5076812" y="3454"/>
                  </a:lnTo>
                  <a:close/>
                </a:path>
                <a:path w="5695950" h="1792604">
                  <a:moveTo>
                    <a:pt x="5124437" y="1786534"/>
                  </a:moveTo>
                  <a:lnTo>
                    <a:pt x="5123980" y="1785416"/>
                  </a:lnTo>
                  <a:lnTo>
                    <a:pt x="5122113" y="1783549"/>
                  </a:lnTo>
                  <a:lnTo>
                    <a:pt x="5120995" y="1783080"/>
                  </a:lnTo>
                  <a:lnTo>
                    <a:pt x="5118366" y="1783080"/>
                  </a:lnTo>
                  <a:lnTo>
                    <a:pt x="5117236" y="1783549"/>
                  </a:lnTo>
                  <a:lnTo>
                    <a:pt x="5115382" y="1785416"/>
                  </a:lnTo>
                  <a:lnTo>
                    <a:pt x="5114912" y="1786534"/>
                  </a:lnTo>
                  <a:lnTo>
                    <a:pt x="5114912" y="1789163"/>
                  </a:lnTo>
                  <a:lnTo>
                    <a:pt x="5115382" y="1790280"/>
                  </a:lnTo>
                  <a:lnTo>
                    <a:pt x="5117236" y="1792147"/>
                  </a:lnTo>
                  <a:lnTo>
                    <a:pt x="5118366" y="1792605"/>
                  </a:lnTo>
                  <a:lnTo>
                    <a:pt x="5120995" y="1792605"/>
                  </a:lnTo>
                  <a:lnTo>
                    <a:pt x="5122113" y="1792147"/>
                  </a:lnTo>
                  <a:lnTo>
                    <a:pt x="5123980" y="1790280"/>
                  </a:lnTo>
                  <a:lnTo>
                    <a:pt x="5124437" y="1789163"/>
                  </a:lnTo>
                  <a:lnTo>
                    <a:pt x="5124437" y="1786534"/>
                  </a:lnTo>
                  <a:close/>
                </a:path>
                <a:path w="5695950" h="1792604">
                  <a:moveTo>
                    <a:pt x="5124437" y="894994"/>
                  </a:moveTo>
                  <a:lnTo>
                    <a:pt x="5123980" y="893876"/>
                  </a:lnTo>
                  <a:lnTo>
                    <a:pt x="5122113" y="892009"/>
                  </a:lnTo>
                  <a:lnTo>
                    <a:pt x="5120995" y="891540"/>
                  </a:lnTo>
                  <a:lnTo>
                    <a:pt x="5118366" y="891540"/>
                  </a:lnTo>
                  <a:lnTo>
                    <a:pt x="5117236" y="892009"/>
                  </a:lnTo>
                  <a:lnTo>
                    <a:pt x="5115382" y="893876"/>
                  </a:lnTo>
                  <a:lnTo>
                    <a:pt x="5114912" y="894994"/>
                  </a:lnTo>
                  <a:lnTo>
                    <a:pt x="5114912" y="897623"/>
                  </a:lnTo>
                  <a:lnTo>
                    <a:pt x="5115382" y="898740"/>
                  </a:lnTo>
                  <a:lnTo>
                    <a:pt x="5117236" y="900607"/>
                  </a:lnTo>
                  <a:lnTo>
                    <a:pt x="5118366" y="901065"/>
                  </a:lnTo>
                  <a:lnTo>
                    <a:pt x="5120995" y="901065"/>
                  </a:lnTo>
                  <a:lnTo>
                    <a:pt x="5122113" y="900607"/>
                  </a:lnTo>
                  <a:lnTo>
                    <a:pt x="5123980" y="898740"/>
                  </a:lnTo>
                  <a:lnTo>
                    <a:pt x="5124437" y="897623"/>
                  </a:lnTo>
                  <a:lnTo>
                    <a:pt x="5124437" y="894994"/>
                  </a:lnTo>
                  <a:close/>
                </a:path>
                <a:path w="5695950" h="1792604">
                  <a:moveTo>
                    <a:pt x="5124437" y="3454"/>
                  </a:moveTo>
                  <a:lnTo>
                    <a:pt x="5123980" y="2336"/>
                  </a:lnTo>
                  <a:lnTo>
                    <a:pt x="5122113" y="469"/>
                  </a:lnTo>
                  <a:lnTo>
                    <a:pt x="5120995" y="0"/>
                  </a:lnTo>
                  <a:lnTo>
                    <a:pt x="5118366" y="0"/>
                  </a:lnTo>
                  <a:lnTo>
                    <a:pt x="5117236" y="469"/>
                  </a:lnTo>
                  <a:lnTo>
                    <a:pt x="5115382" y="2336"/>
                  </a:lnTo>
                  <a:lnTo>
                    <a:pt x="5114912" y="3454"/>
                  </a:lnTo>
                  <a:lnTo>
                    <a:pt x="5114912" y="6083"/>
                  </a:lnTo>
                  <a:lnTo>
                    <a:pt x="5115382" y="7200"/>
                  </a:lnTo>
                  <a:lnTo>
                    <a:pt x="5117236" y="9067"/>
                  </a:lnTo>
                  <a:lnTo>
                    <a:pt x="5118366" y="9525"/>
                  </a:lnTo>
                  <a:lnTo>
                    <a:pt x="5120995" y="9525"/>
                  </a:lnTo>
                  <a:lnTo>
                    <a:pt x="5122113" y="9067"/>
                  </a:lnTo>
                  <a:lnTo>
                    <a:pt x="5123980" y="7200"/>
                  </a:lnTo>
                  <a:lnTo>
                    <a:pt x="5124437" y="6083"/>
                  </a:lnTo>
                  <a:lnTo>
                    <a:pt x="5124437" y="3454"/>
                  </a:lnTo>
                  <a:close/>
                </a:path>
                <a:path w="5695950" h="1792604">
                  <a:moveTo>
                    <a:pt x="5172062" y="1786534"/>
                  </a:moveTo>
                  <a:lnTo>
                    <a:pt x="5171605" y="1785416"/>
                  </a:lnTo>
                  <a:lnTo>
                    <a:pt x="5169738" y="1783549"/>
                  </a:lnTo>
                  <a:lnTo>
                    <a:pt x="5168620" y="1783080"/>
                  </a:lnTo>
                  <a:lnTo>
                    <a:pt x="5165991" y="1783080"/>
                  </a:lnTo>
                  <a:lnTo>
                    <a:pt x="5164861" y="1783549"/>
                  </a:lnTo>
                  <a:lnTo>
                    <a:pt x="5163007" y="1785416"/>
                  </a:lnTo>
                  <a:lnTo>
                    <a:pt x="5162537" y="1786534"/>
                  </a:lnTo>
                  <a:lnTo>
                    <a:pt x="5162537" y="1789163"/>
                  </a:lnTo>
                  <a:lnTo>
                    <a:pt x="5163007" y="1790280"/>
                  </a:lnTo>
                  <a:lnTo>
                    <a:pt x="5164861" y="1792147"/>
                  </a:lnTo>
                  <a:lnTo>
                    <a:pt x="5165991" y="1792605"/>
                  </a:lnTo>
                  <a:lnTo>
                    <a:pt x="5168620" y="1792605"/>
                  </a:lnTo>
                  <a:lnTo>
                    <a:pt x="5169738" y="1792147"/>
                  </a:lnTo>
                  <a:lnTo>
                    <a:pt x="5171605" y="1790280"/>
                  </a:lnTo>
                  <a:lnTo>
                    <a:pt x="5172062" y="1789163"/>
                  </a:lnTo>
                  <a:lnTo>
                    <a:pt x="5172062" y="1786534"/>
                  </a:lnTo>
                  <a:close/>
                </a:path>
                <a:path w="5695950" h="1792604">
                  <a:moveTo>
                    <a:pt x="5172062" y="894994"/>
                  </a:moveTo>
                  <a:lnTo>
                    <a:pt x="5171605" y="893876"/>
                  </a:lnTo>
                  <a:lnTo>
                    <a:pt x="5169738" y="892009"/>
                  </a:lnTo>
                  <a:lnTo>
                    <a:pt x="5168620" y="891540"/>
                  </a:lnTo>
                  <a:lnTo>
                    <a:pt x="5165991" y="891540"/>
                  </a:lnTo>
                  <a:lnTo>
                    <a:pt x="5164861" y="892009"/>
                  </a:lnTo>
                  <a:lnTo>
                    <a:pt x="5163007" y="893876"/>
                  </a:lnTo>
                  <a:lnTo>
                    <a:pt x="5162537" y="894994"/>
                  </a:lnTo>
                  <a:lnTo>
                    <a:pt x="5162537" y="897623"/>
                  </a:lnTo>
                  <a:lnTo>
                    <a:pt x="5163007" y="898740"/>
                  </a:lnTo>
                  <a:lnTo>
                    <a:pt x="5164861" y="900607"/>
                  </a:lnTo>
                  <a:lnTo>
                    <a:pt x="5165991" y="901065"/>
                  </a:lnTo>
                  <a:lnTo>
                    <a:pt x="5168620" y="901065"/>
                  </a:lnTo>
                  <a:lnTo>
                    <a:pt x="5169738" y="900607"/>
                  </a:lnTo>
                  <a:lnTo>
                    <a:pt x="5171605" y="898740"/>
                  </a:lnTo>
                  <a:lnTo>
                    <a:pt x="5172062" y="897623"/>
                  </a:lnTo>
                  <a:lnTo>
                    <a:pt x="5172062" y="894994"/>
                  </a:lnTo>
                  <a:close/>
                </a:path>
                <a:path w="5695950" h="1792604">
                  <a:moveTo>
                    <a:pt x="5172062" y="3454"/>
                  </a:moveTo>
                  <a:lnTo>
                    <a:pt x="5171605" y="2336"/>
                  </a:lnTo>
                  <a:lnTo>
                    <a:pt x="5169738" y="469"/>
                  </a:lnTo>
                  <a:lnTo>
                    <a:pt x="5168620" y="0"/>
                  </a:lnTo>
                  <a:lnTo>
                    <a:pt x="5165991" y="0"/>
                  </a:lnTo>
                  <a:lnTo>
                    <a:pt x="5164861" y="469"/>
                  </a:lnTo>
                  <a:lnTo>
                    <a:pt x="5163007" y="2336"/>
                  </a:lnTo>
                  <a:lnTo>
                    <a:pt x="5162537" y="3454"/>
                  </a:lnTo>
                  <a:lnTo>
                    <a:pt x="5162537" y="6083"/>
                  </a:lnTo>
                  <a:lnTo>
                    <a:pt x="5163007" y="7200"/>
                  </a:lnTo>
                  <a:lnTo>
                    <a:pt x="5164861" y="9067"/>
                  </a:lnTo>
                  <a:lnTo>
                    <a:pt x="5165991" y="9525"/>
                  </a:lnTo>
                  <a:lnTo>
                    <a:pt x="5168620" y="9525"/>
                  </a:lnTo>
                  <a:lnTo>
                    <a:pt x="5169738" y="9067"/>
                  </a:lnTo>
                  <a:lnTo>
                    <a:pt x="5171605" y="7200"/>
                  </a:lnTo>
                  <a:lnTo>
                    <a:pt x="5172062" y="6083"/>
                  </a:lnTo>
                  <a:lnTo>
                    <a:pt x="5172062" y="3454"/>
                  </a:lnTo>
                  <a:close/>
                </a:path>
                <a:path w="5695950" h="1792604">
                  <a:moveTo>
                    <a:pt x="5219687" y="1786534"/>
                  </a:moveTo>
                  <a:lnTo>
                    <a:pt x="5219230" y="1785416"/>
                  </a:lnTo>
                  <a:lnTo>
                    <a:pt x="5217363" y="1783549"/>
                  </a:lnTo>
                  <a:lnTo>
                    <a:pt x="5216245" y="1783080"/>
                  </a:lnTo>
                  <a:lnTo>
                    <a:pt x="5213616" y="1783080"/>
                  </a:lnTo>
                  <a:lnTo>
                    <a:pt x="5212499" y="1783549"/>
                  </a:lnTo>
                  <a:lnTo>
                    <a:pt x="5210632" y="1785416"/>
                  </a:lnTo>
                  <a:lnTo>
                    <a:pt x="5210162" y="1786534"/>
                  </a:lnTo>
                  <a:lnTo>
                    <a:pt x="5210162" y="1789163"/>
                  </a:lnTo>
                  <a:lnTo>
                    <a:pt x="5210632" y="1790280"/>
                  </a:lnTo>
                  <a:lnTo>
                    <a:pt x="5212499" y="1792147"/>
                  </a:lnTo>
                  <a:lnTo>
                    <a:pt x="5213616" y="1792605"/>
                  </a:lnTo>
                  <a:lnTo>
                    <a:pt x="5216245" y="1792605"/>
                  </a:lnTo>
                  <a:lnTo>
                    <a:pt x="5217363" y="1792147"/>
                  </a:lnTo>
                  <a:lnTo>
                    <a:pt x="5219230" y="1790280"/>
                  </a:lnTo>
                  <a:lnTo>
                    <a:pt x="5219687" y="1789163"/>
                  </a:lnTo>
                  <a:lnTo>
                    <a:pt x="5219687" y="1786534"/>
                  </a:lnTo>
                  <a:close/>
                </a:path>
                <a:path w="5695950" h="1792604">
                  <a:moveTo>
                    <a:pt x="5219687" y="894994"/>
                  </a:moveTo>
                  <a:lnTo>
                    <a:pt x="5219230" y="893876"/>
                  </a:lnTo>
                  <a:lnTo>
                    <a:pt x="5217363" y="892009"/>
                  </a:lnTo>
                  <a:lnTo>
                    <a:pt x="5216245" y="891540"/>
                  </a:lnTo>
                  <a:lnTo>
                    <a:pt x="5213616" y="891540"/>
                  </a:lnTo>
                  <a:lnTo>
                    <a:pt x="5212499" y="892009"/>
                  </a:lnTo>
                  <a:lnTo>
                    <a:pt x="5210632" y="893876"/>
                  </a:lnTo>
                  <a:lnTo>
                    <a:pt x="5210162" y="894994"/>
                  </a:lnTo>
                  <a:lnTo>
                    <a:pt x="5210162" y="897623"/>
                  </a:lnTo>
                  <a:lnTo>
                    <a:pt x="5210632" y="898740"/>
                  </a:lnTo>
                  <a:lnTo>
                    <a:pt x="5212499" y="900607"/>
                  </a:lnTo>
                  <a:lnTo>
                    <a:pt x="5213616" y="901065"/>
                  </a:lnTo>
                  <a:lnTo>
                    <a:pt x="5216245" y="901065"/>
                  </a:lnTo>
                  <a:lnTo>
                    <a:pt x="5217363" y="900607"/>
                  </a:lnTo>
                  <a:lnTo>
                    <a:pt x="5219230" y="898740"/>
                  </a:lnTo>
                  <a:lnTo>
                    <a:pt x="5219687" y="897623"/>
                  </a:lnTo>
                  <a:lnTo>
                    <a:pt x="5219687" y="894994"/>
                  </a:lnTo>
                  <a:close/>
                </a:path>
                <a:path w="5695950" h="1792604">
                  <a:moveTo>
                    <a:pt x="5219687" y="3454"/>
                  </a:moveTo>
                  <a:lnTo>
                    <a:pt x="5219230" y="2336"/>
                  </a:lnTo>
                  <a:lnTo>
                    <a:pt x="5217363" y="469"/>
                  </a:lnTo>
                  <a:lnTo>
                    <a:pt x="5216245" y="0"/>
                  </a:lnTo>
                  <a:lnTo>
                    <a:pt x="5213616" y="0"/>
                  </a:lnTo>
                  <a:lnTo>
                    <a:pt x="5212499" y="469"/>
                  </a:lnTo>
                  <a:lnTo>
                    <a:pt x="5210632" y="2336"/>
                  </a:lnTo>
                  <a:lnTo>
                    <a:pt x="5210162" y="3454"/>
                  </a:lnTo>
                  <a:lnTo>
                    <a:pt x="5210162" y="6083"/>
                  </a:lnTo>
                  <a:lnTo>
                    <a:pt x="5210632" y="7200"/>
                  </a:lnTo>
                  <a:lnTo>
                    <a:pt x="5212499" y="9067"/>
                  </a:lnTo>
                  <a:lnTo>
                    <a:pt x="5213616" y="9525"/>
                  </a:lnTo>
                  <a:lnTo>
                    <a:pt x="5216245" y="9525"/>
                  </a:lnTo>
                  <a:lnTo>
                    <a:pt x="5217363" y="9067"/>
                  </a:lnTo>
                  <a:lnTo>
                    <a:pt x="5219230" y="7200"/>
                  </a:lnTo>
                  <a:lnTo>
                    <a:pt x="5219687" y="6083"/>
                  </a:lnTo>
                  <a:lnTo>
                    <a:pt x="5219687" y="3454"/>
                  </a:lnTo>
                  <a:close/>
                </a:path>
                <a:path w="5695950" h="1792604">
                  <a:moveTo>
                    <a:pt x="5267312" y="1786534"/>
                  </a:moveTo>
                  <a:lnTo>
                    <a:pt x="5266855" y="1785416"/>
                  </a:lnTo>
                  <a:lnTo>
                    <a:pt x="5264988" y="1783549"/>
                  </a:lnTo>
                  <a:lnTo>
                    <a:pt x="5263870" y="1783080"/>
                  </a:lnTo>
                  <a:lnTo>
                    <a:pt x="5261241" y="1783080"/>
                  </a:lnTo>
                  <a:lnTo>
                    <a:pt x="5260111" y="1783549"/>
                  </a:lnTo>
                  <a:lnTo>
                    <a:pt x="5258257" y="1785416"/>
                  </a:lnTo>
                  <a:lnTo>
                    <a:pt x="5257787" y="1786534"/>
                  </a:lnTo>
                  <a:lnTo>
                    <a:pt x="5257787" y="1789163"/>
                  </a:lnTo>
                  <a:lnTo>
                    <a:pt x="5258257" y="1790280"/>
                  </a:lnTo>
                  <a:lnTo>
                    <a:pt x="5260111" y="1792147"/>
                  </a:lnTo>
                  <a:lnTo>
                    <a:pt x="5261241" y="1792605"/>
                  </a:lnTo>
                  <a:lnTo>
                    <a:pt x="5263870" y="1792605"/>
                  </a:lnTo>
                  <a:lnTo>
                    <a:pt x="5264988" y="1792147"/>
                  </a:lnTo>
                  <a:lnTo>
                    <a:pt x="5266855" y="1790280"/>
                  </a:lnTo>
                  <a:lnTo>
                    <a:pt x="5267312" y="1789163"/>
                  </a:lnTo>
                  <a:lnTo>
                    <a:pt x="5267312" y="1786534"/>
                  </a:lnTo>
                  <a:close/>
                </a:path>
                <a:path w="5695950" h="1792604">
                  <a:moveTo>
                    <a:pt x="5267312" y="894994"/>
                  </a:moveTo>
                  <a:lnTo>
                    <a:pt x="5266855" y="893876"/>
                  </a:lnTo>
                  <a:lnTo>
                    <a:pt x="5264988" y="892009"/>
                  </a:lnTo>
                  <a:lnTo>
                    <a:pt x="5263870" y="891540"/>
                  </a:lnTo>
                  <a:lnTo>
                    <a:pt x="5261241" y="891540"/>
                  </a:lnTo>
                  <a:lnTo>
                    <a:pt x="5260111" y="892009"/>
                  </a:lnTo>
                  <a:lnTo>
                    <a:pt x="5258257" y="893876"/>
                  </a:lnTo>
                  <a:lnTo>
                    <a:pt x="5257787" y="894994"/>
                  </a:lnTo>
                  <a:lnTo>
                    <a:pt x="5257787" y="897623"/>
                  </a:lnTo>
                  <a:lnTo>
                    <a:pt x="5258257" y="898740"/>
                  </a:lnTo>
                  <a:lnTo>
                    <a:pt x="5260111" y="900607"/>
                  </a:lnTo>
                  <a:lnTo>
                    <a:pt x="5261241" y="901065"/>
                  </a:lnTo>
                  <a:lnTo>
                    <a:pt x="5263870" y="901065"/>
                  </a:lnTo>
                  <a:lnTo>
                    <a:pt x="5264988" y="900607"/>
                  </a:lnTo>
                  <a:lnTo>
                    <a:pt x="5266855" y="898740"/>
                  </a:lnTo>
                  <a:lnTo>
                    <a:pt x="5267312" y="897623"/>
                  </a:lnTo>
                  <a:lnTo>
                    <a:pt x="5267312" y="894994"/>
                  </a:lnTo>
                  <a:close/>
                </a:path>
                <a:path w="5695950" h="1792604">
                  <a:moveTo>
                    <a:pt x="5267312" y="3454"/>
                  </a:moveTo>
                  <a:lnTo>
                    <a:pt x="5266855" y="2336"/>
                  </a:lnTo>
                  <a:lnTo>
                    <a:pt x="5264988" y="469"/>
                  </a:lnTo>
                  <a:lnTo>
                    <a:pt x="5263870" y="0"/>
                  </a:lnTo>
                  <a:lnTo>
                    <a:pt x="5261241" y="0"/>
                  </a:lnTo>
                  <a:lnTo>
                    <a:pt x="5260111" y="469"/>
                  </a:lnTo>
                  <a:lnTo>
                    <a:pt x="5258257" y="2336"/>
                  </a:lnTo>
                  <a:lnTo>
                    <a:pt x="5257787" y="3454"/>
                  </a:lnTo>
                  <a:lnTo>
                    <a:pt x="5257787" y="6083"/>
                  </a:lnTo>
                  <a:lnTo>
                    <a:pt x="5258257" y="7200"/>
                  </a:lnTo>
                  <a:lnTo>
                    <a:pt x="5260111" y="9067"/>
                  </a:lnTo>
                  <a:lnTo>
                    <a:pt x="5261241" y="9525"/>
                  </a:lnTo>
                  <a:lnTo>
                    <a:pt x="5263870" y="9525"/>
                  </a:lnTo>
                  <a:lnTo>
                    <a:pt x="5264988" y="9067"/>
                  </a:lnTo>
                  <a:lnTo>
                    <a:pt x="5266855" y="7200"/>
                  </a:lnTo>
                  <a:lnTo>
                    <a:pt x="5267312" y="6083"/>
                  </a:lnTo>
                  <a:lnTo>
                    <a:pt x="5267312" y="3454"/>
                  </a:lnTo>
                  <a:close/>
                </a:path>
                <a:path w="5695950" h="1792604">
                  <a:moveTo>
                    <a:pt x="5314937" y="1786534"/>
                  </a:moveTo>
                  <a:lnTo>
                    <a:pt x="5314480" y="1785416"/>
                  </a:lnTo>
                  <a:lnTo>
                    <a:pt x="5312613" y="1783549"/>
                  </a:lnTo>
                  <a:lnTo>
                    <a:pt x="5311495" y="1783080"/>
                  </a:lnTo>
                  <a:lnTo>
                    <a:pt x="5308866" y="1783080"/>
                  </a:lnTo>
                  <a:lnTo>
                    <a:pt x="5307736" y="1783549"/>
                  </a:lnTo>
                  <a:lnTo>
                    <a:pt x="5305882" y="1785416"/>
                  </a:lnTo>
                  <a:lnTo>
                    <a:pt x="5305412" y="1786534"/>
                  </a:lnTo>
                  <a:lnTo>
                    <a:pt x="5305412" y="1789163"/>
                  </a:lnTo>
                  <a:lnTo>
                    <a:pt x="5305882" y="1790280"/>
                  </a:lnTo>
                  <a:lnTo>
                    <a:pt x="5307736" y="1792147"/>
                  </a:lnTo>
                  <a:lnTo>
                    <a:pt x="5308866" y="1792605"/>
                  </a:lnTo>
                  <a:lnTo>
                    <a:pt x="5311495" y="1792605"/>
                  </a:lnTo>
                  <a:lnTo>
                    <a:pt x="5312613" y="1792147"/>
                  </a:lnTo>
                  <a:lnTo>
                    <a:pt x="5314480" y="1790280"/>
                  </a:lnTo>
                  <a:lnTo>
                    <a:pt x="5314937" y="1789163"/>
                  </a:lnTo>
                  <a:lnTo>
                    <a:pt x="5314937" y="1786534"/>
                  </a:lnTo>
                  <a:close/>
                </a:path>
                <a:path w="5695950" h="1792604">
                  <a:moveTo>
                    <a:pt x="5314937" y="894994"/>
                  </a:moveTo>
                  <a:lnTo>
                    <a:pt x="5314480" y="893876"/>
                  </a:lnTo>
                  <a:lnTo>
                    <a:pt x="5312613" y="892009"/>
                  </a:lnTo>
                  <a:lnTo>
                    <a:pt x="5311495" y="891540"/>
                  </a:lnTo>
                  <a:lnTo>
                    <a:pt x="5308866" y="891540"/>
                  </a:lnTo>
                  <a:lnTo>
                    <a:pt x="5307736" y="892009"/>
                  </a:lnTo>
                  <a:lnTo>
                    <a:pt x="5305882" y="893876"/>
                  </a:lnTo>
                  <a:lnTo>
                    <a:pt x="5305412" y="894994"/>
                  </a:lnTo>
                  <a:lnTo>
                    <a:pt x="5305412" y="897623"/>
                  </a:lnTo>
                  <a:lnTo>
                    <a:pt x="5305882" y="898740"/>
                  </a:lnTo>
                  <a:lnTo>
                    <a:pt x="5307736" y="900607"/>
                  </a:lnTo>
                  <a:lnTo>
                    <a:pt x="5308866" y="901065"/>
                  </a:lnTo>
                  <a:lnTo>
                    <a:pt x="5311495" y="901065"/>
                  </a:lnTo>
                  <a:lnTo>
                    <a:pt x="5312613" y="900607"/>
                  </a:lnTo>
                  <a:lnTo>
                    <a:pt x="5314480" y="898740"/>
                  </a:lnTo>
                  <a:lnTo>
                    <a:pt x="5314937" y="897623"/>
                  </a:lnTo>
                  <a:lnTo>
                    <a:pt x="5314937" y="894994"/>
                  </a:lnTo>
                  <a:close/>
                </a:path>
                <a:path w="5695950" h="1792604">
                  <a:moveTo>
                    <a:pt x="5314937" y="3454"/>
                  </a:moveTo>
                  <a:lnTo>
                    <a:pt x="5314480" y="2336"/>
                  </a:lnTo>
                  <a:lnTo>
                    <a:pt x="5312613" y="469"/>
                  </a:lnTo>
                  <a:lnTo>
                    <a:pt x="5311495" y="0"/>
                  </a:lnTo>
                  <a:lnTo>
                    <a:pt x="5308866" y="0"/>
                  </a:lnTo>
                  <a:lnTo>
                    <a:pt x="5307736" y="469"/>
                  </a:lnTo>
                  <a:lnTo>
                    <a:pt x="5305882" y="2336"/>
                  </a:lnTo>
                  <a:lnTo>
                    <a:pt x="5305412" y="3454"/>
                  </a:lnTo>
                  <a:lnTo>
                    <a:pt x="5305412" y="6083"/>
                  </a:lnTo>
                  <a:lnTo>
                    <a:pt x="5305882" y="7200"/>
                  </a:lnTo>
                  <a:lnTo>
                    <a:pt x="5307736" y="9067"/>
                  </a:lnTo>
                  <a:lnTo>
                    <a:pt x="5308866" y="9525"/>
                  </a:lnTo>
                  <a:lnTo>
                    <a:pt x="5311495" y="9525"/>
                  </a:lnTo>
                  <a:lnTo>
                    <a:pt x="5312613" y="9067"/>
                  </a:lnTo>
                  <a:lnTo>
                    <a:pt x="5314480" y="7200"/>
                  </a:lnTo>
                  <a:lnTo>
                    <a:pt x="5314937" y="6083"/>
                  </a:lnTo>
                  <a:lnTo>
                    <a:pt x="5314937" y="3454"/>
                  </a:lnTo>
                  <a:close/>
                </a:path>
                <a:path w="5695950" h="1792604">
                  <a:moveTo>
                    <a:pt x="5362562" y="1786534"/>
                  </a:moveTo>
                  <a:lnTo>
                    <a:pt x="5362105" y="1785416"/>
                  </a:lnTo>
                  <a:lnTo>
                    <a:pt x="5360238" y="1783549"/>
                  </a:lnTo>
                  <a:lnTo>
                    <a:pt x="5359120" y="1783080"/>
                  </a:lnTo>
                  <a:lnTo>
                    <a:pt x="5356491" y="1783080"/>
                  </a:lnTo>
                  <a:lnTo>
                    <a:pt x="5355361" y="1783549"/>
                  </a:lnTo>
                  <a:lnTo>
                    <a:pt x="5353507" y="1785416"/>
                  </a:lnTo>
                  <a:lnTo>
                    <a:pt x="5353037" y="1786534"/>
                  </a:lnTo>
                  <a:lnTo>
                    <a:pt x="5353037" y="1789163"/>
                  </a:lnTo>
                  <a:lnTo>
                    <a:pt x="5353507" y="1790280"/>
                  </a:lnTo>
                  <a:lnTo>
                    <a:pt x="5355361" y="1792147"/>
                  </a:lnTo>
                  <a:lnTo>
                    <a:pt x="5356491" y="1792605"/>
                  </a:lnTo>
                  <a:lnTo>
                    <a:pt x="5359120" y="1792605"/>
                  </a:lnTo>
                  <a:lnTo>
                    <a:pt x="5360238" y="1792147"/>
                  </a:lnTo>
                  <a:lnTo>
                    <a:pt x="5362105" y="1790280"/>
                  </a:lnTo>
                  <a:lnTo>
                    <a:pt x="5362562" y="1789163"/>
                  </a:lnTo>
                  <a:lnTo>
                    <a:pt x="5362562" y="1786534"/>
                  </a:lnTo>
                  <a:close/>
                </a:path>
                <a:path w="5695950" h="1792604">
                  <a:moveTo>
                    <a:pt x="5362562" y="894994"/>
                  </a:moveTo>
                  <a:lnTo>
                    <a:pt x="5362105" y="893876"/>
                  </a:lnTo>
                  <a:lnTo>
                    <a:pt x="5360238" y="892009"/>
                  </a:lnTo>
                  <a:lnTo>
                    <a:pt x="5359120" y="891540"/>
                  </a:lnTo>
                  <a:lnTo>
                    <a:pt x="5356491" y="891540"/>
                  </a:lnTo>
                  <a:lnTo>
                    <a:pt x="5355361" y="892009"/>
                  </a:lnTo>
                  <a:lnTo>
                    <a:pt x="5353507" y="893876"/>
                  </a:lnTo>
                  <a:lnTo>
                    <a:pt x="5353037" y="894994"/>
                  </a:lnTo>
                  <a:lnTo>
                    <a:pt x="5353037" y="897623"/>
                  </a:lnTo>
                  <a:lnTo>
                    <a:pt x="5353507" y="898740"/>
                  </a:lnTo>
                  <a:lnTo>
                    <a:pt x="5355361" y="900607"/>
                  </a:lnTo>
                  <a:lnTo>
                    <a:pt x="5356491" y="901065"/>
                  </a:lnTo>
                  <a:lnTo>
                    <a:pt x="5359120" y="901065"/>
                  </a:lnTo>
                  <a:lnTo>
                    <a:pt x="5360238" y="900607"/>
                  </a:lnTo>
                  <a:lnTo>
                    <a:pt x="5362105" y="898740"/>
                  </a:lnTo>
                  <a:lnTo>
                    <a:pt x="5362562" y="897623"/>
                  </a:lnTo>
                  <a:lnTo>
                    <a:pt x="5362562" y="894994"/>
                  </a:lnTo>
                  <a:close/>
                </a:path>
                <a:path w="5695950" h="1792604">
                  <a:moveTo>
                    <a:pt x="5362562" y="3454"/>
                  </a:moveTo>
                  <a:lnTo>
                    <a:pt x="5362105" y="2336"/>
                  </a:lnTo>
                  <a:lnTo>
                    <a:pt x="5360238" y="469"/>
                  </a:lnTo>
                  <a:lnTo>
                    <a:pt x="5359120" y="0"/>
                  </a:lnTo>
                  <a:lnTo>
                    <a:pt x="5356491" y="0"/>
                  </a:lnTo>
                  <a:lnTo>
                    <a:pt x="5355361" y="469"/>
                  </a:lnTo>
                  <a:lnTo>
                    <a:pt x="5353507" y="2336"/>
                  </a:lnTo>
                  <a:lnTo>
                    <a:pt x="5353037" y="3454"/>
                  </a:lnTo>
                  <a:lnTo>
                    <a:pt x="5353037" y="6083"/>
                  </a:lnTo>
                  <a:lnTo>
                    <a:pt x="5353507" y="7200"/>
                  </a:lnTo>
                  <a:lnTo>
                    <a:pt x="5355361" y="9067"/>
                  </a:lnTo>
                  <a:lnTo>
                    <a:pt x="5356491" y="9525"/>
                  </a:lnTo>
                  <a:lnTo>
                    <a:pt x="5359120" y="9525"/>
                  </a:lnTo>
                  <a:lnTo>
                    <a:pt x="5360238" y="9067"/>
                  </a:lnTo>
                  <a:lnTo>
                    <a:pt x="5362105" y="7200"/>
                  </a:lnTo>
                  <a:lnTo>
                    <a:pt x="5362562" y="6083"/>
                  </a:lnTo>
                  <a:lnTo>
                    <a:pt x="5362562" y="3454"/>
                  </a:lnTo>
                  <a:close/>
                </a:path>
                <a:path w="5695950" h="1792604">
                  <a:moveTo>
                    <a:pt x="5410187" y="1786534"/>
                  </a:moveTo>
                  <a:lnTo>
                    <a:pt x="5409730" y="1785416"/>
                  </a:lnTo>
                  <a:lnTo>
                    <a:pt x="5407863" y="1783549"/>
                  </a:lnTo>
                  <a:lnTo>
                    <a:pt x="5406745" y="1783080"/>
                  </a:lnTo>
                  <a:lnTo>
                    <a:pt x="5404116" y="1783080"/>
                  </a:lnTo>
                  <a:lnTo>
                    <a:pt x="5402986" y="1783549"/>
                  </a:lnTo>
                  <a:lnTo>
                    <a:pt x="5401132" y="1785416"/>
                  </a:lnTo>
                  <a:lnTo>
                    <a:pt x="5400662" y="1786534"/>
                  </a:lnTo>
                  <a:lnTo>
                    <a:pt x="5400662" y="1789163"/>
                  </a:lnTo>
                  <a:lnTo>
                    <a:pt x="5401132" y="1790280"/>
                  </a:lnTo>
                  <a:lnTo>
                    <a:pt x="5402986" y="1792147"/>
                  </a:lnTo>
                  <a:lnTo>
                    <a:pt x="5404116" y="1792605"/>
                  </a:lnTo>
                  <a:lnTo>
                    <a:pt x="5406745" y="1792605"/>
                  </a:lnTo>
                  <a:lnTo>
                    <a:pt x="5407863" y="1792147"/>
                  </a:lnTo>
                  <a:lnTo>
                    <a:pt x="5409730" y="1790280"/>
                  </a:lnTo>
                  <a:lnTo>
                    <a:pt x="5410187" y="1789163"/>
                  </a:lnTo>
                  <a:lnTo>
                    <a:pt x="5410187" y="1786534"/>
                  </a:lnTo>
                  <a:close/>
                </a:path>
                <a:path w="5695950" h="1792604">
                  <a:moveTo>
                    <a:pt x="5410187" y="894994"/>
                  </a:moveTo>
                  <a:lnTo>
                    <a:pt x="5409730" y="893876"/>
                  </a:lnTo>
                  <a:lnTo>
                    <a:pt x="5407863" y="892009"/>
                  </a:lnTo>
                  <a:lnTo>
                    <a:pt x="5406745" y="891540"/>
                  </a:lnTo>
                  <a:lnTo>
                    <a:pt x="5404116" y="891540"/>
                  </a:lnTo>
                  <a:lnTo>
                    <a:pt x="5402986" y="892009"/>
                  </a:lnTo>
                  <a:lnTo>
                    <a:pt x="5401132" y="893876"/>
                  </a:lnTo>
                  <a:lnTo>
                    <a:pt x="5400662" y="894994"/>
                  </a:lnTo>
                  <a:lnTo>
                    <a:pt x="5400662" y="897623"/>
                  </a:lnTo>
                  <a:lnTo>
                    <a:pt x="5401132" y="898740"/>
                  </a:lnTo>
                  <a:lnTo>
                    <a:pt x="5402986" y="900607"/>
                  </a:lnTo>
                  <a:lnTo>
                    <a:pt x="5404116" y="901065"/>
                  </a:lnTo>
                  <a:lnTo>
                    <a:pt x="5406745" y="901065"/>
                  </a:lnTo>
                  <a:lnTo>
                    <a:pt x="5407863" y="900607"/>
                  </a:lnTo>
                  <a:lnTo>
                    <a:pt x="5409730" y="898740"/>
                  </a:lnTo>
                  <a:lnTo>
                    <a:pt x="5410187" y="897623"/>
                  </a:lnTo>
                  <a:lnTo>
                    <a:pt x="5410187" y="894994"/>
                  </a:lnTo>
                  <a:close/>
                </a:path>
                <a:path w="5695950" h="1792604">
                  <a:moveTo>
                    <a:pt x="5410187" y="3454"/>
                  </a:moveTo>
                  <a:lnTo>
                    <a:pt x="5409730" y="2336"/>
                  </a:lnTo>
                  <a:lnTo>
                    <a:pt x="5407863" y="469"/>
                  </a:lnTo>
                  <a:lnTo>
                    <a:pt x="5406745" y="0"/>
                  </a:lnTo>
                  <a:lnTo>
                    <a:pt x="5404116" y="0"/>
                  </a:lnTo>
                  <a:lnTo>
                    <a:pt x="5402986" y="469"/>
                  </a:lnTo>
                  <a:lnTo>
                    <a:pt x="5401132" y="2336"/>
                  </a:lnTo>
                  <a:lnTo>
                    <a:pt x="5400662" y="3454"/>
                  </a:lnTo>
                  <a:lnTo>
                    <a:pt x="5400662" y="6083"/>
                  </a:lnTo>
                  <a:lnTo>
                    <a:pt x="5401132" y="7200"/>
                  </a:lnTo>
                  <a:lnTo>
                    <a:pt x="5402986" y="9067"/>
                  </a:lnTo>
                  <a:lnTo>
                    <a:pt x="5404116" y="9525"/>
                  </a:lnTo>
                  <a:lnTo>
                    <a:pt x="5406745" y="9525"/>
                  </a:lnTo>
                  <a:lnTo>
                    <a:pt x="5407863" y="9067"/>
                  </a:lnTo>
                  <a:lnTo>
                    <a:pt x="5409730" y="7200"/>
                  </a:lnTo>
                  <a:lnTo>
                    <a:pt x="5410187" y="6083"/>
                  </a:lnTo>
                  <a:lnTo>
                    <a:pt x="5410187" y="3454"/>
                  </a:lnTo>
                  <a:close/>
                </a:path>
                <a:path w="5695950" h="1792604">
                  <a:moveTo>
                    <a:pt x="5457812" y="1786534"/>
                  </a:moveTo>
                  <a:lnTo>
                    <a:pt x="5457355" y="1785416"/>
                  </a:lnTo>
                  <a:lnTo>
                    <a:pt x="5455488" y="1783549"/>
                  </a:lnTo>
                  <a:lnTo>
                    <a:pt x="5454370" y="1783080"/>
                  </a:lnTo>
                  <a:lnTo>
                    <a:pt x="5451741" y="1783080"/>
                  </a:lnTo>
                  <a:lnTo>
                    <a:pt x="5450611" y="1783549"/>
                  </a:lnTo>
                  <a:lnTo>
                    <a:pt x="5448757" y="1785416"/>
                  </a:lnTo>
                  <a:lnTo>
                    <a:pt x="5448287" y="1786534"/>
                  </a:lnTo>
                  <a:lnTo>
                    <a:pt x="5448287" y="1789163"/>
                  </a:lnTo>
                  <a:lnTo>
                    <a:pt x="5448757" y="1790280"/>
                  </a:lnTo>
                  <a:lnTo>
                    <a:pt x="5450611" y="1792147"/>
                  </a:lnTo>
                  <a:lnTo>
                    <a:pt x="5451741" y="1792605"/>
                  </a:lnTo>
                  <a:lnTo>
                    <a:pt x="5454370" y="1792605"/>
                  </a:lnTo>
                  <a:lnTo>
                    <a:pt x="5455488" y="1792147"/>
                  </a:lnTo>
                  <a:lnTo>
                    <a:pt x="5457355" y="1790280"/>
                  </a:lnTo>
                  <a:lnTo>
                    <a:pt x="5457812" y="1789163"/>
                  </a:lnTo>
                  <a:lnTo>
                    <a:pt x="5457812" y="1786534"/>
                  </a:lnTo>
                  <a:close/>
                </a:path>
                <a:path w="5695950" h="1792604">
                  <a:moveTo>
                    <a:pt x="5457812" y="894994"/>
                  </a:moveTo>
                  <a:lnTo>
                    <a:pt x="5457355" y="893876"/>
                  </a:lnTo>
                  <a:lnTo>
                    <a:pt x="5455488" y="892009"/>
                  </a:lnTo>
                  <a:lnTo>
                    <a:pt x="5454370" y="891540"/>
                  </a:lnTo>
                  <a:lnTo>
                    <a:pt x="5451741" y="891540"/>
                  </a:lnTo>
                  <a:lnTo>
                    <a:pt x="5450611" y="892009"/>
                  </a:lnTo>
                  <a:lnTo>
                    <a:pt x="5448757" y="893876"/>
                  </a:lnTo>
                  <a:lnTo>
                    <a:pt x="5448287" y="894994"/>
                  </a:lnTo>
                  <a:lnTo>
                    <a:pt x="5448287" y="897623"/>
                  </a:lnTo>
                  <a:lnTo>
                    <a:pt x="5448757" y="898740"/>
                  </a:lnTo>
                  <a:lnTo>
                    <a:pt x="5450611" y="900607"/>
                  </a:lnTo>
                  <a:lnTo>
                    <a:pt x="5451741" y="901065"/>
                  </a:lnTo>
                  <a:lnTo>
                    <a:pt x="5454370" y="901065"/>
                  </a:lnTo>
                  <a:lnTo>
                    <a:pt x="5455488" y="900607"/>
                  </a:lnTo>
                  <a:lnTo>
                    <a:pt x="5457355" y="898740"/>
                  </a:lnTo>
                  <a:lnTo>
                    <a:pt x="5457812" y="897623"/>
                  </a:lnTo>
                  <a:lnTo>
                    <a:pt x="5457812" y="894994"/>
                  </a:lnTo>
                  <a:close/>
                </a:path>
                <a:path w="5695950" h="1792604">
                  <a:moveTo>
                    <a:pt x="5457812" y="3454"/>
                  </a:moveTo>
                  <a:lnTo>
                    <a:pt x="5457355" y="2336"/>
                  </a:lnTo>
                  <a:lnTo>
                    <a:pt x="5455488" y="469"/>
                  </a:lnTo>
                  <a:lnTo>
                    <a:pt x="5454370" y="0"/>
                  </a:lnTo>
                  <a:lnTo>
                    <a:pt x="5451741" y="0"/>
                  </a:lnTo>
                  <a:lnTo>
                    <a:pt x="5450611" y="469"/>
                  </a:lnTo>
                  <a:lnTo>
                    <a:pt x="5448757" y="2336"/>
                  </a:lnTo>
                  <a:lnTo>
                    <a:pt x="5448287" y="3454"/>
                  </a:lnTo>
                  <a:lnTo>
                    <a:pt x="5448287" y="6083"/>
                  </a:lnTo>
                  <a:lnTo>
                    <a:pt x="5448757" y="7200"/>
                  </a:lnTo>
                  <a:lnTo>
                    <a:pt x="5450611" y="9067"/>
                  </a:lnTo>
                  <a:lnTo>
                    <a:pt x="5451741" y="9525"/>
                  </a:lnTo>
                  <a:lnTo>
                    <a:pt x="5454370" y="9525"/>
                  </a:lnTo>
                  <a:lnTo>
                    <a:pt x="5455488" y="9067"/>
                  </a:lnTo>
                  <a:lnTo>
                    <a:pt x="5457355" y="7200"/>
                  </a:lnTo>
                  <a:lnTo>
                    <a:pt x="5457812" y="6083"/>
                  </a:lnTo>
                  <a:lnTo>
                    <a:pt x="5457812" y="3454"/>
                  </a:lnTo>
                  <a:close/>
                </a:path>
                <a:path w="5695950" h="1792604">
                  <a:moveTo>
                    <a:pt x="5505437" y="1786534"/>
                  </a:moveTo>
                  <a:lnTo>
                    <a:pt x="5504980" y="1785416"/>
                  </a:lnTo>
                  <a:lnTo>
                    <a:pt x="5503113" y="1783549"/>
                  </a:lnTo>
                  <a:lnTo>
                    <a:pt x="5501995" y="1783080"/>
                  </a:lnTo>
                  <a:lnTo>
                    <a:pt x="5499366" y="1783080"/>
                  </a:lnTo>
                  <a:lnTo>
                    <a:pt x="5498236" y="1783549"/>
                  </a:lnTo>
                  <a:lnTo>
                    <a:pt x="5496382" y="1785416"/>
                  </a:lnTo>
                  <a:lnTo>
                    <a:pt x="5495912" y="1786534"/>
                  </a:lnTo>
                  <a:lnTo>
                    <a:pt x="5495912" y="1789163"/>
                  </a:lnTo>
                  <a:lnTo>
                    <a:pt x="5496382" y="1790280"/>
                  </a:lnTo>
                  <a:lnTo>
                    <a:pt x="5498236" y="1792147"/>
                  </a:lnTo>
                  <a:lnTo>
                    <a:pt x="5499366" y="1792605"/>
                  </a:lnTo>
                  <a:lnTo>
                    <a:pt x="5501995" y="1792605"/>
                  </a:lnTo>
                  <a:lnTo>
                    <a:pt x="5503113" y="1792147"/>
                  </a:lnTo>
                  <a:lnTo>
                    <a:pt x="5504980" y="1790280"/>
                  </a:lnTo>
                  <a:lnTo>
                    <a:pt x="5505437" y="1789163"/>
                  </a:lnTo>
                  <a:lnTo>
                    <a:pt x="5505437" y="1786534"/>
                  </a:lnTo>
                  <a:close/>
                </a:path>
                <a:path w="5695950" h="1792604">
                  <a:moveTo>
                    <a:pt x="5505437" y="894994"/>
                  </a:moveTo>
                  <a:lnTo>
                    <a:pt x="5504980" y="893876"/>
                  </a:lnTo>
                  <a:lnTo>
                    <a:pt x="5503113" y="892009"/>
                  </a:lnTo>
                  <a:lnTo>
                    <a:pt x="5501995" y="891540"/>
                  </a:lnTo>
                  <a:lnTo>
                    <a:pt x="5499366" y="891540"/>
                  </a:lnTo>
                  <a:lnTo>
                    <a:pt x="5498236" y="892009"/>
                  </a:lnTo>
                  <a:lnTo>
                    <a:pt x="5496382" y="893876"/>
                  </a:lnTo>
                  <a:lnTo>
                    <a:pt x="5495912" y="894994"/>
                  </a:lnTo>
                  <a:lnTo>
                    <a:pt x="5495912" y="897623"/>
                  </a:lnTo>
                  <a:lnTo>
                    <a:pt x="5496382" y="898740"/>
                  </a:lnTo>
                  <a:lnTo>
                    <a:pt x="5498236" y="900607"/>
                  </a:lnTo>
                  <a:lnTo>
                    <a:pt x="5499366" y="901065"/>
                  </a:lnTo>
                  <a:lnTo>
                    <a:pt x="5501995" y="901065"/>
                  </a:lnTo>
                  <a:lnTo>
                    <a:pt x="5503113" y="900607"/>
                  </a:lnTo>
                  <a:lnTo>
                    <a:pt x="5504980" y="898740"/>
                  </a:lnTo>
                  <a:lnTo>
                    <a:pt x="5505437" y="897623"/>
                  </a:lnTo>
                  <a:lnTo>
                    <a:pt x="5505437" y="894994"/>
                  </a:lnTo>
                  <a:close/>
                </a:path>
                <a:path w="5695950" h="1792604">
                  <a:moveTo>
                    <a:pt x="5505437" y="3454"/>
                  </a:moveTo>
                  <a:lnTo>
                    <a:pt x="5504980" y="2336"/>
                  </a:lnTo>
                  <a:lnTo>
                    <a:pt x="5503113" y="469"/>
                  </a:lnTo>
                  <a:lnTo>
                    <a:pt x="5501995" y="0"/>
                  </a:lnTo>
                  <a:lnTo>
                    <a:pt x="5499366" y="0"/>
                  </a:lnTo>
                  <a:lnTo>
                    <a:pt x="5498236" y="469"/>
                  </a:lnTo>
                  <a:lnTo>
                    <a:pt x="5496382" y="2336"/>
                  </a:lnTo>
                  <a:lnTo>
                    <a:pt x="5495912" y="3454"/>
                  </a:lnTo>
                  <a:lnTo>
                    <a:pt x="5495912" y="6083"/>
                  </a:lnTo>
                  <a:lnTo>
                    <a:pt x="5496382" y="7200"/>
                  </a:lnTo>
                  <a:lnTo>
                    <a:pt x="5498236" y="9067"/>
                  </a:lnTo>
                  <a:lnTo>
                    <a:pt x="5499366" y="9525"/>
                  </a:lnTo>
                  <a:lnTo>
                    <a:pt x="5501995" y="9525"/>
                  </a:lnTo>
                  <a:lnTo>
                    <a:pt x="5503113" y="9067"/>
                  </a:lnTo>
                  <a:lnTo>
                    <a:pt x="5504980" y="7200"/>
                  </a:lnTo>
                  <a:lnTo>
                    <a:pt x="5505437" y="6083"/>
                  </a:lnTo>
                  <a:lnTo>
                    <a:pt x="5505437" y="3454"/>
                  </a:lnTo>
                  <a:close/>
                </a:path>
                <a:path w="5695950" h="1792604">
                  <a:moveTo>
                    <a:pt x="5553062" y="1786534"/>
                  </a:moveTo>
                  <a:lnTo>
                    <a:pt x="5552605" y="1785416"/>
                  </a:lnTo>
                  <a:lnTo>
                    <a:pt x="5550738" y="1783549"/>
                  </a:lnTo>
                  <a:lnTo>
                    <a:pt x="5549620" y="1783080"/>
                  </a:lnTo>
                  <a:lnTo>
                    <a:pt x="5546991" y="1783080"/>
                  </a:lnTo>
                  <a:lnTo>
                    <a:pt x="5545861" y="1783549"/>
                  </a:lnTo>
                  <a:lnTo>
                    <a:pt x="5544007" y="1785416"/>
                  </a:lnTo>
                  <a:lnTo>
                    <a:pt x="5543537" y="1786534"/>
                  </a:lnTo>
                  <a:lnTo>
                    <a:pt x="5543537" y="1789163"/>
                  </a:lnTo>
                  <a:lnTo>
                    <a:pt x="5544007" y="1790280"/>
                  </a:lnTo>
                  <a:lnTo>
                    <a:pt x="5545861" y="1792147"/>
                  </a:lnTo>
                  <a:lnTo>
                    <a:pt x="5546991" y="1792605"/>
                  </a:lnTo>
                  <a:lnTo>
                    <a:pt x="5549620" y="1792605"/>
                  </a:lnTo>
                  <a:lnTo>
                    <a:pt x="5550738" y="1792147"/>
                  </a:lnTo>
                  <a:lnTo>
                    <a:pt x="5552605" y="1790280"/>
                  </a:lnTo>
                  <a:lnTo>
                    <a:pt x="5553062" y="1789163"/>
                  </a:lnTo>
                  <a:lnTo>
                    <a:pt x="5553062" y="1786534"/>
                  </a:lnTo>
                  <a:close/>
                </a:path>
                <a:path w="5695950" h="1792604">
                  <a:moveTo>
                    <a:pt x="5553062" y="894994"/>
                  </a:moveTo>
                  <a:lnTo>
                    <a:pt x="5552605" y="893876"/>
                  </a:lnTo>
                  <a:lnTo>
                    <a:pt x="5550738" y="892009"/>
                  </a:lnTo>
                  <a:lnTo>
                    <a:pt x="5549620" y="891540"/>
                  </a:lnTo>
                  <a:lnTo>
                    <a:pt x="5546991" y="891540"/>
                  </a:lnTo>
                  <a:lnTo>
                    <a:pt x="5545861" y="892009"/>
                  </a:lnTo>
                  <a:lnTo>
                    <a:pt x="5544007" y="893876"/>
                  </a:lnTo>
                  <a:lnTo>
                    <a:pt x="5543537" y="894994"/>
                  </a:lnTo>
                  <a:lnTo>
                    <a:pt x="5543537" y="897623"/>
                  </a:lnTo>
                  <a:lnTo>
                    <a:pt x="5544007" y="898740"/>
                  </a:lnTo>
                  <a:lnTo>
                    <a:pt x="5545861" y="900607"/>
                  </a:lnTo>
                  <a:lnTo>
                    <a:pt x="5546991" y="901065"/>
                  </a:lnTo>
                  <a:lnTo>
                    <a:pt x="5549620" y="901065"/>
                  </a:lnTo>
                  <a:lnTo>
                    <a:pt x="5550738" y="900607"/>
                  </a:lnTo>
                  <a:lnTo>
                    <a:pt x="5552605" y="898740"/>
                  </a:lnTo>
                  <a:lnTo>
                    <a:pt x="5553062" y="897623"/>
                  </a:lnTo>
                  <a:lnTo>
                    <a:pt x="5553062" y="894994"/>
                  </a:lnTo>
                  <a:close/>
                </a:path>
                <a:path w="5695950" h="1792604">
                  <a:moveTo>
                    <a:pt x="5553062" y="3454"/>
                  </a:moveTo>
                  <a:lnTo>
                    <a:pt x="5552605" y="2336"/>
                  </a:lnTo>
                  <a:lnTo>
                    <a:pt x="5550738" y="469"/>
                  </a:lnTo>
                  <a:lnTo>
                    <a:pt x="5549620" y="0"/>
                  </a:lnTo>
                  <a:lnTo>
                    <a:pt x="5546991" y="0"/>
                  </a:lnTo>
                  <a:lnTo>
                    <a:pt x="5545861" y="469"/>
                  </a:lnTo>
                  <a:lnTo>
                    <a:pt x="5544007" y="2336"/>
                  </a:lnTo>
                  <a:lnTo>
                    <a:pt x="5543537" y="3454"/>
                  </a:lnTo>
                  <a:lnTo>
                    <a:pt x="5543537" y="6083"/>
                  </a:lnTo>
                  <a:lnTo>
                    <a:pt x="5544007" y="7200"/>
                  </a:lnTo>
                  <a:lnTo>
                    <a:pt x="5545861" y="9067"/>
                  </a:lnTo>
                  <a:lnTo>
                    <a:pt x="5546991" y="9525"/>
                  </a:lnTo>
                  <a:lnTo>
                    <a:pt x="5549620" y="9525"/>
                  </a:lnTo>
                  <a:lnTo>
                    <a:pt x="5550738" y="9067"/>
                  </a:lnTo>
                  <a:lnTo>
                    <a:pt x="5552605" y="7200"/>
                  </a:lnTo>
                  <a:lnTo>
                    <a:pt x="5553062" y="6083"/>
                  </a:lnTo>
                  <a:lnTo>
                    <a:pt x="5553062" y="3454"/>
                  </a:lnTo>
                  <a:close/>
                </a:path>
                <a:path w="5695950" h="1792604">
                  <a:moveTo>
                    <a:pt x="5600687" y="1786534"/>
                  </a:moveTo>
                  <a:lnTo>
                    <a:pt x="5600230" y="1785416"/>
                  </a:lnTo>
                  <a:lnTo>
                    <a:pt x="5598363" y="1783549"/>
                  </a:lnTo>
                  <a:lnTo>
                    <a:pt x="5597245" y="1783080"/>
                  </a:lnTo>
                  <a:lnTo>
                    <a:pt x="5594616" y="1783080"/>
                  </a:lnTo>
                  <a:lnTo>
                    <a:pt x="5593486" y="1783549"/>
                  </a:lnTo>
                  <a:lnTo>
                    <a:pt x="5591632" y="1785416"/>
                  </a:lnTo>
                  <a:lnTo>
                    <a:pt x="5591162" y="1786534"/>
                  </a:lnTo>
                  <a:lnTo>
                    <a:pt x="5591162" y="1789163"/>
                  </a:lnTo>
                  <a:lnTo>
                    <a:pt x="5591632" y="1790280"/>
                  </a:lnTo>
                  <a:lnTo>
                    <a:pt x="5593486" y="1792147"/>
                  </a:lnTo>
                  <a:lnTo>
                    <a:pt x="5594616" y="1792605"/>
                  </a:lnTo>
                  <a:lnTo>
                    <a:pt x="5597245" y="1792605"/>
                  </a:lnTo>
                  <a:lnTo>
                    <a:pt x="5598363" y="1792147"/>
                  </a:lnTo>
                  <a:lnTo>
                    <a:pt x="5600230" y="1790280"/>
                  </a:lnTo>
                  <a:lnTo>
                    <a:pt x="5600687" y="1789163"/>
                  </a:lnTo>
                  <a:lnTo>
                    <a:pt x="5600687" y="1786534"/>
                  </a:lnTo>
                  <a:close/>
                </a:path>
                <a:path w="5695950" h="1792604">
                  <a:moveTo>
                    <a:pt x="5600687" y="894994"/>
                  </a:moveTo>
                  <a:lnTo>
                    <a:pt x="5600230" y="893876"/>
                  </a:lnTo>
                  <a:lnTo>
                    <a:pt x="5598363" y="892009"/>
                  </a:lnTo>
                  <a:lnTo>
                    <a:pt x="5597245" y="891540"/>
                  </a:lnTo>
                  <a:lnTo>
                    <a:pt x="5594616" y="891540"/>
                  </a:lnTo>
                  <a:lnTo>
                    <a:pt x="5593486" y="892009"/>
                  </a:lnTo>
                  <a:lnTo>
                    <a:pt x="5591632" y="893876"/>
                  </a:lnTo>
                  <a:lnTo>
                    <a:pt x="5591162" y="894994"/>
                  </a:lnTo>
                  <a:lnTo>
                    <a:pt x="5591162" y="897623"/>
                  </a:lnTo>
                  <a:lnTo>
                    <a:pt x="5591632" y="898740"/>
                  </a:lnTo>
                  <a:lnTo>
                    <a:pt x="5593486" y="900607"/>
                  </a:lnTo>
                  <a:lnTo>
                    <a:pt x="5594616" y="901065"/>
                  </a:lnTo>
                  <a:lnTo>
                    <a:pt x="5597245" y="901065"/>
                  </a:lnTo>
                  <a:lnTo>
                    <a:pt x="5598363" y="900607"/>
                  </a:lnTo>
                  <a:lnTo>
                    <a:pt x="5600230" y="898740"/>
                  </a:lnTo>
                  <a:lnTo>
                    <a:pt x="5600687" y="897623"/>
                  </a:lnTo>
                  <a:lnTo>
                    <a:pt x="5600687" y="894994"/>
                  </a:lnTo>
                  <a:close/>
                </a:path>
                <a:path w="5695950" h="1792604">
                  <a:moveTo>
                    <a:pt x="5600687" y="3454"/>
                  </a:moveTo>
                  <a:lnTo>
                    <a:pt x="5600230" y="2336"/>
                  </a:lnTo>
                  <a:lnTo>
                    <a:pt x="5598363" y="469"/>
                  </a:lnTo>
                  <a:lnTo>
                    <a:pt x="5597245" y="0"/>
                  </a:lnTo>
                  <a:lnTo>
                    <a:pt x="5594616" y="0"/>
                  </a:lnTo>
                  <a:lnTo>
                    <a:pt x="5593486" y="469"/>
                  </a:lnTo>
                  <a:lnTo>
                    <a:pt x="5591632" y="2336"/>
                  </a:lnTo>
                  <a:lnTo>
                    <a:pt x="5591162" y="3454"/>
                  </a:lnTo>
                  <a:lnTo>
                    <a:pt x="5591162" y="6083"/>
                  </a:lnTo>
                  <a:lnTo>
                    <a:pt x="5591632" y="7200"/>
                  </a:lnTo>
                  <a:lnTo>
                    <a:pt x="5593486" y="9067"/>
                  </a:lnTo>
                  <a:lnTo>
                    <a:pt x="5594616" y="9525"/>
                  </a:lnTo>
                  <a:lnTo>
                    <a:pt x="5597245" y="9525"/>
                  </a:lnTo>
                  <a:lnTo>
                    <a:pt x="5598363" y="9067"/>
                  </a:lnTo>
                  <a:lnTo>
                    <a:pt x="5600230" y="7200"/>
                  </a:lnTo>
                  <a:lnTo>
                    <a:pt x="5600687" y="6083"/>
                  </a:lnTo>
                  <a:lnTo>
                    <a:pt x="5600687" y="3454"/>
                  </a:lnTo>
                  <a:close/>
                </a:path>
                <a:path w="5695950" h="1792604">
                  <a:moveTo>
                    <a:pt x="5648312" y="1786534"/>
                  </a:moveTo>
                  <a:lnTo>
                    <a:pt x="5647855" y="1785416"/>
                  </a:lnTo>
                  <a:lnTo>
                    <a:pt x="5645988" y="1783549"/>
                  </a:lnTo>
                  <a:lnTo>
                    <a:pt x="5644870" y="1783080"/>
                  </a:lnTo>
                  <a:lnTo>
                    <a:pt x="5642241" y="1783080"/>
                  </a:lnTo>
                  <a:lnTo>
                    <a:pt x="5641111" y="1783549"/>
                  </a:lnTo>
                  <a:lnTo>
                    <a:pt x="5639257" y="1785416"/>
                  </a:lnTo>
                  <a:lnTo>
                    <a:pt x="5638787" y="1786534"/>
                  </a:lnTo>
                  <a:lnTo>
                    <a:pt x="5638787" y="1789163"/>
                  </a:lnTo>
                  <a:lnTo>
                    <a:pt x="5639257" y="1790280"/>
                  </a:lnTo>
                  <a:lnTo>
                    <a:pt x="5641111" y="1792147"/>
                  </a:lnTo>
                  <a:lnTo>
                    <a:pt x="5642241" y="1792605"/>
                  </a:lnTo>
                  <a:lnTo>
                    <a:pt x="5644870" y="1792605"/>
                  </a:lnTo>
                  <a:lnTo>
                    <a:pt x="5645988" y="1792147"/>
                  </a:lnTo>
                  <a:lnTo>
                    <a:pt x="5647855" y="1790280"/>
                  </a:lnTo>
                  <a:lnTo>
                    <a:pt x="5648312" y="1789163"/>
                  </a:lnTo>
                  <a:lnTo>
                    <a:pt x="5648312" y="1786534"/>
                  </a:lnTo>
                  <a:close/>
                </a:path>
                <a:path w="5695950" h="1792604">
                  <a:moveTo>
                    <a:pt x="5648312" y="894994"/>
                  </a:moveTo>
                  <a:lnTo>
                    <a:pt x="5647855" y="893876"/>
                  </a:lnTo>
                  <a:lnTo>
                    <a:pt x="5645988" y="892009"/>
                  </a:lnTo>
                  <a:lnTo>
                    <a:pt x="5644870" y="891540"/>
                  </a:lnTo>
                  <a:lnTo>
                    <a:pt x="5642241" y="891540"/>
                  </a:lnTo>
                  <a:lnTo>
                    <a:pt x="5641111" y="892009"/>
                  </a:lnTo>
                  <a:lnTo>
                    <a:pt x="5639257" y="893876"/>
                  </a:lnTo>
                  <a:lnTo>
                    <a:pt x="5638787" y="894994"/>
                  </a:lnTo>
                  <a:lnTo>
                    <a:pt x="5638787" y="897623"/>
                  </a:lnTo>
                  <a:lnTo>
                    <a:pt x="5639257" y="898740"/>
                  </a:lnTo>
                  <a:lnTo>
                    <a:pt x="5641111" y="900607"/>
                  </a:lnTo>
                  <a:lnTo>
                    <a:pt x="5642241" y="901065"/>
                  </a:lnTo>
                  <a:lnTo>
                    <a:pt x="5644870" y="901065"/>
                  </a:lnTo>
                  <a:lnTo>
                    <a:pt x="5645988" y="900607"/>
                  </a:lnTo>
                  <a:lnTo>
                    <a:pt x="5647855" y="898740"/>
                  </a:lnTo>
                  <a:lnTo>
                    <a:pt x="5648312" y="897623"/>
                  </a:lnTo>
                  <a:lnTo>
                    <a:pt x="5648312" y="894994"/>
                  </a:lnTo>
                  <a:close/>
                </a:path>
                <a:path w="5695950" h="1792604">
                  <a:moveTo>
                    <a:pt x="5648312" y="3454"/>
                  </a:moveTo>
                  <a:lnTo>
                    <a:pt x="5647855" y="2336"/>
                  </a:lnTo>
                  <a:lnTo>
                    <a:pt x="5645988" y="469"/>
                  </a:lnTo>
                  <a:lnTo>
                    <a:pt x="5644870" y="0"/>
                  </a:lnTo>
                  <a:lnTo>
                    <a:pt x="5642241" y="0"/>
                  </a:lnTo>
                  <a:lnTo>
                    <a:pt x="5641111" y="469"/>
                  </a:lnTo>
                  <a:lnTo>
                    <a:pt x="5639257" y="2336"/>
                  </a:lnTo>
                  <a:lnTo>
                    <a:pt x="5638787" y="3454"/>
                  </a:lnTo>
                  <a:lnTo>
                    <a:pt x="5638787" y="6083"/>
                  </a:lnTo>
                  <a:lnTo>
                    <a:pt x="5639257" y="7200"/>
                  </a:lnTo>
                  <a:lnTo>
                    <a:pt x="5641111" y="9067"/>
                  </a:lnTo>
                  <a:lnTo>
                    <a:pt x="5642241" y="9525"/>
                  </a:lnTo>
                  <a:lnTo>
                    <a:pt x="5644870" y="9525"/>
                  </a:lnTo>
                  <a:lnTo>
                    <a:pt x="5645988" y="9067"/>
                  </a:lnTo>
                  <a:lnTo>
                    <a:pt x="5647855" y="7200"/>
                  </a:lnTo>
                  <a:lnTo>
                    <a:pt x="5648312" y="6083"/>
                  </a:lnTo>
                  <a:lnTo>
                    <a:pt x="5648312" y="3454"/>
                  </a:lnTo>
                  <a:close/>
                </a:path>
                <a:path w="5695950" h="1792604">
                  <a:moveTo>
                    <a:pt x="5695937" y="1786534"/>
                  </a:moveTo>
                  <a:lnTo>
                    <a:pt x="5695480" y="1785416"/>
                  </a:lnTo>
                  <a:lnTo>
                    <a:pt x="5693613" y="1783549"/>
                  </a:lnTo>
                  <a:lnTo>
                    <a:pt x="5692495" y="1783080"/>
                  </a:lnTo>
                  <a:lnTo>
                    <a:pt x="5689866" y="1783080"/>
                  </a:lnTo>
                  <a:lnTo>
                    <a:pt x="5688736" y="1783549"/>
                  </a:lnTo>
                  <a:lnTo>
                    <a:pt x="5686882" y="1785416"/>
                  </a:lnTo>
                  <a:lnTo>
                    <a:pt x="5686412" y="1786534"/>
                  </a:lnTo>
                  <a:lnTo>
                    <a:pt x="5686412" y="1789163"/>
                  </a:lnTo>
                  <a:lnTo>
                    <a:pt x="5686882" y="1790280"/>
                  </a:lnTo>
                  <a:lnTo>
                    <a:pt x="5688736" y="1792147"/>
                  </a:lnTo>
                  <a:lnTo>
                    <a:pt x="5689866" y="1792605"/>
                  </a:lnTo>
                  <a:lnTo>
                    <a:pt x="5692495" y="1792605"/>
                  </a:lnTo>
                  <a:lnTo>
                    <a:pt x="5693613" y="1792147"/>
                  </a:lnTo>
                  <a:lnTo>
                    <a:pt x="5695480" y="1790280"/>
                  </a:lnTo>
                  <a:lnTo>
                    <a:pt x="5695937" y="1789163"/>
                  </a:lnTo>
                  <a:lnTo>
                    <a:pt x="5695937" y="1786534"/>
                  </a:lnTo>
                  <a:close/>
                </a:path>
                <a:path w="5695950" h="1792604">
                  <a:moveTo>
                    <a:pt x="5695937" y="894994"/>
                  </a:moveTo>
                  <a:lnTo>
                    <a:pt x="5695480" y="893876"/>
                  </a:lnTo>
                  <a:lnTo>
                    <a:pt x="5693613" y="892009"/>
                  </a:lnTo>
                  <a:lnTo>
                    <a:pt x="5692495" y="891540"/>
                  </a:lnTo>
                  <a:lnTo>
                    <a:pt x="5689866" y="891540"/>
                  </a:lnTo>
                  <a:lnTo>
                    <a:pt x="5688736" y="892009"/>
                  </a:lnTo>
                  <a:lnTo>
                    <a:pt x="5686882" y="893876"/>
                  </a:lnTo>
                  <a:lnTo>
                    <a:pt x="5686412" y="894994"/>
                  </a:lnTo>
                  <a:lnTo>
                    <a:pt x="5686412" y="897623"/>
                  </a:lnTo>
                  <a:lnTo>
                    <a:pt x="5686882" y="898740"/>
                  </a:lnTo>
                  <a:lnTo>
                    <a:pt x="5688736" y="900607"/>
                  </a:lnTo>
                  <a:lnTo>
                    <a:pt x="5689866" y="901065"/>
                  </a:lnTo>
                  <a:lnTo>
                    <a:pt x="5692495" y="901065"/>
                  </a:lnTo>
                  <a:lnTo>
                    <a:pt x="5693613" y="900607"/>
                  </a:lnTo>
                  <a:lnTo>
                    <a:pt x="5695480" y="898740"/>
                  </a:lnTo>
                  <a:lnTo>
                    <a:pt x="5695937" y="897623"/>
                  </a:lnTo>
                  <a:lnTo>
                    <a:pt x="5695937" y="894994"/>
                  </a:lnTo>
                  <a:close/>
                </a:path>
                <a:path w="5695950" h="1792604">
                  <a:moveTo>
                    <a:pt x="5695937" y="3454"/>
                  </a:moveTo>
                  <a:lnTo>
                    <a:pt x="5695480" y="2336"/>
                  </a:lnTo>
                  <a:lnTo>
                    <a:pt x="5693613" y="469"/>
                  </a:lnTo>
                  <a:lnTo>
                    <a:pt x="5692495" y="0"/>
                  </a:lnTo>
                  <a:lnTo>
                    <a:pt x="5689866" y="0"/>
                  </a:lnTo>
                  <a:lnTo>
                    <a:pt x="5688736" y="469"/>
                  </a:lnTo>
                  <a:lnTo>
                    <a:pt x="5686882" y="2336"/>
                  </a:lnTo>
                  <a:lnTo>
                    <a:pt x="5686412" y="3454"/>
                  </a:lnTo>
                  <a:lnTo>
                    <a:pt x="5686412" y="6083"/>
                  </a:lnTo>
                  <a:lnTo>
                    <a:pt x="5686882" y="7200"/>
                  </a:lnTo>
                  <a:lnTo>
                    <a:pt x="5688736" y="9067"/>
                  </a:lnTo>
                  <a:lnTo>
                    <a:pt x="5689866" y="9525"/>
                  </a:lnTo>
                  <a:lnTo>
                    <a:pt x="5692495" y="9525"/>
                  </a:lnTo>
                  <a:lnTo>
                    <a:pt x="5693613" y="9067"/>
                  </a:lnTo>
                  <a:lnTo>
                    <a:pt x="5695480" y="7200"/>
                  </a:lnTo>
                  <a:lnTo>
                    <a:pt x="5695937" y="6083"/>
                  </a:lnTo>
                  <a:lnTo>
                    <a:pt x="5695937" y="3454"/>
                  </a:lnTo>
                  <a:close/>
                </a:path>
              </a:pathLst>
            </a:custGeom>
            <a:solidFill>
              <a:srgbClr val="605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09799" y="4223384"/>
              <a:ext cx="589915" cy="2005964"/>
            </a:xfrm>
            <a:custGeom>
              <a:avLst/>
              <a:gdLst/>
              <a:ahLst/>
              <a:cxnLst/>
              <a:rect l="l" t="t" r="r" b="b"/>
              <a:pathLst>
                <a:path w="589914" h="2005964">
                  <a:moveTo>
                    <a:pt x="589547" y="2005964"/>
                  </a:moveTo>
                  <a:lnTo>
                    <a:pt x="0" y="2005964"/>
                  </a:lnTo>
                  <a:lnTo>
                    <a:pt x="0" y="0"/>
                  </a:lnTo>
                  <a:lnTo>
                    <a:pt x="589547" y="0"/>
                  </a:lnTo>
                  <a:lnTo>
                    <a:pt x="589547" y="2005964"/>
                  </a:lnTo>
                  <a:close/>
                </a:path>
              </a:pathLst>
            </a:custGeom>
            <a:solidFill>
              <a:srgbClr val="36FF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09799" y="4223384"/>
              <a:ext cx="589915" cy="2005964"/>
            </a:xfrm>
            <a:custGeom>
              <a:avLst/>
              <a:gdLst/>
              <a:ahLst/>
              <a:cxnLst/>
              <a:rect l="l" t="t" r="r" b="b"/>
              <a:pathLst>
                <a:path w="589914" h="2005964">
                  <a:moveTo>
                    <a:pt x="0" y="0"/>
                  </a:moveTo>
                  <a:lnTo>
                    <a:pt x="589547" y="0"/>
                  </a:lnTo>
                  <a:lnTo>
                    <a:pt x="589547" y="2005964"/>
                  </a:lnTo>
                  <a:lnTo>
                    <a:pt x="0" y="200596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65549" y="5114924"/>
              <a:ext cx="589915" cy="1114425"/>
            </a:xfrm>
            <a:custGeom>
              <a:avLst/>
              <a:gdLst/>
              <a:ahLst/>
              <a:cxnLst/>
              <a:rect l="l" t="t" r="r" b="b"/>
              <a:pathLst>
                <a:path w="589914" h="1114425">
                  <a:moveTo>
                    <a:pt x="589547" y="1114424"/>
                  </a:moveTo>
                  <a:lnTo>
                    <a:pt x="0" y="1114424"/>
                  </a:lnTo>
                  <a:lnTo>
                    <a:pt x="0" y="0"/>
                  </a:lnTo>
                  <a:lnTo>
                    <a:pt x="589547" y="0"/>
                  </a:lnTo>
                  <a:lnTo>
                    <a:pt x="589547" y="1114424"/>
                  </a:lnTo>
                  <a:close/>
                </a:path>
              </a:pathLst>
            </a:custGeom>
            <a:solidFill>
              <a:srgbClr val="36FF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65549" y="5114924"/>
              <a:ext cx="589915" cy="1114425"/>
            </a:xfrm>
            <a:custGeom>
              <a:avLst/>
              <a:gdLst/>
              <a:ahLst/>
              <a:cxnLst/>
              <a:rect l="l" t="t" r="r" b="b"/>
              <a:pathLst>
                <a:path w="589914" h="1114425">
                  <a:moveTo>
                    <a:pt x="0" y="0"/>
                  </a:moveTo>
                  <a:lnTo>
                    <a:pt x="589547" y="0"/>
                  </a:lnTo>
                  <a:lnTo>
                    <a:pt x="589547" y="1114424"/>
                  </a:lnTo>
                  <a:lnTo>
                    <a:pt x="0" y="11144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99346" y="5516117"/>
              <a:ext cx="2145665" cy="713740"/>
            </a:xfrm>
            <a:custGeom>
              <a:avLst/>
              <a:gdLst/>
              <a:ahLst/>
              <a:cxnLst/>
              <a:rect l="l" t="t" r="r" b="b"/>
              <a:pathLst>
                <a:path w="2145665" h="713739">
                  <a:moveTo>
                    <a:pt x="589546" y="44577"/>
                  </a:moveTo>
                  <a:lnTo>
                    <a:pt x="0" y="44577"/>
                  </a:lnTo>
                  <a:lnTo>
                    <a:pt x="0" y="713232"/>
                  </a:lnTo>
                  <a:lnTo>
                    <a:pt x="589546" y="713232"/>
                  </a:lnTo>
                  <a:lnTo>
                    <a:pt x="589546" y="44577"/>
                  </a:lnTo>
                  <a:close/>
                </a:path>
                <a:path w="2145665" h="713739">
                  <a:moveTo>
                    <a:pt x="2145296" y="0"/>
                  </a:moveTo>
                  <a:lnTo>
                    <a:pt x="1555750" y="0"/>
                  </a:lnTo>
                  <a:lnTo>
                    <a:pt x="1555750" y="713232"/>
                  </a:lnTo>
                  <a:lnTo>
                    <a:pt x="2145296" y="713232"/>
                  </a:lnTo>
                  <a:lnTo>
                    <a:pt x="2145296" y="0"/>
                  </a:lnTo>
                  <a:close/>
                </a:path>
              </a:pathLst>
            </a:custGeom>
            <a:solidFill>
              <a:srgbClr val="F079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10853" y="5735463"/>
            <a:ext cx="230386" cy="18514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125" spc="-23" dirty="0">
                <a:solidFill>
                  <a:srgbClr val="D1D0CD"/>
                </a:solidFill>
                <a:latin typeface="Arial MT"/>
                <a:cs typeface="Arial MT"/>
              </a:rPr>
              <a:t>0%</a:t>
            </a:r>
            <a:endParaRPr sz="1125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1323" y="4899644"/>
            <a:ext cx="310158" cy="18514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125" spc="-23" dirty="0">
                <a:solidFill>
                  <a:srgbClr val="D1D0CD"/>
                </a:solidFill>
                <a:latin typeface="Arial MT"/>
                <a:cs typeface="Arial MT"/>
              </a:rPr>
              <a:t>20%</a:t>
            </a:r>
            <a:endParaRPr sz="1125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1323" y="4063827"/>
            <a:ext cx="310158" cy="185147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125" spc="-23" dirty="0">
                <a:solidFill>
                  <a:srgbClr val="D1D0CD"/>
                </a:solidFill>
                <a:latin typeface="Arial MT"/>
                <a:cs typeface="Arial MT"/>
              </a:rPr>
              <a:t>40%</a:t>
            </a:r>
            <a:endParaRPr sz="1125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241067" y="3725440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45.00%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699582" y="4561260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25.00%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93768" y="4979169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15.00%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252283" y="4937378"/>
            <a:ext cx="547688" cy="1706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031" spc="-9" dirty="0">
                <a:solidFill>
                  <a:srgbClr val="FFFFFF"/>
                </a:solidFill>
                <a:latin typeface="Arial Black"/>
                <a:cs typeface="Arial Black"/>
              </a:rPr>
              <a:t>16.00%</a:t>
            </a:r>
            <a:endParaRPr sz="1031">
              <a:latin typeface="Arial Black"/>
              <a:cs typeface="Arial Black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283523" y="526851"/>
            <a:ext cx="8930" cy="5509617"/>
          </a:xfrm>
          <a:custGeom>
            <a:avLst/>
            <a:gdLst/>
            <a:ahLst/>
            <a:cxnLst/>
            <a:rect l="l" t="t" r="r" b="b"/>
            <a:pathLst>
              <a:path w="9525" h="5876925">
                <a:moveTo>
                  <a:pt x="9524" y="5876924"/>
                </a:moveTo>
                <a:lnTo>
                  <a:pt x="0" y="5876924"/>
                </a:lnTo>
                <a:lnTo>
                  <a:pt x="0" y="0"/>
                </a:lnTo>
                <a:lnTo>
                  <a:pt x="9524" y="0"/>
                </a:lnTo>
                <a:lnTo>
                  <a:pt x="9524" y="5876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534868" y="6128771"/>
            <a:ext cx="574477" cy="199638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219" spc="-9" dirty="0">
                <a:solidFill>
                  <a:srgbClr val="FFFFFF"/>
                </a:solidFill>
                <a:latin typeface="Arial Black"/>
                <a:cs typeface="Arial Black"/>
              </a:rPr>
              <a:t>Netsol</a:t>
            </a:r>
            <a:endParaRPr sz="1219">
              <a:latin typeface="Arial Black"/>
              <a:cs typeface="Arial Black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07436" y="6100160"/>
            <a:ext cx="745927" cy="4308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54173" marR="4763" indent="-42863">
              <a:lnSpc>
                <a:spcPct val="115399"/>
              </a:lnSpc>
              <a:spcBef>
                <a:spcPts val="94"/>
              </a:spcBef>
            </a:pPr>
            <a:r>
              <a:rPr sz="1219" spc="-9" dirty="0">
                <a:solidFill>
                  <a:srgbClr val="FFFFFF"/>
                </a:solidFill>
                <a:latin typeface="Arial Black"/>
                <a:cs typeface="Arial Black"/>
              </a:rPr>
              <a:t>Systems Limited</a:t>
            </a:r>
            <a:endParaRPr sz="1219">
              <a:latin typeface="Arial Black"/>
              <a:cs typeface="Arial Black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008766" y="6128771"/>
            <a:ext cx="574477" cy="199638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11906">
              <a:lnSpc>
                <a:spcPct val="100000"/>
              </a:lnSpc>
              <a:spcBef>
                <a:spcPts val="94"/>
              </a:spcBef>
            </a:pPr>
            <a:r>
              <a:rPr sz="1219" spc="-9" dirty="0">
                <a:solidFill>
                  <a:srgbClr val="FFFFFF"/>
                </a:solidFill>
                <a:latin typeface="Arial Black"/>
                <a:cs typeface="Arial Black"/>
              </a:rPr>
              <a:t>Netsol</a:t>
            </a:r>
            <a:endParaRPr sz="1219">
              <a:latin typeface="Arial Black"/>
              <a:cs typeface="Arial Black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381333" y="6100160"/>
            <a:ext cx="745927" cy="430855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54173" marR="4763" indent="-42863">
              <a:lnSpc>
                <a:spcPct val="115399"/>
              </a:lnSpc>
              <a:spcBef>
                <a:spcPts val="94"/>
              </a:spcBef>
            </a:pPr>
            <a:r>
              <a:rPr sz="1219" spc="-9" dirty="0">
                <a:solidFill>
                  <a:srgbClr val="FFFFFF"/>
                </a:solidFill>
                <a:latin typeface="Arial Black"/>
                <a:cs typeface="Arial Black"/>
              </a:rPr>
              <a:t>Systems Limited</a:t>
            </a:r>
            <a:endParaRPr sz="1219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980106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Tm="1586">
        <p14:pan dir="u"/>
      </p:transition>
    </mc:Choice>
    <mc:Fallback>
      <p:transition spd="slow" advTm="1586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8448-B24A-CE18-FD01-BD58A751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8893A2-9B60-77B7-49C7-ABD5CF1C6F7B}"/>
              </a:ext>
            </a:extLst>
          </p:cNvPr>
          <p:cNvSpPr txBox="1"/>
          <p:nvPr/>
        </p:nvSpPr>
        <p:spPr>
          <a:xfrm>
            <a:off x="1720943" y="1985613"/>
            <a:ext cx="9821359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ea typeface="+mn-lt"/>
                <a:cs typeface="+mn-lt"/>
              </a:rPr>
              <a:t>Revenue grew steadily from 2022 to 2024.</a:t>
            </a:r>
            <a:endParaRPr lang="en-US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ea typeface="+mn-lt"/>
                <a:cs typeface="+mn-lt"/>
              </a:rPr>
              <a:t>Gross Profit Ratio declined from 33% → 25%.</a:t>
            </a:r>
            <a:endParaRPr lang="en-US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ea typeface="+mn-lt"/>
                <a:cs typeface="+mn-lt"/>
              </a:rPr>
              <a:t>Net Profit Ratio declined from 31% → 16%.</a:t>
            </a:r>
            <a:endParaRPr lang="en-US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 err="1">
                <a:latin typeface="Times New Roman"/>
                <a:ea typeface="+mn-lt"/>
                <a:cs typeface="+mn-lt"/>
              </a:rPr>
              <a:t>NetSol</a:t>
            </a:r>
            <a:r>
              <a:rPr lang="en-US" sz="3200" dirty="0">
                <a:latin typeface="Times New Roman"/>
                <a:ea typeface="+mn-lt"/>
                <a:cs typeface="+mn-lt"/>
              </a:rPr>
              <a:t> has higher Gross Profit Ratio.</a:t>
            </a:r>
            <a:endParaRPr lang="en-US" sz="32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/>
                <a:ea typeface="+mn-lt"/>
                <a:cs typeface="+mn-lt"/>
              </a:rPr>
              <a:t>Systems Limited has low debt, indicating financially stability</a:t>
            </a:r>
            <a:endParaRPr lang="en-US" sz="3200" dirty="0">
              <a:latin typeface="Times New Roman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566994-A1A0-0BCA-EA82-E90AEE81EADE}"/>
              </a:ext>
            </a:extLst>
          </p:cNvPr>
          <p:cNvSpPr txBox="1"/>
          <p:nvPr/>
        </p:nvSpPr>
        <p:spPr>
          <a:xfrm>
            <a:off x="1720943" y="733355"/>
            <a:ext cx="788085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u="sng" dirty="0">
                <a:latin typeface="Britannic Bold"/>
              </a:rPr>
              <a:t>Key Insights from Data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87D81629-DB7B-150E-3023-6381BF662194}"/>
              </a:ext>
            </a:extLst>
          </p:cNvPr>
          <p:cNvSpPr/>
          <p:nvPr/>
        </p:nvSpPr>
        <p:spPr>
          <a:xfrm rot="5400000">
            <a:off x="1190492" y="960777"/>
            <a:ext cx="269951" cy="25304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2669">
        <p14:pan dir="u"/>
      </p:transition>
    </mc:Choice>
    <mc:Fallback>
      <p:transition spd="slow" advTm="266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4996F-5107-A65B-C1E1-0ADD48C9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9F9EBB-1DF2-AE88-6519-CBE0CC0EA24A}"/>
              </a:ext>
            </a:extLst>
          </p:cNvPr>
          <p:cNvSpPr txBox="1"/>
          <p:nvPr/>
        </p:nvSpPr>
        <p:spPr>
          <a:xfrm>
            <a:off x="1566269" y="1625798"/>
            <a:ext cx="10037019" cy="52322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/>
              <a:buChar char="•"/>
            </a:pPr>
            <a:r>
              <a:rPr lang="en-US" sz="3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Strategically: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investments in technology, training, and growth to improve efficiency</a:t>
            </a:r>
            <a:r>
              <a:rPr lang="en-US" sz="3000" dirty="0">
                <a:latin typeface="Times New Roman"/>
                <a:ea typeface="+mn-lt"/>
                <a:cs typeface="Times New Roman"/>
              </a:rPr>
              <a:t>, while maintaining financial stability</a:t>
            </a:r>
            <a:endParaRPr lang="en-US" sz="3000" b="1" dirty="0">
              <a:latin typeface="Times New Roman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3000" b="1" dirty="0">
                <a:latin typeface="Times New Roman"/>
                <a:ea typeface="+mn-lt"/>
                <a:cs typeface="+mn-lt"/>
              </a:rPr>
              <a:t> Improve Efficiency:</a:t>
            </a:r>
            <a:r>
              <a:rPr lang="en-US" sz="3000" dirty="0">
                <a:latin typeface="Times New Roman"/>
                <a:ea typeface="+mn-lt"/>
                <a:cs typeface="+mn-lt"/>
              </a:rPr>
              <a:t> Streamline workflows, optimize employee utilization, and reduce wastage of resources.</a:t>
            </a:r>
            <a:endParaRPr lang="en-US" sz="3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3000" b="1" dirty="0">
                <a:latin typeface="Times New Roman"/>
                <a:ea typeface="+mn-lt"/>
                <a:cs typeface="+mn-lt"/>
              </a:rPr>
              <a:t> Enhance ROA &amp; ROE:</a:t>
            </a:r>
            <a:r>
              <a:rPr lang="en-US" sz="3000" dirty="0">
                <a:latin typeface="Times New Roman"/>
                <a:ea typeface="+mn-lt"/>
                <a:cs typeface="+mn-lt"/>
              </a:rPr>
              <a:t> Use assets and equity more effectively by focusing on high-return projects and better resource allocation.</a:t>
            </a:r>
            <a:endParaRPr lang="en-US" sz="3000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3000" b="1" dirty="0">
                <a:latin typeface="Times New Roman"/>
                <a:cs typeface="Times New Roman"/>
              </a:rPr>
              <a:t> Control Costs:</a:t>
            </a:r>
            <a:r>
              <a:rPr lang="en-US" sz="3000" dirty="0">
                <a:latin typeface="Times New Roman"/>
                <a:cs typeface="Times New Roman"/>
              </a:rPr>
              <a:t> Reduce operational and administrative expenses to improve profitability.</a:t>
            </a:r>
            <a:endParaRPr lang="en-US" sz="3000" dirty="0">
              <a:latin typeface="Times New Roman"/>
            </a:endParaRPr>
          </a:p>
          <a:p>
            <a:pPr>
              <a:buFont typeface="Arial"/>
              <a:buChar char="•"/>
            </a:pPr>
            <a:endParaRPr lang="en-US" sz="3000" dirty="0"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6A839-25A6-AA9F-7775-D5031F64851D}"/>
              </a:ext>
            </a:extLst>
          </p:cNvPr>
          <p:cNvSpPr txBox="1"/>
          <p:nvPr/>
        </p:nvSpPr>
        <p:spPr>
          <a:xfrm>
            <a:off x="1557170" y="587710"/>
            <a:ext cx="870035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u="sng" dirty="0">
                <a:latin typeface="Britannic Bold"/>
              </a:rPr>
              <a:t>Recommendations/Strategies</a:t>
            </a:r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9157BE9-5950-2636-F367-7490CDA3CC16}"/>
              </a:ext>
            </a:extLst>
          </p:cNvPr>
          <p:cNvSpPr/>
          <p:nvPr/>
        </p:nvSpPr>
        <p:spPr>
          <a:xfrm rot="5400000">
            <a:off x="1190492" y="815132"/>
            <a:ext cx="269951" cy="25304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17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Tm="4554">
        <p14:pan dir="u"/>
      </p:transition>
    </mc:Choice>
    <mc:Fallback>
      <p:transition spd="slow" advTm="455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13C1A-B75A-F7B2-048A-16BCB6BD0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F1E77A-EE9F-C4B0-A54E-3901F5696A7C}"/>
              </a:ext>
            </a:extLst>
          </p:cNvPr>
          <p:cNvSpPr txBox="1"/>
          <p:nvPr/>
        </p:nvSpPr>
        <p:spPr>
          <a:xfrm>
            <a:off x="2936746" y="786646"/>
            <a:ext cx="5963727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500" dirty="0">
                <a:latin typeface="Britannic Bold"/>
              </a:rPr>
              <a:t>Conclusion/Summary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9E217E-35BE-2F5C-926F-705F68DBC261}"/>
              </a:ext>
            </a:extLst>
          </p:cNvPr>
          <p:cNvGrpSpPr/>
          <p:nvPr/>
        </p:nvGrpSpPr>
        <p:grpSpPr>
          <a:xfrm>
            <a:off x="305025" y="2819372"/>
            <a:ext cx="2743199" cy="3743984"/>
            <a:chOff x="305025" y="2819372"/>
            <a:chExt cx="2743199" cy="37439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B2104A1-360A-E8DF-2A08-A7E237729FDA}"/>
                </a:ext>
              </a:extLst>
            </p:cNvPr>
            <p:cNvSpPr/>
            <p:nvPr/>
          </p:nvSpPr>
          <p:spPr>
            <a:xfrm>
              <a:off x="311791" y="2819372"/>
              <a:ext cx="2633311" cy="3247592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CDF720-F0CA-5AD3-9A51-D3B88429DE4D}"/>
                </a:ext>
              </a:extLst>
            </p:cNvPr>
            <p:cNvSpPr txBox="1"/>
            <p:nvPr/>
          </p:nvSpPr>
          <p:spPr>
            <a:xfrm>
              <a:off x="305025" y="3793367"/>
              <a:ext cx="2743199" cy="276998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600" b="1" dirty="0">
                  <a:ea typeface="+mn-lt"/>
                  <a:cs typeface="+mn-lt"/>
                </a:rPr>
                <a:t>Systems Limited has shown consistent growth in revenue</a:t>
              </a:r>
              <a:endParaRPr lang="en-US" dirty="0"/>
            </a:p>
            <a:p>
              <a:pPr marL="285750" indent="-285750">
                <a:buFont typeface="Arial"/>
                <a:buChar char="•"/>
              </a:pPr>
              <a:endParaRPr lang="en-US"/>
            </a:p>
            <a:p>
              <a:endParaRPr lang="en-US" sz="2600" dirty="0">
                <a:latin typeface="Britannic Bold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55000B-1A5D-0098-3353-97DA7E0D72EF}"/>
                </a:ext>
              </a:extLst>
            </p:cNvPr>
            <p:cNvSpPr txBox="1"/>
            <p:nvPr/>
          </p:nvSpPr>
          <p:spPr>
            <a:xfrm>
              <a:off x="326732" y="3093387"/>
              <a:ext cx="1348597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000" dirty="0">
                  <a:latin typeface="Britannic Bold"/>
                </a:rPr>
                <a:t>1.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FAE6CA1-1B1E-CEFC-A362-8083BBC6B3EF}"/>
              </a:ext>
            </a:extLst>
          </p:cNvPr>
          <p:cNvGrpSpPr/>
          <p:nvPr/>
        </p:nvGrpSpPr>
        <p:grpSpPr>
          <a:xfrm>
            <a:off x="3361651" y="2856753"/>
            <a:ext cx="2640077" cy="3247592"/>
            <a:chOff x="3361651" y="2856753"/>
            <a:chExt cx="2640077" cy="324759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8F2E68-3180-B902-AC2C-A9DA3C690165}"/>
                </a:ext>
              </a:extLst>
            </p:cNvPr>
            <p:cNvSpPr/>
            <p:nvPr/>
          </p:nvSpPr>
          <p:spPr>
            <a:xfrm>
              <a:off x="3368417" y="2856753"/>
              <a:ext cx="2633311" cy="324759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6477AA-3A9B-B8FC-AD8F-789406D0C0E1}"/>
                </a:ext>
              </a:extLst>
            </p:cNvPr>
            <p:cNvSpPr txBox="1"/>
            <p:nvPr/>
          </p:nvSpPr>
          <p:spPr>
            <a:xfrm>
              <a:off x="3361651" y="3830748"/>
              <a:ext cx="2628180" cy="196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600" b="1" dirty="0">
                  <a:latin typeface="Century Gothic"/>
                  <a:ea typeface="+mn-lt"/>
                  <a:cs typeface="+mn-lt"/>
                </a:rPr>
                <a:t>Profit margins, ROA, ROE are on the decline</a:t>
              </a:r>
              <a:endParaRPr lang="en-US" sz="2600" b="1" dirty="0"/>
            </a:p>
            <a:p>
              <a:pPr marL="285750" indent="-285750">
                <a:buFont typeface="Arial"/>
                <a:buChar char="•"/>
              </a:pPr>
              <a:endParaRPr lang="en-US"/>
            </a:p>
            <a:p>
              <a:endParaRPr lang="en-US" sz="2600" dirty="0">
                <a:latin typeface="Britannic Bold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78B86E-8A98-1CF9-7030-F5C665ACF66B}"/>
                </a:ext>
              </a:extLst>
            </p:cNvPr>
            <p:cNvSpPr txBox="1"/>
            <p:nvPr/>
          </p:nvSpPr>
          <p:spPr>
            <a:xfrm>
              <a:off x="3383358" y="3130768"/>
              <a:ext cx="1348597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000" dirty="0">
                  <a:latin typeface="Britannic Bold"/>
                </a:rPr>
                <a:t>2.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0E107E8-17BC-8C05-4915-0C5C8E28072C}"/>
              </a:ext>
            </a:extLst>
          </p:cNvPr>
          <p:cNvGrpSpPr/>
          <p:nvPr/>
        </p:nvGrpSpPr>
        <p:grpSpPr>
          <a:xfrm>
            <a:off x="6352142" y="2885508"/>
            <a:ext cx="2743199" cy="3247592"/>
            <a:chOff x="6352142" y="2885508"/>
            <a:chExt cx="2743199" cy="324759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902B328-00DD-5E59-4C88-5DDC54D60845}"/>
                </a:ext>
              </a:extLst>
            </p:cNvPr>
            <p:cNvSpPr/>
            <p:nvPr/>
          </p:nvSpPr>
          <p:spPr>
            <a:xfrm>
              <a:off x="6358908" y="2885508"/>
              <a:ext cx="2633311" cy="324759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975843-A80B-4527-676E-1EDC05AA678E}"/>
                </a:ext>
              </a:extLst>
            </p:cNvPr>
            <p:cNvSpPr txBox="1"/>
            <p:nvPr/>
          </p:nvSpPr>
          <p:spPr>
            <a:xfrm>
              <a:off x="6352142" y="3859503"/>
              <a:ext cx="2743199" cy="196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600" b="1" dirty="0">
                  <a:ea typeface="+mn-lt"/>
                  <a:cs typeface="+mn-lt"/>
                </a:rPr>
                <a:t>The company is inefficient in its operations</a:t>
              </a:r>
              <a:endParaRPr lang="en-US" sz="2600" b="1" dirty="0"/>
            </a:p>
            <a:p>
              <a:pPr marL="285750" indent="-285750">
                <a:buFont typeface="Arial"/>
                <a:buChar char="•"/>
              </a:pPr>
              <a:endParaRPr lang="en-US"/>
            </a:p>
            <a:p>
              <a:endParaRPr lang="en-US" sz="2600" dirty="0">
                <a:latin typeface="Britannic Bold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4267729-221C-E5E5-56BF-26413D7E6817}"/>
                </a:ext>
              </a:extLst>
            </p:cNvPr>
            <p:cNvSpPr txBox="1"/>
            <p:nvPr/>
          </p:nvSpPr>
          <p:spPr>
            <a:xfrm>
              <a:off x="6373849" y="3159523"/>
              <a:ext cx="1348597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000" dirty="0">
                  <a:latin typeface="Britannic Bold"/>
                </a:rPr>
                <a:t>3.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2380A5A-610A-8263-76FC-C153AD779193}"/>
              </a:ext>
            </a:extLst>
          </p:cNvPr>
          <p:cNvGrpSpPr/>
          <p:nvPr/>
        </p:nvGrpSpPr>
        <p:grpSpPr>
          <a:xfrm>
            <a:off x="9328255" y="2899885"/>
            <a:ext cx="2743199" cy="3247592"/>
            <a:chOff x="9328255" y="2899885"/>
            <a:chExt cx="2743199" cy="3247592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64831D6-9578-92BA-DDAB-BC6BB1739816}"/>
                </a:ext>
              </a:extLst>
            </p:cNvPr>
            <p:cNvSpPr/>
            <p:nvPr/>
          </p:nvSpPr>
          <p:spPr>
            <a:xfrm>
              <a:off x="9335021" y="2899885"/>
              <a:ext cx="2633311" cy="3247592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D8ACD8-1F00-4616-A2C2-7AA9AEA1573C}"/>
                </a:ext>
              </a:extLst>
            </p:cNvPr>
            <p:cNvSpPr txBox="1"/>
            <p:nvPr/>
          </p:nvSpPr>
          <p:spPr>
            <a:xfrm>
              <a:off x="9328255" y="3873880"/>
              <a:ext cx="2743199" cy="209288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600" b="1" dirty="0"/>
                <a:t>Potential for operational improvement remains</a:t>
              </a:r>
            </a:p>
            <a:p>
              <a:endParaRPr lang="en-US" sz="2600" dirty="0">
                <a:latin typeface="Britannic Bold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7E1C139-4594-BBE6-4E85-740715C56C51}"/>
                </a:ext>
              </a:extLst>
            </p:cNvPr>
            <p:cNvSpPr txBox="1"/>
            <p:nvPr/>
          </p:nvSpPr>
          <p:spPr>
            <a:xfrm>
              <a:off x="9349962" y="3173900"/>
              <a:ext cx="1348597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000" dirty="0">
                  <a:latin typeface="Britannic Bold"/>
                </a:rPr>
                <a:t>4.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32132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Tm="8128">
        <p14:pan dir="u"/>
      </p:transition>
    </mc:Choice>
    <mc:Fallback>
      <p:transition spd="slow" advTm="812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0.4|0.4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|1|1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Custom 10">
      <a:dk1>
        <a:sysClr val="windowText" lastClr="000000"/>
      </a:dk1>
      <a:lt1>
        <a:sysClr val="window" lastClr="FFFFFF"/>
      </a:lt1>
      <a:dk2>
        <a:srgbClr val="021366"/>
      </a:dk2>
      <a:lt2>
        <a:srgbClr val="EBEBEB"/>
      </a:lt2>
      <a:accent1>
        <a:srgbClr val="C00000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255</TotalTime>
  <Words>442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Aptos</vt:lpstr>
      <vt:lpstr>Arial</vt:lpstr>
      <vt:lpstr>Arial Black</vt:lpstr>
      <vt:lpstr>Arial MT</vt:lpstr>
      <vt:lpstr>Arial,Sans-Serif</vt:lpstr>
      <vt:lpstr>Britannic Bold</vt:lpstr>
      <vt:lpstr>Calibri</vt:lpstr>
      <vt:lpstr>Century Gothic</vt:lpstr>
      <vt:lpstr>Segoe UI</vt:lpstr>
      <vt:lpstr>Segoe UI Semilight</vt:lpstr>
      <vt:lpstr>Times New Roman</vt:lpstr>
      <vt:lpstr>Verdana</vt:lpstr>
      <vt:lpstr>Wingdings 3</vt:lpstr>
      <vt:lpstr>Ion</vt:lpstr>
      <vt:lpstr>PowerPoint Presentation</vt:lpstr>
      <vt:lpstr>Topic:  Financial Analysis  Organization:  Systems Limited </vt:lpstr>
      <vt:lpstr>PowerPoint Presentation</vt:lpstr>
      <vt:lpstr>PowerPoint Presentation</vt:lpstr>
      <vt:lpstr>Sum of Revenue by Year</vt:lpstr>
      <vt:lpstr>ROA</vt:lpstr>
      <vt:lpstr>2022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Leadership &amp; Organizational Culture  Case Study: Microsoft - Satya Nadella</dc:title>
  <dc:creator>huzaifasaqib98@gmail.com</dc:creator>
  <cp:lastModifiedBy>K255033 Huzaifa Saqib</cp:lastModifiedBy>
  <cp:revision>712</cp:revision>
  <dcterms:created xsi:type="dcterms:W3CDTF">2025-11-13T12:33:02Z</dcterms:created>
  <dcterms:modified xsi:type="dcterms:W3CDTF">2025-12-13T07:24:16Z</dcterms:modified>
</cp:coreProperties>
</file>